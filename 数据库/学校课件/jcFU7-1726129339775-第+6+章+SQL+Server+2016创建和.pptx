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81"/>
  </p:handoutMasterIdLst>
  <p:sldIdLst>
    <p:sldId id="257" r:id="rId4"/>
    <p:sldId id="258" r:id="rId6"/>
    <p:sldId id="260" r:id="rId7"/>
    <p:sldId id="261" r:id="rId8"/>
    <p:sldId id="262" r:id="rId9"/>
    <p:sldId id="265" r:id="rId10"/>
    <p:sldId id="266" r:id="rId11"/>
    <p:sldId id="270" r:id="rId12"/>
    <p:sldId id="271" r:id="rId13"/>
    <p:sldId id="276" r:id="rId14"/>
    <p:sldId id="280" r:id="rId15"/>
    <p:sldId id="287" r:id="rId16"/>
    <p:sldId id="293" r:id="rId17"/>
    <p:sldId id="295" r:id="rId18"/>
    <p:sldId id="297" r:id="rId19"/>
    <p:sldId id="298" r:id="rId20"/>
    <p:sldId id="299" r:id="rId21"/>
    <p:sldId id="300" r:id="rId22"/>
    <p:sldId id="301" r:id="rId23"/>
    <p:sldId id="302" r:id="rId24"/>
    <p:sldId id="303" r:id="rId25"/>
    <p:sldId id="314" r:id="rId26"/>
    <p:sldId id="315" r:id="rId27"/>
    <p:sldId id="316" r:id="rId28"/>
    <p:sldId id="317" r:id="rId29"/>
    <p:sldId id="318" r:id="rId30"/>
    <p:sldId id="323" r:id="rId31"/>
    <p:sldId id="324" r:id="rId32"/>
    <p:sldId id="325" r:id="rId33"/>
    <p:sldId id="326" r:id="rId34"/>
    <p:sldId id="327" r:id="rId35"/>
    <p:sldId id="329"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46" r:id="rId50"/>
    <p:sldId id="347" r:id="rId51"/>
    <p:sldId id="348" r:id="rId52"/>
    <p:sldId id="349" r:id="rId53"/>
    <p:sldId id="350" r:id="rId54"/>
    <p:sldId id="351" r:id="rId55"/>
    <p:sldId id="352" r:id="rId56"/>
    <p:sldId id="353" r:id="rId57"/>
    <p:sldId id="354" r:id="rId58"/>
    <p:sldId id="355" r:id="rId59"/>
    <p:sldId id="356" r:id="rId60"/>
    <p:sldId id="357" r:id="rId61"/>
    <p:sldId id="358" r:id="rId62"/>
    <p:sldId id="359" r:id="rId63"/>
    <p:sldId id="360" r:id="rId64"/>
    <p:sldId id="361" r:id="rId65"/>
    <p:sldId id="362" r:id="rId66"/>
    <p:sldId id="363" r:id="rId67"/>
    <p:sldId id="364" r:id="rId68"/>
    <p:sldId id="365" r:id="rId69"/>
    <p:sldId id="366" r:id="rId70"/>
    <p:sldId id="367" r:id="rId71"/>
    <p:sldId id="368" r:id="rId72"/>
    <p:sldId id="369" r:id="rId73"/>
    <p:sldId id="370" r:id="rId74"/>
    <p:sldId id="371" r:id="rId75"/>
    <p:sldId id="372" r:id="rId76"/>
    <p:sldId id="373" r:id="rId77"/>
    <p:sldId id="374" r:id="rId78"/>
    <p:sldId id="375" r:id="rId79"/>
    <p:sldId id="332" r:id="rId80"/>
  </p:sldIdLst>
  <p:sldSz cx="12192000" cy="6858000"/>
  <p:notesSz cx="7103745" cy="10234295"/>
  <p:custDataLst>
    <p:tags r:id="rId8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6" Type="http://schemas.openxmlformats.org/officeDocument/2006/relationships/tags" Target="tags/tag699.xml"/><Relationship Id="rId85" Type="http://schemas.openxmlformats.org/officeDocument/2006/relationships/commentAuthors" Target="commentAuthors.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4.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2" Type="http://schemas.openxmlformats.org/officeDocument/2006/relationships/slideLayout" Target="../slideLayouts/slideLayout17.xml"/><Relationship Id="rId11" Type="http://schemas.openxmlformats.org/officeDocument/2006/relationships/tags" Target="../tags/tag153.xml"/><Relationship Id="rId10" Type="http://schemas.openxmlformats.org/officeDocument/2006/relationships/tags" Target="../tags/tag152.xml"/><Relationship Id="rId1" Type="http://schemas.openxmlformats.org/officeDocument/2006/relationships/tags" Target="../tags/tag143.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59.xml"/><Relationship Id="rId7" Type="http://schemas.openxmlformats.org/officeDocument/2006/relationships/image" Target="../media/image2.emf"/><Relationship Id="rId6" Type="http://schemas.openxmlformats.org/officeDocument/2006/relationships/image" Target="../media/image1.emf"/><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6.xml.rels><?xml version="1.0" encoding="UTF-8" standalone="yes"?>
<Relationships xmlns="http://schemas.openxmlformats.org/package/2006/relationships"><Relationship Id="rId9" Type="http://schemas.openxmlformats.org/officeDocument/2006/relationships/tags" Target="../tags/tag168.xml"/><Relationship Id="rId8" Type="http://schemas.openxmlformats.org/officeDocument/2006/relationships/tags" Target="../tags/tag167.xml"/><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2" Type="http://schemas.openxmlformats.org/officeDocument/2006/relationships/slideLayout" Target="../slideLayouts/slideLayout17.xml"/><Relationship Id="rId11" Type="http://schemas.openxmlformats.org/officeDocument/2006/relationships/tags" Target="../tags/tag169.xml"/><Relationship Id="rId10" Type="http://schemas.openxmlformats.org/officeDocument/2006/relationships/image" Target="../media/image3.png"/><Relationship Id="rId1" Type="http://schemas.openxmlformats.org/officeDocument/2006/relationships/tags" Target="../tags/tag160.xml"/></Relationships>
</file>

<file path=ppt/slides/_rels/slide7.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image" Target="../media/image5.png"/><Relationship Id="rId7" Type="http://schemas.openxmlformats.org/officeDocument/2006/relationships/tags" Target="../tags/tag175.xml"/><Relationship Id="rId6" Type="http://schemas.openxmlformats.org/officeDocument/2006/relationships/image" Target="../media/image4.png"/><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3" Type="http://schemas.openxmlformats.org/officeDocument/2006/relationships/slideLayout" Target="../slideLayouts/slideLayout17.xml"/><Relationship Id="rId12" Type="http://schemas.openxmlformats.org/officeDocument/2006/relationships/tags" Target="../tags/tag177.xml"/><Relationship Id="rId11" Type="http://schemas.openxmlformats.org/officeDocument/2006/relationships/image" Target="../media/image7.emf"/><Relationship Id="rId10" Type="http://schemas.openxmlformats.org/officeDocument/2006/relationships/image" Target="../media/image6.emf"/><Relationship Id="rId1" Type="http://schemas.openxmlformats.org/officeDocument/2006/relationships/tags" Target="../tags/tag170.xml"/></Relationships>
</file>

<file path=ppt/slides/_rels/slide8.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5" Type="http://schemas.openxmlformats.org/officeDocument/2006/relationships/slideLayout" Target="../slideLayouts/slideLayout17.xml"/><Relationship Id="rId14" Type="http://schemas.openxmlformats.org/officeDocument/2006/relationships/tags" Target="../tags/tag190.xml"/><Relationship Id="rId13" Type="http://schemas.openxmlformats.org/officeDocument/2006/relationships/image" Target="../media/image8.png"/><Relationship Id="rId12" Type="http://schemas.openxmlformats.org/officeDocument/2006/relationships/tags" Target="../tags/tag189.xml"/><Relationship Id="rId11" Type="http://schemas.openxmlformats.org/officeDocument/2006/relationships/tags" Target="../tags/tag188.xml"/><Relationship Id="rId10" Type="http://schemas.openxmlformats.org/officeDocument/2006/relationships/tags" Target="../tags/tag187.xml"/><Relationship Id="rId1" Type="http://schemas.openxmlformats.org/officeDocument/2006/relationships/tags" Target="../tags/tag178.xml"/></Relationships>
</file>

<file path=ppt/slides/_rels/slide9.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tags" Target="../tags/tag196.xml"/><Relationship Id="rId6" Type="http://schemas.openxmlformats.org/officeDocument/2006/relationships/image" Target="../media/image4.png"/><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 Type="http://schemas.openxmlformats.org/officeDocument/2006/relationships/tags" Target="../tags/tag192.xml"/><Relationship Id="rId17" Type="http://schemas.openxmlformats.org/officeDocument/2006/relationships/slideLayout" Target="../slideLayouts/slideLayout17.xml"/><Relationship Id="rId16" Type="http://schemas.openxmlformats.org/officeDocument/2006/relationships/tags" Target="../tags/tag201.xml"/><Relationship Id="rId15" Type="http://schemas.openxmlformats.org/officeDocument/2006/relationships/tags" Target="../tags/tag200.xml"/><Relationship Id="rId14" Type="http://schemas.openxmlformats.org/officeDocument/2006/relationships/image" Target="../media/image12.emf"/><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image" Target="../media/image11.png"/><Relationship Id="rId1" Type="http://schemas.openxmlformats.org/officeDocument/2006/relationships/tags" Target="../tags/tag191.xml"/></Relationships>
</file>

<file path=ppt/slides/_rels/slide10.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4.png"/><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5" Type="http://schemas.openxmlformats.org/officeDocument/2006/relationships/slideLayout" Target="../slideLayouts/slideLayout17.xml"/><Relationship Id="rId14" Type="http://schemas.openxmlformats.org/officeDocument/2006/relationships/tags" Target="../tags/tag211.xml"/><Relationship Id="rId13" Type="http://schemas.openxmlformats.org/officeDocument/2006/relationships/image" Target="../media/image13.emf"/><Relationship Id="rId12" Type="http://schemas.openxmlformats.org/officeDocument/2006/relationships/tags" Target="../tags/tag210.xml"/><Relationship Id="rId11" Type="http://schemas.openxmlformats.org/officeDocument/2006/relationships/tags" Target="../tags/tag209.xml"/><Relationship Id="rId10" Type="http://schemas.openxmlformats.org/officeDocument/2006/relationships/tags" Target="../tags/tag208.xml"/><Relationship Id="rId1" Type="http://schemas.openxmlformats.org/officeDocument/2006/relationships/tags" Target="../tags/tag202.xml"/></Relationships>
</file>

<file path=ppt/slides/_rels/slide11.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4.png"/><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5" Type="http://schemas.openxmlformats.org/officeDocument/2006/relationships/slideLayout" Target="../slideLayouts/slideLayout17.xml"/><Relationship Id="rId14" Type="http://schemas.openxmlformats.org/officeDocument/2006/relationships/tags" Target="../tags/tag218.xml"/><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11.png"/><Relationship Id="rId1" Type="http://schemas.openxmlformats.org/officeDocument/2006/relationships/tags" Target="../tags/tag212.xml"/></Relationships>
</file>

<file path=ppt/slides/_rels/slide1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4.png"/><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4" Type="http://schemas.openxmlformats.org/officeDocument/2006/relationships/slideLayout" Target="../slideLayouts/slideLayout17.xml"/><Relationship Id="rId13" Type="http://schemas.openxmlformats.org/officeDocument/2006/relationships/tags" Target="../tags/tag225.xml"/><Relationship Id="rId12" Type="http://schemas.openxmlformats.org/officeDocument/2006/relationships/image" Target="../media/image17.emf"/><Relationship Id="rId11" Type="http://schemas.openxmlformats.org/officeDocument/2006/relationships/image" Target="../media/image14.png"/><Relationship Id="rId10" Type="http://schemas.openxmlformats.org/officeDocument/2006/relationships/image" Target="../media/image11.png"/><Relationship Id="rId1" Type="http://schemas.openxmlformats.org/officeDocument/2006/relationships/tags" Target="../tags/tag219.xml"/></Relationships>
</file>

<file path=ppt/slides/_rels/slide13.xml.rels><?xml version="1.0" encoding="UTF-8" standalone="yes"?>
<Relationships xmlns="http://schemas.openxmlformats.org/package/2006/relationships"><Relationship Id="rId9" Type="http://schemas.openxmlformats.org/officeDocument/2006/relationships/tags" Target="../tags/tag232.xml"/><Relationship Id="rId8" Type="http://schemas.openxmlformats.org/officeDocument/2006/relationships/image" Target="../media/image19.emf"/><Relationship Id="rId7" Type="http://schemas.openxmlformats.org/officeDocument/2006/relationships/image" Target="../media/image18.png"/><Relationship Id="rId6" Type="http://schemas.openxmlformats.org/officeDocument/2006/relationships/tags" Target="../tags/tag231.xml"/><Relationship Id="rId5" Type="http://schemas.openxmlformats.org/officeDocument/2006/relationships/tags" Target="../tags/tag230.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tags" Target="../tags/tag227.xml"/><Relationship Id="rId10" Type="http://schemas.openxmlformats.org/officeDocument/2006/relationships/slideLayout" Target="../slideLayouts/slideLayout17.xml"/><Relationship Id="rId1" Type="http://schemas.openxmlformats.org/officeDocument/2006/relationships/tags" Target="../tags/tag226.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38.xml"/><Relationship Id="rId5" Type="http://schemas.openxmlformats.org/officeDocument/2006/relationships/tags" Target="../tags/tag237.xml"/><Relationship Id="rId4" Type="http://schemas.openxmlformats.org/officeDocument/2006/relationships/tags" Target="../tags/tag236.xml"/><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44.xml"/><Relationship Id="rId6" Type="http://schemas.openxmlformats.org/officeDocument/2006/relationships/image" Target="../media/image20.emf"/><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s>
</file>

<file path=ppt/slides/_rels/slide18.xml.rels><?xml version="1.0" encoding="UTF-8" standalone="yes"?>
<Relationships xmlns="http://schemas.openxmlformats.org/package/2006/relationships"><Relationship Id="rId9" Type="http://schemas.openxmlformats.org/officeDocument/2006/relationships/tags" Target="../tags/tag266.xml"/><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2" Type="http://schemas.openxmlformats.org/officeDocument/2006/relationships/slideLayout" Target="../slideLayouts/slideLayout17.xml"/><Relationship Id="rId11" Type="http://schemas.openxmlformats.org/officeDocument/2006/relationships/tags" Target="../tags/tag268.xml"/><Relationship Id="rId10" Type="http://schemas.openxmlformats.org/officeDocument/2006/relationships/tags" Target="../tags/tag267.xml"/><Relationship Id="rId1" Type="http://schemas.openxmlformats.org/officeDocument/2006/relationships/tags" Target="../tags/tag258.xml"/></Relationships>
</file>

<file path=ppt/slides/_rels/slide19.xml.rels><?xml version="1.0" encoding="UTF-8" standalone="yes"?>
<Relationships xmlns="http://schemas.openxmlformats.org/package/2006/relationships"><Relationship Id="rId9" Type="http://schemas.openxmlformats.org/officeDocument/2006/relationships/tags" Target="../tags/tag277.xml"/><Relationship Id="rId8" Type="http://schemas.openxmlformats.org/officeDocument/2006/relationships/tags" Target="../tags/tag276.xml"/><Relationship Id="rId7" Type="http://schemas.openxmlformats.org/officeDocument/2006/relationships/tags" Target="../tags/tag275.xml"/><Relationship Id="rId6" Type="http://schemas.openxmlformats.org/officeDocument/2006/relationships/tags" Target="../tags/tag274.xml"/><Relationship Id="rId5" Type="http://schemas.openxmlformats.org/officeDocument/2006/relationships/tags" Target="../tags/tag273.xml"/><Relationship Id="rId4" Type="http://schemas.openxmlformats.org/officeDocument/2006/relationships/tags" Target="../tags/tag272.xml"/><Relationship Id="rId3" Type="http://schemas.openxmlformats.org/officeDocument/2006/relationships/tags" Target="../tags/tag271.xml"/><Relationship Id="rId2" Type="http://schemas.openxmlformats.org/officeDocument/2006/relationships/tags" Target="../tags/tag270.xml"/><Relationship Id="rId12" Type="http://schemas.openxmlformats.org/officeDocument/2006/relationships/slideLayout" Target="../slideLayouts/slideLayout17.xml"/><Relationship Id="rId11" Type="http://schemas.openxmlformats.org/officeDocument/2006/relationships/tags" Target="../tags/tag279.xml"/><Relationship Id="rId10" Type="http://schemas.openxmlformats.org/officeDocument/2006/relationships/tags" Target="../tags/tag278.xml"/><Relationship Id="rId1" Type="http://schemas.openxmlformats.org/officeDocument/2006/relationships/tags" Target="../tags/tag269.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86.xml"/><Relationship Id="rId6" Type="http://schemas.openxmlformats.org/officeDocument/2006/relationships/tags" Target="../tags/tag285.xml"/><Relationship Id="rId5" Type="http://schemas.openxmlformats.org/officeDocument/2006/relationships/tags" Target="../tags/tag284.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00.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 Type="http://schemas.openxmlformats.org/officeDocument/2006/relationships/tags" Target="../tags/tag294.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tags" Target="../tags/tag302.xml"/><Relationship Id="rId1" Type="http://schemas.openxmlformats.org/officeDocument/2006/relationships/tags" Target="../tags/tag301.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14.xml"/><Relationship Id="rId6" Type="http://schemas.openxmlformats.org/officeDocument/2006/relationships/tags" Target="../tags/tag313.xml"/><Relationship Id="rId5" Type="http://schemas.openxmlformats.org/officeDocument/2006/relationships/tags" Target="../tags/tag312.xml"/><Relationship Id="rId4" Type="http://schemas.openxmlformats.org/officeDocument/2006/relationships/tags" Target="../tags/tag311.xml"/><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tags" Target="../tags/tag308.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21.xml"/><Relationship Id="rId6" Type="http://schemas.openxmlformats.org/officeDocument/2006/relationships/tags" Target="../tags/tag320.xml"/><Relationship Id="rId5" Type="http://schemas.openxmlformats.org/officeDocument/2006/relationships/tags" Target="../tags/tag319.xml"/><Relationship Id="rId4" Type="http://schemas.openxmlformats.org/officeDocument/2006/relationships/tags" Target="../tags/tag318.xml"/><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28.xml"/><Relationship Id="rId6" Type="http://schemas.openxmlformats.org/officeDocument/2006/relationships/tags" Target="../tags/tag327.xml"/><Relationship Id="rId5" Type="http://schemas.openxmlformats.org/officeDocument/2006/relationships/tags" Target="../tags/tag326.xml"/><Relationship Id="rId4" Type="http://schemas.openxmlformats.org/officeDocument/2006/relationships/tags" Target="../tags/tag325.xml"/><Relationship Id="rId3" Type="http://schemas.openxmlformats.org/officeDocument/2006/relationships/tags" Target="../tags/tag324.xml"/><Relationship Id="rId2" Type="http://schemas.openxmlformats.org/officeDocument/2006/relationships/tags" Target="../tags/tag323.xml"/><Relationship Id="rId1" Type="http://schemas.openxmlformats.org/officeDocument/2006/relationships/tags" Target="../tags/tag322.xml"/></Relationships>
</file>

<file path=ppt/slides/_rels/slide27.xml.rels><?xml version="1.0" encoding="UTF-8" standalone="yes"?>
<Relationships xmlns="http://schemas.openxmlformats.org/package/2006/relationships"><Relationship Id="rId9" Type="http://schemas.openxmlformats.org/officeDocument/2006/relationships/tags" Target="../tags/tag336.xml"/><Relationship Id="rId8" Type="http://schemas.openxmlformats.org/officeDocument/2006/relationships/tags" Target="../tags/tag335.xml"/><Relationship Id="rId7" Type="http://schemas.openxmlformats.org/officeDocument/2006/relationships/image" Target="../media/image21.png"/><Relationship Id="rId6" Type="http://schemas.openxmlformats.org/officeDocument/2006/relationships/tags" Target="../tags/tag334.xml"/><Relationship Id="rId5" Type="http://schemas.openxmlformats.org/officeDocument/2006/relationships/tags" Target="../tags/tag333.xml"/><Relationship Id="rId4" Type="http://schemas.openxmlformats.org/officeDocument/2006/relationships/tags" Target="../tags/tag332.xml"/><Relationship Id="rId3" Type="http://schemas.openxmlformats.org/officeDocument/2006/relationships/tags" Target="../tags/tag331.xml"/><Relationship Id="rId2" Type="http://schemas.openxmlformats.org/officeDocument/2006/relationships/tags" Target="../tags/tag330.xml"/><Relationship Id="rId11" Type="http://schemas.openxmlformats.org/officeDocument/2006/relationships/slideLayout" Target="../slideLayouts/slideLayout17.xml"/><Relationship Id="rId10" Type="http://schemas.openxmlformats.org/officeDocument/2006/relationships/tags" Target="../tags/tag337.xml"/><Relationship Id="rId1" Type="http://schemas.openxmlformats.org/officeDocument/2006/relationships/tags" Target="../tags/tag329.xml"/></Relationships>
</file>

<file path=ppt/slides/_rels/slide28.xml.rels><?xml version="1.0" encoding="UTF-8" standalone="yes"?>
<Relationships xmlns="http://schemas.openxmlformats.org/package/2006/relationships"><Relationship Id="rId9" Type="http://schemas.openxmlformats.org/officeDocument/2006/relationships/tags" Target="../tags/tag345.xml"/><Relationship Id="rId8" Type="http://schemas.openxmlformats.org/officeDocument/2006/relationships/tags" Target="../tags/tag344.xml"/><Relationship Id="rId7" Type="http://schemas.openxmlformats.org/officeDocument/2006/relationships/image" Target="../media/image22.png"/><Relationship Id="rId6" Type="http://schemas.openxmlformats.org/officeDocument/2006/relationships/tags" Target="../tags/tag343.xml"/><Relationship Id="rId5" Type="http://schemas.openxmlformats.org/officeDocument/2006/relationships/tags" Target="../tags/tag342.xml"/><Relationship Id="rId4" Type="http://schemas.openxmlformats.org/officeDocument/2006/relationships/tags" Target="../tags/tag341.xml"/><Relationship Id="rId3" Type="http://schemas.openxmlformats.org/officeDocument/2006/relationships/tags" Target="../tags/tag340.xml"/><Relationship Id="rId2" Type="http://schemas.openxmlformats.org/officeDocument/2006/relationships/tags" Target="../tags/tag339.xml"/><Relationship Id="rId10" Type="http://schemas.openxmlformats.org/officeDocument/2006/relationships/slideLayout" Target="../slideLayouts/slideLayout17.xml"/><Relationship Id="rId1" Type="http://schemas.openxmlformats.org/officeDocument/2006/relationships/tags" Target="../tags/tag338.xml"/></Relationships>
</file>

<file path=ppt/slides/_rels/slide29.xml.rels><?xml version="1.0" encoding="UTF-8" standalone="yes"?>
<Relationships xmlns="http://schemas.openxmlformats.org/package/2006/relationships"><Relationship Id="rId9" Type="http://schemas.openxmlformats.org/officeDocument/2006/relationships/tags" Target="../tags/tag354.xml"/><Relationship Id="rId8" Type="http://schemas.openxmlformats.org/officeDocument/2006/relationships/tags" Target="../tags/tag353.xml"/><Relationship Id="rId7" Type="http://schemas.openxmlformats.org/officeDocument/2006/relationships/tags" Target="../tags/tag352.xml"/><Relationship Id="rId6" Type="http://schemas.openxmlformats.org/officeDocument/2006/relationships/tags" Target="../tags/tag351.xml"/><Relationship Id="rId5" Type="http://schemas.openxmlformats.org/officeDocument/2006/relationships/tags" Target="../tags/tag350.xml"/><Relationship Id="rId4" Type="http://schemas.openxmlformats.org/officeDocument/2006/relationships/tags" Target="../tags/tag349.xml"/><Relationship Id="rId3" Type="http://schemas.openxmlformats.org/officeDocument/2006/relationships/tags" Target="../tags/tag348.xml"/><Relationship Id="rId2" Type="http://schemas.openxmlformats.org/officeDocument/2006/relationships/tags" Target="../tags/tag347.xml"/><Relationship Id="rId18" Type="http://schemas.openxmlformats.org/officeDocument/2006/relationships/slideLayout" Target="../slideLayouts/slideLayout17.xml"/><Relationship Id="rId17" Type="http://schemas.openxmlformats.org/officeDocument/2006/relationships/tags" Target="../tags/tag360.xml"/><Relationship Id="rId16" Type="http://schemas.openxmlformats.org/officeDocument/2006/relationships/image" Target="../media/image24.png"/><Relationship Id="rId15" Type="http://schemas.openxmlformats.org/officeDocument/2006/relationships/tags" Target="../tags/tag359.xml"/><Relationship Id="rId14" Type="http://schemas.openxmlformats.org/officeDocument/2006/relationships/image" Target="../media/image23.png"/><Relationship Id="rId13" Type="http://schemas.openxmlformats.org/officeDocument/2006/relationships/tags" Target="../tags/tag358.xml"/><Relationship Id="rId12" Type="http://schemas.openxmlformats.org/officeDocument/2006/relationships/tags" Target="../tags/tag357.xml"/><Relationship Id="rId11" Type="http://schemas.openxmlformats.org/officeDocument/2006/relationships/tags" Target="../tags/tag356.xml"/><Relationship Id="rId10" Type="http://schemas.openxmlformats.org/officeDocument/2006/relationships/tags" Target="../tags/tag355.xml"/><Relationship Id="rId1" Type="http://schemas.openxmlformats.org/officeDocument/2006/relationships/tags" Target="../tags/tag346.xml"/></Relationships>
</file>

<file path=ppt/slides/_rels/slide30.xml.rels><?xml version="1.0" encoding="UTF-8" standalone="yes"?>
<Relationships xmlns="http://schemas.openxmlformats.org/package/2006/relationships"><Relationship Id="rId9" Type="http://schemas.openxmlformats.org/officeDocument/2006/relationships/tags" Target="../tags/tag369.xml"/><Relationship Id="rId8" Type="http://schemas.openxmlformats.org/officeDocument/2006/relationships/tags" Target="../tags/tag368.xml"/><Relationship Id="rId7" Type="http://schemas.openxmlformats.org/officeDocument/2006/relationships/tags" Target="../tags/tag367.xml"/><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4" Type="http://schemas.openxmlformats.org/officeDocument/2006/relationships/slideLayout" Target="../slideLayouts/slideLayout17.xml"/><Relationship Id="rId13" Type="http://schemas.openxmlformats.org/officeDocument/2006/relationships/tags" Target="../tags/tag372.xml"/><Relationship Id="rId12" Type="http://schemas.openxmlformats.org/officeDocument/2006/relationships/image" Target="../media/image25.png"/><Relationship Id="rId11" Type="http://schemas.openxmlformats.org/officeDocument/2006/relationships/tags" Target="../tags/tag371.xml"/><Relationship Id="rId10" Type="http://schemas.openxmlformats.org/officeDocument/2006/relationships/tags" Target="../tags/tag370.xml"/><Relationship Id="rId1" Type="http://schemas.openxmlformats.org/officeDocument/2006/relationships/tags" Target="../tags/tag361.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79.xml"/><Relationship Id="rId6" Type="http://schemas.openxmlformats.org/officeDocument/2006/relationships/tags" Target="../tags/tag378.xml"/><Relationship Id="rId5" Type="http://schemas.openxmlformats.org/officeDocument/2006/relationships/tags" Target="../tags/tag377.xml"/><Relationship Id="rId4" Type="http://schemas.openxmlformats.org/officeDocument/2006/relationships/tags" Target="../tags/tag376.xml"/><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tags" Target="../tags/tag373.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86.xml"/><Relationship Id="rId6" Type="http://schemas.openxmlformats.org/officeDocument/2006/relationships/tags" Target="../tags/tag385.xml"/><Relationship Id="rId5" Type="http://schemas.openxmlformats.org/officeDocument/2006/relationships/tags" Target="../tags/tag384.xml"/><Relationship Id="rId4" Type="http://schemas.openxmlformats.org/officeDocument/2006/relationships/tags" Target="../tags/tag383.xml"/><Relationship Id="rId3" Type="http://schemas.openxmlformats.org/officeDocument/2006/relationships/tags" Target="../tags/tag382.xml"/><Relationship Id="rId2" Type="http://schemas.openxmlformats.org/officeDocument/2006/relationships/tags" Target="../tags/tag381.xml"/><Relationship Id="rId1" Type="http://schemas.openxmlformats.org/officeDocument/2006/relationships/tags" Target="../tags/tag380.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1.xml"/><Relationship Id="rId3" Type="http://schemas.openxmlformats.org/officeDocument/2006/relationships/tags" Target="../tags/tag389.xml"/><Relationship Id="rId2" Type="http://schemas.openxmlformats.org/officeDocument/2006/relationships/tags" Target="../tags/tag388.xml"/><Relationship Id="rId1" Type="http://schemas.openxmlformats.org/officeDocument/2006/relationships/tags" Target="../tags/tag387.xml"/></Relationships>
</file>

<file path=ppt/slides/_rels/slide34.xml.rels><?xml version="1.0" encoding="UTF-8" standalone="yes"?>
<Relationships xmlns="http://schemas.openxmlformats.org/package/2006/relationships"><Relationship Id="rId9" Type="http://schemas.openxmlformats.org/officeDocument/2006/relationships/tags" Target="../tags/tag398.xml"/><Relationship Id="rId8" Type="http://schemas.openxmlformats.org/officeDocument/2006/relationships/tags" Target="../tags/tag397.xml"/><Relationship Id="rId7" Type="http://schemas.openxmlformats.org/officeDocument/2006/relationships/tags" Target="../tags/tag396.xml"/><Relationship Id="rId6" Type="http://schemas.openxmlformats.org/officeDocument/2006/relationships/tags" Target="../tags/tag395.xml"/><Relationship Id="rId5" Type="http://schemas.openxmlformats.org/officeDocument/2006/relationships/tags" Target="../tags/tag394.xml"/><Relationship Id="rId4" Type="http://schemas.openxmlformats.org/officeDocument/2006/relationships/tags" Target="../tags/tag393.xml"/><Relationship Id="rId3" Type="http://schemas.openxmlformats.org/officeDocument/2006/relationships/tags" Target="../tags/tag392.xml"/><Relationship Id="rId2" Type="http://schemas.openxmlformats.org/officeDocument/2006/relationships/tags" Target="../tags/tag391.xml"/><Relationship Id="rId18" Type="http://schemas.openxmlformats.org/officeDocument/2006/relationships/slideLayout" Target="../slideLayouts/slideLayout17.xml"/><Relationship Id="rId17" Type="http://schemas.openxmlformats.org/officeDocument/2006/relationships/tags" Target="../tags/tag406.xml"/><Relationship Id="rId16" Type="http://schemas.openxmlformats.org/officeDocument/2006/relationships/tags" Target="../tags/tag405.xml"/><Relationship Id="rId15" Type="http://schemas.openxmlformats.org/officeDocument/2006/relationships/tags" Target="../tags/tag404.xml"/><Relationship Id="rId14" Type="http://schemas.openxmlformats.org/officeDocument/2006/relationships/tags" Target="../tags/tag403.xml"/><Relationship Id="rId13" Type="http://schemas.openxmlformats.org/officeDocument/2006/relationships/tags" Target="../tags/tag402.xml"/><Relationship Id="rId12" Type="http://schemas.openxmlformats.org/officeDocument/2006/relationships/tags" Target="../tags/tag401.xml"/><Relationship Id="rId11" Type="http://schemas.openxmlformats.org/officeDocument/2006/relationships/tags" Target="../tags/tag400.xml"/><Relationship Id="rId10" Type="http://schemas.openxmlformats.org/officeDocument/2006/relationships/tags" Target="../tags/tag399.xml"/><Relationship Id="rId1" Type="http://schemas.openxmlformats.org/officeDocument/2006/relationships/tags" Target="../tags/tag390.xml"/></Relationships>
</file>

<file path=ppt/slides/_rels/slide35.xml.rels><?xml version="1.0" encoding="UTF-8" standalone="yes"?>
<Relationships xmlns="http://schemas.openxmlformats.org/package/2006/relationships"><Relationship Id="rId9" Type="http://schemas.openxmlformats.org/officeDocument/2006/relationships/tags" Target="../tags/tag415.xml"/><Relationship Id="rId8" Type="http://schemas.openxmlformats.org/officeDocument/2006/relationships/tags" Target="../tags/tag414.xml"/><Relationship Id="rId7" Type="http://schemas.openxmlformats.org/officeDocument/2006/relationships/tags" Target="../tags/tag413.xml"/><Relationship Id="rId6" Type="http://schemas.openxmlformats.org/officeDocument/2006/relationships/tags" Target="../tags/tag412.xml"/><Relationship Id="rId5" Type="http://schemas.openxmlformats.org/officeDocument/2006/relationships/tags" Target="../tags/tag411.xml"/><Relationship Id="rId4" Type="http://schemas.openxmlformats.org/officeDocument/2006/relationships/tags" Target="../tags/tag410.xml"/><Relationship Id="rId3" Type="http://schemas.openxmlformats.org/officeDocument/2006/relationships/tags" Target="../tags/tag409.xml"/><Relationship Id="rId2" Type="http://schemas.openxmlformats.org/officeDocument/2006/relationships/tags" Target="../tags/tag408.xml"/><Relationship Id="rId12" Type="http://schemas.openxmlformats.org/officeDocument/2006/relationships/slideLayout" Target="../slideLayouts/slideLayout17.xml"/><Relationship Id="rId11" Type="http://schemas.openxmlformats.org/officeDocument/2006/relationships/tags" Target="../tags/tag417.xml"/><Relationship Id="rId10" Type="http://schemas.openxmlformats.org/officeDocument/2006/relationships/tags" Target="../tags/tag416.xml"/><Relationship Id="rId1" Type="http://schemas.openxmlformats.org/officeDocument/2006/relationships/tags" Target="../tags/tag407.xml"/></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424.xml"/><Relationship Id="rId7" Type="http://schemas.openxmlformats.org/officeDocument/2006/relationships/image" Target="../media/image26.emf"/><Relationship Id="rId6" Type="http://schemas.openxmlformats.org/officeDocument/2006/relationships/tags" Target="../tags/tag423.xml"/><Relationship Id="rId5" Type="http://schemas.openxmlformats.org/officeDocument/2006/relationships/tags" Target="../tags/tag422.xml"/><Relationship Id="rId4" Type="http://schemas.openxmlformats.org/officeDocument/2006/relationships/tags" Target="../tags/tag421.xml"/><Relationship Id="rId3" Type="http://schemas.openxmlformats.org/officeDocument/2006/relationships/tags" Target="../tags/tag420.xml"/><Relationship Id="rId2" Type="http://schemas.openxmlformats.org/officeDocument/2006/relationships/tags" Target="../tags/tag419.xml"/><Relationship Id="rId1" Type="http://schemas.openxmlformats.org/officeDocument/2006/relationships/tags" Target="../tags/tag418.xml"/></Relationships>
</file>

<file path=ppt/slides/_rels/slide37.xml.rels><?xml version="1.0" encoding="UTF-8" standalone="yes"?>
<Relationships xmlns="http://schemas.openxmlformats.org/package/2006/relationships"><Relationship Id="rId9" Type="http://schemas.openxmlformats.org/officeDocument/2006/relationships/tags" Target="../tags/tag432.xml"/><Relationship Id="rId8" Type="http://schemas.openxmlformats.org/officeDocument/2006/relationships/image" Target="../media/image27.png"/><Relationship Id="rId7" Type="http://schemas.openxmlformats.org/officeDocument/2006/relationships/tags" Target="../tags/tag431.xml"/><Relationship Id="rId6" Type="http://schemas.openxmlformats.org/officeDocument/2006/relationships/tags" Target="../tags/tag430.xml"/><Relationship Id="rId5" Type="http://schemas.openxmlformats.org/officeDocument/2006/relationships/tags" Target="../tags/tag429.xml"/><Relationship Id="rId4" Type="http://schemas.openxmlformats.org/officeDocument/2006/relationships/tags" Target="../tags/tag428.xml"/><Relationship Id="rId3" Type="http://schemas.openxmlformats.org/officeDocument/2006/relationships/tags" Target="../tags/tag427.xml"/><Relationship Id="rId2" Type="http://schemas.openxmlformats.org/officeDocument/2006/relationships/tags" Target="../tags/tag426.xml"/><Relationship Id="rId11" Type="http://schemas.openxmlformats.org/officeDocument/2006/relationships/slideLayout" Target="../slideLayouts/slideLayout17.xml"/><Relationship Id="rId10" Type="http://schemas.openxmlformats.org/officeDocument/2006/relationships/tags" Target="../tags/tag433.xml"/><Relationship Id="rId1" Type="http://schemas.openxmlformats.org/officeDocument/2006/relationships/tags" Target="../tags/tag425.xml"/></Relationships>
</file>

<file path=ppt/slides/_rels/slide3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39.xml"/><Relationship Id="rId5" Type="http://schemas.openxmlformats.org/officeDocument/2006/relationships/tags" Target="../tags/tag438.xml"/><Relationship Id="rId4" Type="http://schemas.openxmlformats.org/officeDocument/2006/relationships/tags" Target="../tags/tag437.xml"/><Relationship Id="rId3" Type="http://schemas.openxmlformats.org/officeDocument/2006/relationships/tags" Target="../tags/tag436.xml"/><Relationship Id="rId2" Type="http://schemas.openxmlformats.org/officeDocument/2006/relationships/tags" Target="../tags/tag435.xml"/><Relationship Id="rId1" Type="http://schemas.openxmlformats.org/officeDocument/2006/relationships/tags" Target="../tags/tag434.xml"/></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3" Type="http://schemas.openxmlformats.org/officeDocument/2006/relationships/tags" Target="../tags/tag442.xml"/><Relationship Id="rId2" Type="http://schemas.openxmlformats.org/officeDocument/2006/relationships/tags" Target="../tags/tag441.xml"/><Relationship Id="rId1" Type="http://schemas.openxmlformats.org/officeDocument/2006/relationships/tags" Target="../tags/tag440.xml"/></Relationships>
</file>

<file path=ppt/slides/_rels/slide40.xml.rels><?xml version="1.0" encoding="UTF-8" standalone="yes"?>
<Relationships xmlns="http://schemas.openxmlformats.org/package/2006/relationships"><Relationship Id="rId9" Type="http://schemas.openxmlformats.org/officeDocument/2006/relationships/tags" Target="../tags/tag454.xml"/><Relationship Id="rId8" Type="http://schemas.openxmlformats.org/officeDocument/2006/relationships/tags" Target="../tags/tag453.xml"/><Relationship Id="rId7" Type="http://schemas.openxmlformats.org/officeDocument/2006/relationships/tags" Target="../tags/tag452.xml"/><Relationship Id="rId6" Type="http://schemas.openxmlformats.org/officeDocument/2006/relationships/tags" Target="../tags/tag451.xml"/><Relationship Id="rId5" Type="http://schemas.openxmlformats.org/officeDocument/2006/relationships/tags" Target="../tags/tag450.xml"/><Relationship Id="rId4" Type="http://schemas.openxmlformats.org/officeDocument/2006/relationships/tags" Target="../tags/tag449.xml"/><Relationship Id="rId3" Type="http://schemas.openxmlformats.org/officeDocument/2006/relationships/tags" Target="../tags/tag448.xml"/><Relationship Id="rId2" Type="http://schemas.openxmlformats.org/officeDocument/2006/relationships/tags" Target="../tags/tag447.xml"/><Relationship Id="rId12" Type="http://schemas.openxmlformats.org/officeDocument/2006/relationships/slideLayout" Target="../slideLayouts/slideLayout17.xml"/><Relationship Id="rId11" Type="http://schemas.openxmlformats.org/officeDocument/2006/relationships/tags" Target="../tags/tag456.xml"/><Relationship Id="rId10" Type="http://schemas.openxmlformats.org/officeDocument/2006/relationships/tags" Target="../tags/tag455.xml"/><Relationship Id="rId1" Type="http://schemas.openxmlformats.org/officeDocument/2006/relationships/tags" Target="../tags/tag446.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62.xml"/><Relationship Id="rId6" Type="http://schemas.openxmlformats.org/officeDocument/2006/relationships/image" Target="../media/image28.emf"/><Relationship Id="rId5" Type="http://schemas.openxmlformats.org/officeDocument/2006/relationships/tags" Target="../tags/tag461.xml"/><Relationship Id="rId4" Type="http://schemas.openxmlformats.org/officeDocument/2006/relationships/tags" Target="../tags/tag460.xml"/><Relationship Id="rId3" Type="http://schemas.openxmlformats.org/officeDocument/2006/relationships/tags" Target="../tags/tag459.xml"/><Relationship Id="rId2" Type="http://schemas.openxmlformats.org/officeDocument/2006/relationships/tags" Target="../tags/tag458.xml"/><Relationship Id="rId1" Type="http://schemas.openxmlformats.org/officeDocument/2006/relationships/tags" Target="../tags/tag457.xml"/></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69.xml"/><Relationship Id="rId6" Type="http://schemas.openxmlformats.org/officeDocument/2006/relationships/tags" Target="../tags/tag468.xml"/><Relationship Id="rId5" Type="http://schemas.openxmlformats.org/officeDocument/2006/relationships/tags" Target="../tags/tag467.xml"/><Relationship Id="rId4" Type="http://schemas.openxmlformats.org/officeDocument/2006/relationships/tags" Target="../tags/tag466.xml"/><Relationship Id="rId3" Type="http://schemas.openxmlformats.org/officeDocument/2006/relationships/tags" Target="../tags/tag465.xml"/><Relationship Id="rId2" Type="http://schemas.openxmlformats.org/officeDocument/2006/relationships/tags" Target="../tags/tag464.xml"/><Relationship Id="rId1" Type="http://schemas.openxmlformats.org/officeDocument/2006/relationships/tags" Target="../tags/tag463.xml"/></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tags" Target="../tags/tag472.xml"/><Relationship Id="rId2" Type="http://schemas.openxmlformats.org/officeDocument/2006/relationships/tags" Target="../tags/tag471.xml"/><Relationship Id="rId1" Type="http://schemas.openxmlformats.org/officeDocument/2006/relationships/tags" Target="../tags/tag470.xml"/></Relationships>
</file>

<file path=ppt/slides/_rels/slide4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78.xml"/><Relationship Id="rId5" Type="http://schemas.openxmlformats.org/officeDocument/2006/relationships/tags" Target="../tags/tag477.xml"/><Relationship Id="rId4" Type="http://schemas.openxmlformats.org/officeDocument/2006/relationships/tags" Target="../tags/tag476.xml"/><Relationship Id="rId3" Type="http://schemas.openxmlformats.org/officeDocument/2006/relationships/tags" Target="../tags/tag475.xml"/><Relationship Id="rId2" Type="http://schemas.openxmlformats.org/officeDocument/2006/relationships/tags" Target="../tags/tag474.xml"/><Relationship Id="rId1" Type="http://schemas.openxmlformats.org/officeDocument/2006/relationships/tags" Target="../tags/tag473.xml"/></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484.xml"/><Relationship Id="rId7" Type="http://schemas.openxmlformats.org/officeDocument/2006/relationships/image" Target="../media/image30.emf"/><Relationship Id="rId6" Type="http://schemas.openxmlformats.org/officeDocument/2006/relationships/image" Target="../media/image29.png"/><Relationship Id="rId5" Type="http://schemas.openxmlformats.org/officeDocument/2006/relationships/tags" Target="../tags/tag483.xml"/><Relationship Id="rId4" Type="http://schemas.openxmlformats.org/officeDocument/2006/relationships/tags" Target="../tags/tag482.xml"/><Relationship Id="rId3" Type="http://schemas.openxmlformats.org/officeDocument/2006/relationships/tags" Target="../tags/tag481.xml"/><Relationship Id="rId2" Type="http://schemas.openxmlformats.org/officeDocument/2006/relationships/tags" Target="../tags/tag480.xml"/><Relationship Id="rId1" Type="http://schemas.openxmlformats.org/officeDocument/2006/relationships/tags" Target="../tags/tag479.xml"/></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90.xml"/><Relationship Id="rId6" Type="http://schemas.openxmlformats.org/officeDocument/2006/relationships/image" Target="../media/image31.emf"/><Relationship Id="rId5" Type="http://schemas.openxmlformats.org/officeDocument/2006/relationships/tags" Target="../tags/tag489.xml"/><Relationship Id="rId4" Type="http://schemas.openxmlformats.org/officeDocument/2006/relationships/tags" Target="../tags/tag488.xml"/><Relationship Id="rId3" Type="http://schemas.openxmlformats.org/officeDocument/2006/relationships/tags" Target="../tags/tag487.xml"/><Relationship Id="rId2" Type="http://schemas.openxmlformats.org/officeDocument/2006/relationships/tags" Target="../tags/tag486.xml"/><Relationship Id="rId1" Type="http://schemas.openxmlformats.org/officeDocument/2006/relationships/tags" Target="../tags/tag485.xml"/></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97.xml"/><Relationship Id="rId6" Type="http://schemas.openxmlformats.org/officeDocument/2006/relationships/tags" Target="../tags/tag496.xml"/><Relationship Id="rId5" Type="http://schemas.openxmlformats.org/officeDocument/2006/relationships/tags" Target="../tags/tag495.xml"/><Relationship Id="rId4" Type="http://schemas.openxmlformats.org/officeDocument/2006/relationships/tags" Target="../tags/tag494.xml"/><Relationship Id="rId3" Type="http://schemas.openxmlformats.org/officeDocument/2006/relationships/tags" Target="../tags/tag493.xml"/><Relationship Id="rId2" Type="http://schemas.openxmlformats.org/officeDocument/2006/relationships/tags" Target="../tags/tag492.xml"/><Relationship Id="rId1" Type="http://schemas.openxmlformats.org/officeDocument/2006/relationships/tags" Target="../tags/tag491.xml"/></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04.xml"/><Relationship Id="rId6" Type="http://schemas.openxmlformats.org/officeDocument/2006/relationships/tags" Target="../tags/tag503.xml"/><Relationship Id="rId5" Type="http://schemas.openxmlformats.org/officeDocument/2006/relationships/tags" Target="../tags/tag502.xml"/><Relationship Id="rId4" Type="http://schemas.openxmlformats.org/officeDocument/2006/relationships/tags" Target="../tags/tag501.xml"/><Relationship Id="rId3" Type="http://schemas.openxmlformats.org/officeDocument/2006/relationships/tags" Target="../tags/tag500.xml"/><Relationship Id="rId2" Type="http://schemas.openxmlformats.org/officeDocument/2006/relationships/tags" Target="../tags/tag499.xml"/><Relationship Id="rId1" Type="http://schemas.openxmlformats.org/officeDocument/2006/relationships/tags" Target="../tags/tag498.xml"/></Relationships>
</file>

<file path=ppt/slides/_rels/slide4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10.xml"/><Relationship Id="rId5" Type="http://schemas.openxmlformats.org/officeDocument/2006/relationships/tags" Target="../tags/tag509.xml"/><Relationship Id="rId4" Type="http://schemas.openxmlformats.org/officeDocument/2006/relationships/tags" Target="../tags/tag508.xml"/><Relationship Id="rId3" Type="http://schemas.openxmlformats.org/officeDocument/2006/relationships/tags" Target="../tags/tag507.xml"/><Relationship Id="rId2" Type="http://schemas.openxmlformats.org/officeDocument/2006/relationships/tags" Target="../tags/tag506.xml"/><Relationship Id="rId1" Type="http://schemas.openxmlformats.org/officeDocument/2006/relationships/tags" Target="../tags/tag505.xml"/></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17.xml"/><Relationship Id="rId6" Type="http://schemas.openxmlformats.org/officeDocument/2006/relationships/tags" Target="../tags/tag516.xml"/><Relationship Id="rId5" Type="http://schemas.openxmlformats.org/officeDocument/2006/relationships/tags" Target="../tags/tag515.xml"/><Relationship Id="rId4" Type="http://schemas.openxmlformats.org/officeDocument/2006/relationships/tags" Target="../tags/tag514.xml"/><Relationship Id="rId3" Type="http://schemas.openxmlformats.org/officeDocument/2006/relationships/tags" Target="../tags/tag513.xml"/><Relationship Id="rId2" Type="http://schemas.openxmlformats.org/officeDocument/2006/relationships/tags" Target="../tags/tag512.xml"/><Relationship Id="rId1" Type="http://schemas.openxmlformats.org/officeDocument/2006/relationships/tags" Target="../tags/tag511.xml"/></Relationships>
</file>

<file path=ppt/slides/_rels/slide5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23.xml"/><Relationship Id="rId5" Type="http://schemas.openxmlformats.org/officeDocument/2006/relationships/tags" Target="../tags/tag522.xml"/><Relationship Id="rId4" Type="http://schemas.openxmlformats.org/officeDocument/2006/relationships/tags" Target="../tags/tag521.xml"/><Relationship Id="rId3" Type="http://schemas.openxmlformats.org/officeDocument/2006/relationships/tags" Target="../tags/tag520.xml"/><Relationship Id="rId2" Type="http://schemas.openxmlformats.org/officeDocument/2006/relationships/tags" Target="../tags/tag519.xml"/><Relationship Id="rId1" Type="http://schemas.openxmlformats.org/officeDocument/2006/relationships/tags" Target="../tags/tag518.xml"/></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3.xml"/><Relationship Id="rId3" Type="http://schemas.openxmlformats.org/officeDocument/2006/relationships/tags" Target="../tags/tag526.xml"/><Relationship Id="rId2" Type="http://schemas.openxmlformats.org/officeDocument/2006/relationships/tags" Target="../tags/tag525.xml"/><Relationship Id="rId1" Type="http://schemas.openxmlformats.org/officeDocument/2006/relationships/tags" Target="../tags/tag524.xml"/></Relationships>
</file>

<file path=ppt/slides/_rels/slide53.xml.rels><?xml version="1.0" encoding="UTF-8" standalone="yes"?>
<Relationships xmlns="http://schemas.openxmlformats.org/package/2006/relationships"><Relationship Id="rId9" Type="http://schemas.openxmlformats.org/officeDocument/2006/relationships/tags" Target="../tags/tag535.xml"/><Relationship Id="rId8" Type="http://schemas.openxmlformats.org/officeDocument/2006/relationships/tags" Target="../tags/tag534.xml"/><Relationship Id="rId7" Type="http://schemas.openxmlformats.org/officeDocument/2006/relationships/tags" Target="../tags/tag533.xml"/><Relationship Id="rId6" Type="http://schemas.openxmlformats.org/officeDocument/2006/relationships/tags" Target="../tags/tag532.xml"/><Relationship Id="rId5" Type="http://schemas.openxmlformats.org/officeDocument/2006/relationships/tags" Target="../tags/tag531.xml"/><Relationship Id="rId4" Type="http://schemas.openxmlformats.org/officeDocument/2006/relationships/tags" Target="../tags/tag530.xml"/><Relationship Id="rId3" Type="http://schemas.openxmlformats.org/officeDocument/2006/relationships/tags" Target="../tags/tag529.xml"/><Relationship Id="rId2" Type="http://schemas.openxmlformats.org/officeDocument/2006/relationships/tags" Target="../tags/tag528.xml"/><Relationship Id="rId12" Type="http://schemas.openxmlformats.org/officeDocument/2006/relationships/slideLayout" Target="../slideLayouts/slideLayout17.xml"/><Relationship Id="rId11" Type="http://schemas.openxmlformats.org/officeDocument/2006/relationships/tags" Target="../tags/tag537.xml"/><Relationship Id="rId10" Type="http://schemas.openxmlformats.org/officeDocument/2006/relationships/tags" Target="../tags/tag536.xml"/><Relationship Id="rId1" Type="http://schemas.openxmlformats.org/officeDocument/2006/relationships/tags" Target="../tags/tag527.xml"/></Relationships>
</file>

<file path=ppt/slides/_rels/slide5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44.xml"/><Relationship Id="rId6" Type="http://schemas.openxmlformats.org/officeDocument/2006/relationships/tags" Target="../tags/tag543.xml"/><Relationship Id="rId5" Type="http://schemas.openxmlformats.org/officeDocument/2006/relationships/tags" Target="../tags/tag542.xml"/><Relationship Id="rId4" Type="http://schemas.openxmlformats.org/officeDocument/2006/relationships/tags" Target="../tags/tag541.xml"/><Relationship Id="rId3" Type="http://schemas.openxmlformats.org/officeDocument/2006/relationships/tags" Target="../tags/tag540.xml"/><Relationship Id="rId2" Type="http://schemas.openxmlformats.org/officeDocument/2006/relationships/tags" Target="../tags/tag539.xml"/><Relationship Id="rId1" Type="http://schemas.openxmlformats.org/officeDocument/2006/relationships/tags" Target="../tags/tag538.xml"/></Relationships>
</file>

<file path=ppt/slides/_rels/slide5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50.xml"/><Relationship Id="rId5" Type="http://schemas.openxmlformats.org/officeDocument/2006/relationships/tags" Target="../tags/tag549.xml"/><Relationship Id="rId4" Type="http://schemas.openxmlformats.org/officeDocument/2006/relationships/tags" Target="../tags/tag548.xml"/><Relationship Id="rId3" Type="http://schemas.openxmlformats.org/officeDocument/2006/relationships/tags" Target="../tags/tag547.xml"/><Relationship Id="rId2" Type="http://schemas.openxmlformats.org/officeDocument/2006/relationships/tags" Target="../tags/tag546.xml"/><Relationship Id="rId1" Type="http://schemas.openxmlformats.org/officeDocument/2006/relationships/tags" Target="../tags/tag545.xml"/></Relationships>
</file>

<file path=ppt/slides/_rels/slide5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57.xml"/><Relationship Id="rId6" Type="http://schemas.openxmlformats.org/officeDocument/2006/relationships/tags" Target="../tags/tag556.xml"/><Relationship Id="rId5" Type="http://schemas.openxmlformats.org/officeDocument/2006/relationships/tags" Target="../tags/tag555.xml"/><Relationship Id="rId4" Type="http://schemas.openxmlformats.org/officeDocument/2006/relationships/tags" Target="../tags/tag554.xml"/><Relationship Id="rId3" Type="http://schemas.openxmlformats.org/officeDocument/2006/relationships/tags" Target="../tags/tag553.xml"/><Relationship Id="rId2" Type="http://schemas.openxmlformats.org/officeDocument/2006/relationships/tags" Target="../tags/tag552.xml"/><Relationship Id="rId1" Type="http://schemas.openxmlformats.org/officeDocument/2006/relationships/tags" Target="../tags/tag551.xml"/></Relationships>
</file>

<file path=ppt/slides/_rels/slide57.xml.rels><?xml version="1.0" encoding="UTF-8" standalone="yes"?>
<Relationships xmlns="http://schemas.openxmlformats.org/package/2006/relationships"><Relationship Id="rId9" Type="http://schemas.openxmlformats.org/officeDocument/2006/relationships/tags" Target="../tags/tag566.xml"/><Relationship Id="rId8" Type="http://schemas.openxmlformats.org/officeDocument/2006/relationships/tags" Target="../tags/tag565.xml"/><Relationship Id="rId7" Type="http://schemas.openxmlformats.org/officeDocument/2006/relationships/tags" Target="../tags/tag564.xml"/><Relationship Id="rId6" Type="http://schemas.openxmlformats.org/officeDocument/2006/relationships/tags" Target="../tags/tag563.xml"/><Relationship Id="rId5" Type="http://schemas.openxmlformats.org/officeDocument/2006/relationships/tags" Target="../tags/tag562.xml"/><Relationship Id="rId4" Type="http://schemas.openxmlformats.org/officeDocument/2006/relationships/tags" Target="../tags/tag561.xml"/><Relationship Id="rId3" Type="http://schemas.openxmlformats.org/officeDocument/2006/relationships/tags" Target="../tags/tag560.xml"/><Relationship Id="rId2" Type="http://schemas.openxmlformats.org/officeDocument/2006/relationships/tags" Target="../tags/tag559.xml"/><Relationship Id="rId13" Type="http://schemas.openxmlformats.org/officeDocument/2006/relationships/slideLayout" Target="../slideLayouts/slideLayout17.xml"/><Relationship Id="rId12" Type="http://schemas.openxmlformats.org/officeDocument/2006/relationships/tags" Target="../tags/tag569.xml"/><Relationship Id="rId11" Type="http://schemas.openxmlformats.org/officeDocument/2006/relationships/tags" Target="../tags/tag568.xml"/><Relationship Id="rId10" Type="http://schemas.openxmlformats.org/officeDocument/2006/relationships/tags" Target="../tags/tag567.xml"/><Relationship Id="rId1" Type="http://schemas.openxmlformats.org/officeDocument/2006/relationships/tags" Target="../tags/tag558.xml"/></Relationships>
</file>

<file path=ppt/slides/_rels/slide58.xml.rels><?xml version="1.0" encoding="UTF-8" standalone="yes"?>
<Relationships xmlns="http://schemas.openxmlformats.org/package/2006/relationships"><Relationship Id="rId9" Type="http://schemas.openxmlformats.org/officeDocument/2006/relationships/tags" Target="../tags/tag577.xml"/><Relationship Id="rId8" Type="http://schemas.openxmlformats.org/officeDocument/2006/relationships/image" Target="../media/image32.png"/><Relationship Id="rId7" Type="http://schemas.openxmlformats.org/officeDocument/2006/relationships/tags" Target="../tags/tag576.xml"/><Relationship Id="rId6" Type="http://schemas.openxmlformats.org/officeDocument/2006/relationships/tags" Target="../tags/tag575.xml"/><Relationship Id="rId5" Type="http://schemas.openxmlformats.org/officeDocument/2006/relationships/tags" Target="../tags/tag574.xml"/><Relationship Id="rId4" Type="http://schemas.openxmlformats.org/officeDocument/2006/relationships/tags" Target="../tags/tag573.xml"/><Relationship Id="rId3" Type="http://schemas.openxmlformats.org/officeDocument/2006/relationships/tags" Target="../tags/tag572.xml"/><Relationship Id="rId2" Type="http://schemas.openxmlformats.org/officeDocument/2006/relationships/tags" Target="../tags/tag571.xml"/><Relationship Id="rId10" Type="http://schemas.openxmlformats.org/officeDocument/2006/relationships/slideLayout" Target="../slideLayouts/slideLayout17.xml"/><Relationship Id="rId1" Type="http://schemas.openxmlformats.org/officeDocument/2006/relationships/tags" Target="../tags/tag570.xml"/></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3.xml"/><Relationship Id="rId3" Type="http://schemas.openxmlformats.org/officeDocument/2006/relationships/tags" Target="../tags/tag580.xml"/><Relationship Id="rId2" Type="http://schemas.openxmlformats.org/officeDocument/2006/relationships/tags" Target="../tags/tag579.xml"/><Relationship Id="rId1" Type="http://schemas.openxmlformats.org/officeDocument/2006/relationships/tags" Target="../tags/tag578.xml"/></Relationships>
</file>

<file path=ppt/slides/_rels/slide6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86.xml"/><Relationship Id="rId5" Type="http://schemas.openxmlformats.org/officeDocument/2006/relationships/tags" Target="../tags/tag585.xml"/><Relationship Id="rId4" Type="http://schemas.openxmlformats.org/officeDocument/2006/relationships/tags" Target="../tags/tag584.xml"/><Relationship Id="rId3" Type="http://schemas.openxmlformats.org/officeDocument/2006/relationships/tags" Target="../tags/tag583.xml"/><Relationship Id="rId2" Type="http://schemas.openxmlformats.org/officeDocument/2006/relationships/tags" Target="../tags/tag582.xml"/><Relationship Id="rId1" Type="http://schemas.openxmlformats.org/officeDocument/2006/relationships/tags" Target="../tags/tag581.xml"/></Relationships>
</file>

<file path=ppt/slides/_rels/slide61.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png"/><Relationship Id="rId7" Type="http://schemas.openxmlformats.org/officeDocument/2006/relationships/image" Target="../media/image33.png"/><Relationship Id="rId6" Type="http://schemas.openxmlformats.org/officeDocument/2006/relationships/image" Target="../media/image4.png"/><Relationship Id="rId5" Type="http://schemas.openxmlformats.org/officeDocument/2006/relationships/tags" Target="../tags/tag591.xml"/><Relationship Id="rId4" Type="http://schemas.openxmlformats.org/officeDocument/2006/relationships/tags" Target="../tags/tag590.xml"/><Relationship Id="rId3" Type="http://schemas.openxmlformats.org/officeDocument/2006/relationships/tags" Target="../tags/tag589.xml"/><Relationship Id="rId2" Type="http://schemas.openxmlformats.org/officeDocument/2006/relationships/tags" Target="../tags/tag588.xml"/><Relationship Id="rId18" Type="http://schemas.openxmlformats.org/officeDocument/2006/relationships/slideLayout" Target="../slideLayouts/slideLayout17.xml"/><Relationship Id="rId17" Type="http://schemas.openxmlformats.org/officeDocument/2006/relationships/tags" Target="../tags/tag592.xml"/><Relationship Id="rId16" Type="http://schemas.openxmlformats.org/officeDocument/2006/relationships/image" Target="../media/image39.png"/><Relationship Id="rId15" Type="http://schemas.openxmlformats.org/officeDocument/2006/relationships/image" Target="../media/image38.png"/><Relationship Id="rId14" Type="http://schemas.openxmlformats.org/officeDocument/2006/relationships/image" Target="../media/image37.png"/><Relationship Id="rId13" Type="http://schemas.openxmlformats.org/officeDocument/2006/relationships/image" Target="../media/image36.png"/><Relationship Id="rId12" Type="http://schemas.openxmlformats.org/officeDocument/2006/relationships/image" Target="../media/image16.png"/><Relationship Id="rId11" Type="http://schemas.openxmlformats.org/officeDocument/2006/relationships/image" Target="../media/image15.png"/><Relationship Id="rId10" Type="http://schemas.openxmlformats.org/officeDocument/2006/relationships/image" Target="../media/image14.png"/><Relationship Id="rId1" Type="http://schemas.openxmlformats.org/officeDocument/2006/relationships/tags" Target="../tags/tag587.xml"/></Relationships>
</file>

<file path=ppt/slides/_rels/slide62.xml.rels><?xml version="1.0" encoding="UTF-8" standalone="yes"?>
<Relationships xmlns="http://schemas.openxmlformats.org/package/2006/relationships"><Relationship Id="rId9" Type="http://schemas.openxmlformats.org/officeDocument/2006/relationships/tags" Target="../tags/tag600.xml"/><Relationship Id="rId8" Type="http://schemas.openxmlformats.org/officeDocument/2006/relationships/tags" Target="../tags/tag599.xml"/><Relationship Id="rId7" Type="http://schemas.openxmlformats.org/officeDocument/2006/relationships/tags" Target="../tags/tag598.xml"/><Relationship Id="rId6" Type="http://schemas.openxmlformats.org/officeDocument/2006/relationships/image" Target="../media/image40.png"/><Relationship Id="rId5" Type="http://schemas.openxmlformats.org/officeDocument/2006/relationships/tags" Target="../tags/tag597.xml"/><Relationship Id="rId4" Type="http://schemas.openxmlformats.org/officeDocument/2006/relationships/tags" Target="../tags/tag596.xml"/><Relationship Id="rId3" Type="http://schemas.openxmlformats.org/officeDocument/2006/relationships/tags" Target="../tags/tag595.xml"/><Relationship Id="rId2" Type="http://schemas.openxmlformats.org/officeDocument/2006/relationships/tags" Target="../tags/tag594.xml"/><Relationship Id="rId11" Type="http://schemas.openxmlformats.org/officeDocument/2006/relationships/slideLayout" Target="../slideLayouts/slideLayout17.xml"/><Relationship Id="rId10" Type="http://schemas.openxmlformats.org/officeDocument/2006/relationships/tags" Target="../tags/tag601.xml"/><Relationship Id="rId1" Type="http://schemas.openxmlformats.org/officeDocument/2006/relationships/tags" Target="../tags/tag593.xml"/></Relationships>
</file>

<file path=ppt/slides/_rels/slide63.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608.xml"/><Relationship Id="rId7" Type="http://schemas.openxmlformats.org/officeDocument/2006/relationships/tags" Target="../tags/tag607.xml"/><Relationship Id="rId6" Type="http://schemas.openxmlformats.org/officeDocument/2006/relationships/image" Target="../media/image41.png"/><Relationship Id="rId5" Type="http://schemas.openxmlformats.org/officeDocument/2006/relationships/tags" Target="../tags/tag606.xml"/><Relationship Id="rId4" Type="http://schemas.openxmlformats.org/officeDocument/2006/relationships/tags" Target="../tags/tag605.xml"/><Relationship Id="rId3" Type="http://schemas.openxmlformats.org/officeDocument/2006/relationships/tags" Target="../tags/tag604.xml"/><Relationship Id="rId2" Type="http://schemas.openxmlformats.org/officeDocument/2006/relationships/tags" Target="../tags/tag603.xml"/><Relationship Id="rId1" Type="http://schemas.openxmlformats.org/officeDocument/2006/relationships/tags" Target="../tags/tag602.xml"/></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3.xml"/><Relationship Id="rId3" Type="http://schemas.openxmlformats.org/officeDocument/2006/relationships/tags" Target="../tags/tag611.xml"/><Relationship Id="rId2" Type="http://schemas.openxmlformats.org/officeDocument/2006/relationships/tags" Target="../tags/tag610.xml"/><Relationship Id="rId1" Type="http://schemas.openxmlformats.org/officeDocument/2006/relationships/tags" Target="../tags/tag609.xml"/></Relationships>
</file>

<file path=ppt/slides/_rels/slide65.xml.rels><?xml version="1.0" encoding="UTF-8" standalone="yes"?>
<Relationships xmlns="http://schemas.openxmlformats.org/package/2006/relationships"><Relationship Id="rId9" Type="http://schemas.openxmlformats.org/officeDocument/2006/relationships/tags" Target="../tags/tag620.xml"/><Relationship Id="rId8" Type="http://schemas.openxmlformats.org/officeDocument/2006/relationships/tags" Target="../tags/tag619.xml"/><Relationship Id="rId7" Type="http://schemas.openxmlformats.org/officeDocument/2006/relationships/tags" Target="../tags/tag618.xml"/><Relationship Id="rId6" Type="http://schemas.openxmlformats.org/officeDocument/2006/relationships/tags" Target="../tags/tag617.xml"/><Relationship Id="rId5" Type="http://schemas.openxmlformats.org/officeDocument/2006/relationships/tags" Target="../tags/tag616.xml"/><Relationship Id="rId4" Type="http://schemas.openxmlformats.org/officeDocument/2006/relationships/tags" Target="../tags/tag615.xml"/><Relationship Id="rId3" Type="http://schemas.openxmlformats.org/officeDocument/2006/relationships/tags" Target="../tags/tag614.xml"/><Relationship Id="rId2" Type="http://schemas.openxmlformats.org/officeDocument/2006/relationships/tags" Target="../tags/tag613.xml"/><Relationship Id="rId12" Type="http://schemas.openxmlformats.org/officeDocument/2006/relationships/slideLayout" Target="../slideLayouts/slideLayout17.xml"/><Relationship Id="rId11" Type="http://schemas.openxmlformats.org/officeDocument/2006/relationships/tags" Target="../tags/tag622.xml"/><Relationship Id="rId10" Type="http://schemas.openxmlformats.org/officeDocument/2006/relationships/tags" Target="../tags/tag621.xml"/><Relationship Id="rId1" Type="http://schemas.openxmlformats.org/officeDocument/2006/relationships/tags" Target="../tags/tag612.xml"/></Relationships>
</file>

<file path=ppt/slides/_rels/slide66.xml.rels><?xml version="1.0" encoding="UTF-8" standalone="yes"?>
<Relationships xmlns="http://schemas.openxmlformats.org/package/2006/relationships"><Relationship Id="rId9" Type="http://schemas.openxmlformats.org/officeDocument/2006/relationships/tags" Target="../tags/tag631.xml"/><Relationship Id="rId8" Type="http://schemas.openxmlformats.org/officeDocument/2006/relationships/tags" Target="../tags/tag630.xml"/><Relationship Id="rId7" Type="http://schemas.openxmlformats.org/officeDocument/2006/relationships/tags" Target="../tags/tag629.xml"/><Relationship Id="rId6" Type="http://schemas.openxmlformats.org/officeDocument/2006/relationships/tags" Target="../tags/tag628.xml"/><Relationship Id="rId5" Type="http://schemas.openxmlformats.org/officeDocument/2006/relationships/tags" Target="../tags/tag627.xml"/><Relationship Id="rId4" Type="http://schemas.openxmlformats.org/officeDocument/2006/relationships/tags" Target="../tags/tag626.xml"/><Relationship Id="rId3" Type="http://schemas.openxmlformats.org/officeDocument/2006/relationships/tags" Target="../tags/tag625.xml"/><Relationship Id="rId2" Type="http://schemas.openxmlformats.org/officeDocument/2006/relationships/tags" Target="../tags/tag624.xml"/><Relationship Id="rId12" Type="http://schemas.openxmlformats.org/officeDocument/2006/relationships/slideLayout" Target="../slideLayouts/slideLayout17.xml"/><Relationship Id="rId11" Type="http://schemas.openxmlformats.org/officeDocument/2006/relationships/tags" Target="../tags/tag633.xml"/><Relationship Id="rId10" Type="http://schemas.openxmlformats.org/officeDocument/2006/relationships/tags" Target="../tags/tag632.xml"/><Relationship Id="rId1" Type="http://schemas.openxmlformats.org/officeDocument/2006/relationships/tags" Target="../tags/tag623.xml"/></Relationships>
</file>

<file path=ppt/slides/_rels/slide67.xml.rels><?xml version="1.0" encoding="UTF-8" standalone="yes"?>
<Relationships xmlns="http://schemas.openxmlformats.org/package/2006/relationships"><Relationship Id="rId9" Type="http://schemas.openxmlformats.org/officeDocument/2006/relationships/tags" Target="../tags/tag642.xml"/><Relationship Id="rId8" Type="http://schemas.openxmlformats.org/officeDocument/2006/relationships/tags" Target="../tags/tag641.xml"/><Relationship Id="rId7" Type="http://schemas.openxmlformats.org/officeDocument/2006/relationships/tags" Target="../tags/tag640.xml"/><Relationship Id="rId6" Type="http://schemas.openxmlformats.org/officeDocument/2006/relationships/tags" Target="../tags/tag639.xml"/><Relationship Id="rId5" Type="http://schemas.openxmlformats.org/officeDocument/2006/relationships/tags" Target="../tags/tag638.xml"/><Relationship Id="rId4" Type="http://schemas.openxmlformats.org/officeDocument/2006/relationships/tags" Target="../tags/tag637.xml"/><Relationship Id="rId3" Type="http://schemas.openxmlformats.org/officeDocument/2006/relationships/tags" Target="../tags/tag636.xml"/><Relationship Id="rId2" Type="http://schemas.openxmlformats.org/officeDocument/2006/relationships/tags" Target="../tags/tag635.xml"/><Relationship Id="rId13" Type="http://schemas.openxmlformats.org/officeDocument/2006/relationships/slideLayout" Target="../slideLayouts/slideLayout17.xml"/><Relationship Id="rId12" Type="http://schemas.openxmlformats.org/officeDocument/2006/relationships/tags" Target="../tags/tag645.xml"/><Relationship Id="rId11" Type="http://schemas.openxmlformats.org/officeDocument/2006/relationships/tags" Target="../tags/tag644.xml"/><Relationship Id="rId10" Type="http://schemas.openxmlformats.org/officeDocument/2006/relationships/tags" Target="../tags/tag643.xml"/><Relationship Id="rId1" Type="http://schemas.openxmlformats.org/officeDocument/2006/relationships/tags" Target="../tags/tag634.xml"/></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52.xml"/><Relationship Id="rId6" Type="http://schemas.openxmlformats.org/officeDocument/2006/relationships/tags" Target="../tags/tag651.xml"/><Relationship Id="rId5" Type="http://schemas.openxmlformats.org/officeDocument/2006/relationships/tags" Target="../tags/tag650.xml"/><Relationship Id="rId4" Type="http://schemas.openxmlformats.org/officeDocument/2006/relationships/tags" Target="../tags/tag649.xml"/><Relationship Id="rId3" Type="http://schemas.openxmlformats.org/officeDocument/2006/relationships/tags" Target="../tags/tag648.xml"/><Relationship Id="rId2" Type="http://schemas.openxmlformats.org/officeDocument/2006/relationships/tags" Target="../tags/tag647.xml"/><Relationship Id="rId1" Type="http://schemas.openxmlformats.org/officeDocument/2006/relationships/tags" Target="../tags/tag646.xml"/></Relationships>
</file>

<file path=ppt/slides/_rels/slide6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58.xml"/><Relationship Id="rId5" Type="http://schemas.openxmlformats.org/officeDocument/2006/relationships/tags" Target="../tags/tag657.xml"/><Relationship Id="rId4" Type="http://schemas.openxmlformats.org/officeDocument/2006/relationships/tags" Target="../tags/tag656.xml"/><Relationship Id="rId3" Type="http://schemas.openxmlformats.org/officeDocument/2006/relationships/tags" Target="../tags/tag655.xml"/><Relationship Id="rId2" Type="http://schemas.openxmlformats.org/officeDocument/2006/relationships/tags" Target="../tags/tag654.xml"/><Relationship Id="rId1" Type="http://schemas.openxmlformats.org/officeDocument/2006/relationships/tags" Target="../tags/tag653.xml"/></Relationships>
</file>

<file path=ppt/slides/_rels/slide7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665.xml"/><Relationship Id="rId7" Type="http://schemas.openxmlformats.org/officeDocument/2006/relationships/image" Target="../media/image42.png"/><Relationship Id="rId6" Type="http://schemas.openxmlformats.org/officeDocument/2006/relationships/tags" Target="../tags/tag664.xml"/><Relationship Id="rId5" Type="http://schemas.openxmlformats.org/officeDocument/2006/relationships/tags" Target="../tags/tag663.xml"/><Relationship Id="rId4" Type="http://schemas.openxmlformats.org/officeDocument/2006/relationships/tags" Target="../tags/tag662.xml"/><Relationship Id="rId3" Type="http://schemas.openxmlformats.org/officeDocument/2006/relationships/tags" Target="../tags/tag661.xml"/><Relationship Id="rId2" Type="http://schemas.openxmlformats.org/officeDocument/2006/relationships/tags" Target="../tags/tag660.xml"/><Relationship Id="rId1" Type="http://schemas.openxmlformats.org/officeDocument/2006/relationships/tags" Target="../tags/tag659.xm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71.xml"/><Relationship Id="rId5" Type="http://schemas.openxmlformats.org/officeDocument/2006/relationships/tags" Target="../tags/tag670.xml"/><Relationship Id="rId4" Type="http://schemas.openxmlformats.org/officeDocument/2006/relationships/tags" Target="../tags/tag669.xml"/><Relationship Id="rId3" Type="http://schemas.openxmlformats.org/officeDocument/2006/relationships/tags" Target="../tags/tag668.xml"/><Relationship Id="rId2" Type="http://schemas.openxmlformats.org/officeDocument/2006/relationships/tags" Target="../tags/tag667.xml"/><Relationship Id="rId1" Type="http://schemas.openxmlformats.org/officeDocument/2006/relationships/tags" Target="../tags/tag666.xml"/></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3.xml"/><Relationship Id="rId3" Type="http://schemas.openxmlformats.org/officeDocument/2006/relationships/tags" Target="../tags/tag674.xml"/><Relationship Id="rId2" Type="http://schemas.openxmlformats.org/officeDocument/2006/relationships/tags" Target="../tags/tag673.xml"/><Relationship Id="rId1" Type="http://schemas.openxmlformats.org/officeDocument/2006/relationships/tags" Target="../tags/tag672.xml"/></Relationships>
</file>

<file path=ppt/slides/_rels/slide73.xml.rels><?xml version="1.0" encoding="UTF-8" standalone="yes"?>
<Relationships xmlns="http://schemas.openxmlformats.org/package/2006/relationships"><Relationship Id="rId9" Type="http://schemas.openxmlformats.org/officeDocument/2006/relationships/tags" Target="../tags/tag683.xml"/><Relationship Id="rId8" Type="http://schemas.openxmlformats.org/officeDocument/2006/relationships/tags" Target="../tags/tag682.xml"/><Relationship Id="rId7" Type="http://schemas.openxmlformats.org/officeDocument/2006/relationships/tags" Target="../tags/tag681.xml"/><Relationship Id="rId6" Type="http://schemas.openxmlformats.org/officeDocument/2006/relationships/tags" Target="../tags/tag680.xml"/><Relationship Id="rId5" Type="http://schemas.openxmlformats.org/officeDocument/2006/relationships/tags" Target="../tags/tag679.xml"/><Relationship Id="rId4" Type="http://schemas.openxmlformats.org/officeDocument/2006/relationships/tags" Target="../tags/tag678.xml"/><Relationship Id="rId3" Type="http://schemas.openxmlformats.org/officeDocument/2006/relationships/tags" Target="../tags/tag677.xml"/><Relationship Id="rId2" Type="http://schemas.openxmlformats.org/officeDocument/2006/relationships/tags" Target="../tags/tag676.xml"/><Relationship Id="rId12" Type="http://schemas.openxmlformats.org/officeDocument/2006/relationships/slideLayout" Target="../slideLayouts/slideLayout17.xml"/><Relationship Id="rId11" Type="http://schemas.openxmlformats.org/officeDocument/2006/relationships/tags" Target="../tags/tag685.xml"/><Relationship Id="rId10" Type="http://schemas.openxmlformats.org/officeDocument/2006/relationships/tags" Target="../tags/tag684.xml"/><Relationship Id="rId1" Type="http://schemas.openxmlformats.org/officeDocument/2006/relationships/tags" Target="../tags/tag675.xml"/></Relationships>
</file>

<file path=ppt/slides/_rels/slide7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90.xml"/><Relationship Id="rId5" Type="http://schemas.openxmlformats.org/officeDocument/2006/relationships/image" Target="../media/image43.emf"/><Relationship Id="rId4" Type="http://schemas.openxmlformats.org/officeDocument/2006/relationships/tags" Target="../tags/tag689.xml"/><Relationship Id="rId3" Type="http://schemas.openxmlformats.org/officeDocument/2006/relationships/tags" Target="../tags/tag688.xml"/><Relationship Id="rId2" Type="http://schemas.openxmlformats.org/officeDocument/2006/relationships/tags" Target="../tags/tag687.xml"/><Relationship Id="rId1" Type="http://schemas.openxmlformats.org/officeDocument/2006/relationships/tags" Target="../tags/tag686.xml"/></Relationships>
</file>

<file path=ppt/slides/_rels/slide7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96.xml"/><Relationship Id="rId6" Type="http://schemas.openxmlformats.org/officeDocument/2006/relationships/image" Target="../media/image44.emf"/><Relationship Id="rId5" Type="http://schemas.openxmlformats.org/officeDocument/2006/relationships/tags" Target="../tags/tag695.xml"/><Relationship Id="rId4" Type="http://schemas.openxmlformats.org/officeDocument/2006/relationships/tags" Target="../tags/tag694.xml"/><Relationship Id="rId3" Type="http://schemas.openxmlformats.org/officeDocument/2006/relationships/tags" Target="../tags/tag693.xml"/><Relationship Id="rId2" Type="http://schemas.openxmlformats.org/officeDocument/2006/relationships/tags" Target="../tags/tag692.xml"/><Relationship Id="rId1" Type="http://schemas.openxmlformats.org/officeDocument/2006/relationships/tags" Target="../tags/tag691.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698.xml"/><Relationship Id="rId1" Type="http://schemas.openxmlformats.org/officeDocument/2006/relationships/tags" Target="../tags/tag69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第 6 章</a:t>
            </a:r>
            <a:endParaRPr lang="zh-CN" altLang="en-US"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3"/>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4" name="任意多边形: 形状 8"/>
          <p:cNvSpPr/>
          <p:nvPr>
            <p:custDataLst>
              <p:tags r:id="rId4"/>
            </p:custDataLst>
          </p:nvPr>
        </p:nvSpPr>
        <p:spPr>
          <a:xfrm>
            <a:off x="1388804" y="609600"/>
            <a:ext cx="9415044" cy="5944252"/>
          </a:xfrm>
          <a:custGeom>
            <a:avLst/>
            <a:gdLst>
              <a:gd name="connsiteX0" fmla="*/ 0 w 32666"/>
              <a:gd name="connsiteY0" fmla="*/ 0 h 37081"/>
              <a:gd name="connsiteX1" fmla="*/ 32667 w 32666"/>
              <a:gd name="connsiteY1" fmla="*/ 18541 h 37081"/>
              <a:gd name="connsiteX2" fmla="*/ 0 w 32666"/>
              <a:gd name="connsiteY2" fmla="*/ 37082 h 37081"/>
            </a:gdLst>
            <a:ahLst/>
            <a:cxnLst>
              <a:cxn ang="0">
                <a:pos x="connsiteX0" y="connsiteY0"/>
              </a:cxn>
              <a:cxn ang="0">
                <a:pos x="connsiteX1" y="connsiteY1"/>
              </a:cxn>
              <a:cxn ang="0">
                <a:pos x="connsiteX2" y="connsiteY2"/>
              </a:cxn>
            </a:cxnLst>
            <a:rect l="l" t="t" r="r" b="b"/>
            <a:pathLst>
              <a:path w="14453" h="9125">
                <a:moveTo>
                  <a:pt x="14402" y="334"/>
                </a:moveTo>
                <a:lnTo>
                  <a:pt x="14453" y="363"/>
                </a:lnTo>
                <a:lnTo>
                  <a:pt x="14402" y="392"/>
                </a:lnTo>
                <a:lnTo>
                  <a:pt x="14402" y="334"/>
                </a:lnTo>
                <a:close/>
                <a:moveTo>
                  <a:pt x="14402" y="1019"/>
                </a:moveTo>
                <a:lnTo>
                  <a:pt x="14453" y="1048"/>
                </a:lnTo>
                <a:lnTo>
                  <a:pt x="14402" y="1079"/>
                </a:lnTo>
                <a:lnTo>
                  <a:pt x="14402" y="1019"/>
                </a:lnTo>
                <a:close/>
                <a:moveTo>
                  <a:pt x="14402" y="1706"/>
                </a:moveTo>
                <a:lnTo>
                  <a:pt x="14453" y="1735"/>
                </a:lnTo>
                <a:lnTo>
                  <a:pt x="14402" y="1764"/>
                </a:lnTo>
                <a:lnTo>
                  <a:pt x="14402" y="1706"/>
                </a:lnTo>
                <a:close/>
                <a:moveTo>
                  <a:pt x="14402" y="2391"/>
                </a:moveTo>
                <a:lnTo>
                  <a:pt x="14453" y="2420"/>
                </a:lnTo>
                <a:lnTo>
                  <a:pt x="14402" y="2451"/>
                </a:lnTo>
                <a:lnTo>
                  <a:pt x="14402" y="2391"/>
                </a:lnTo>
                <a:close/>
                <a:moveTo>
                  <a:pt x="14402" y="3078"/>
                </a:moveTo>
                <a:lnTo>
                  <a:pt x="14453" y="3107"/>
                </a:lnTo>
                <a:lnTo>
                  <a:pt x="14402" y="3136"/>
                </a:lnTo>
                <a:lnTo>
                  <a:pt x="14402" y="3078"/>
                </a:lnTo>
                <a:close/>
                <a:moveTo>
                  <a:pt x="14402" y="3764"/>
                </a:moveTo>
                <a:lnTo>
                  <a:pt x="14453" y="3793"/>
                </a:lnTo>
                <a:lnTo>
                  <a:pt x="14402" y="3824"/>
                </a:lnTo>
                <a:lnTo>
                  <a:pt x="14402" y="3764"/>
                </a:lnTo>
                <a:close/>
                <a:moveTo>
                  <a:pt x="14402" y="4450"/>
                </a:moveTo>
                <a:lnTo>
                  <a:pt x="14453" y="4479"/>
                </a:lnTo>
                <a:lnTo>
                  <a:pt x="14402" y="4508"/>
                </a:lnTo>
                <a:lnTo>
                  <a:pt x="14402" y="4450"/>
                </a:lnTo>
                <a:close/>
                <a:moveTo>
                  <a:pt x="14402" y="5136"/>
                </a:moveTo>
                <a:lnTo>
                  <a:pt x="14453" y="5165"/>
                </a:lnTo>
                <a:lnTo>
                  <a:pt x="14402" y="5196"/>
                </a:lnTo>
                <a:lnTo>
                  <a:pt x="14402" y="5136"/>
                </a:lnTo>
                <a:close/>
                <a:moveTo>
                  <a:pt x="14402" y="5823"/>
                </a:moveTo>
                <a:lnTo>
                  <a:pt x="14453" y="5852"/>
                </a:lnTo>
                <a:lnTo>
                  <a:pt x="14402" y="5881"/>
                </a:lnTo>
                <a:lnTo>
                  <a:pt x="14402" y="5823"/>
                </a:lnTo>
                <a:close/>
                <a:moveTo>
                  <a:pt x="14402" y="6508"/>
                </a:moveTo>
                <a:lnTo>
                  <a:pt x="14453" y="6539"/>
                </a:lnTo>
                <a:lnTo>
                  <a:pt x="14402" y="6568"/>
                </a:lnTo>
                <a:lnTo>
                  <a:pt x="14402" y="6508"/>
                </a:lnTo>
                <a:close/>
                <a:moveTo>
                  <a:pt x="14402" y="7195"/>
                </a:moveTo>
                <a:lnTo>
                  <a:pt x="14453" y="7224"/>
                </a:lnTo>
                <a:lnTo>
                  <a:pt x="14402" y="7253"/>
                </a:lnTo>
                <a:lnTo>
                  <a:pt x="14402" y="7195"/>
                </a:lnTo>
                <a:close/>
                <a:moveTo>
                  <a:pt x="14402" y="7881"/>
                </a:moveTo>
                <a:lnTo>
                  <a:pt x="14453" y="7912"/>
                </a:lnTo>
                <a:lnTo>
                  <a:pt x="14402" y="7941"/>
                </a:lnTo>
                <a:lnTo>
                  <a:pt x="14402" y="7881"/>
                </a:lnTo>
                <a:close/>
                <a:moveTo>
                  <a:pt x="14402" y="8567"/>
                </a:moveTo>
                <a:lnTo>
                  <a:pt x="14453" y="8596"/>
                </a:lnTo>
                <a:lnTo>
                  <a:pt x="14402" y="8625"/>
                </a:lnTo>
                <a:lnTo>
                  <a:pt x="14402" y="8567"/>
                </a:lnTo>
                <a:close/>
                <a:moveTo>
                  <a:pt x="13687" y="642"/>
                </a:moveTo>
                <a:lnTo>
                  <a:pt x="13795" y="706"/>
                </a:lnTo>
                <a:lnTo>
                  <a:pt x="13687" y="769"/>
                </a:lnTo>
                <a:lnTo>
                  <a:pt x="13687" y="642"/>
                </a:lnTo>
                <a:close/>
                <a:moveTo>
                  <a:pt x="13687" y="1329"/>
                </a:moveTo>
                <a:lnTo>
                  <a:pt x="13795" y="1392"/>
                </a:lnTo>
                <a:lnTo>
                  <a:pt x="13687" y="1456"/>
                </a:lnTo>
                <a:lnTo>
                  <a:pt x="13687" y="1329"/>
                </a:lnTo>
                <a:close/>
                <a:moveTo>
                  <a:pt x="13687" y="2014"/>
                </a:moveTo>
                <a:lnTo>
                  <a:pt x="13795" y="2078"/>
                </a:lnTo>
                <a:lnTo>
                  <a:pt x="13687" y="2141"/>
                </a:lnTo>
                <a:lnTo>
                  <a:pt x="13687" y="2014"/>
                </a:lnTo>
                <a:close/>
                <a:moveTo>
                  <a:pt x="13687" y="2701"/>
                </a:moveTo>
                <a:lnTo>
                  <a:pt x="13795" y="2764"/>
                </a:lnTo>
                <a:lnTo>
                  <a:pt x="13687" y="2828"/>
                </a:lnTo>
                <a:lnTo>
                  <a:pt x="13687" y="2701"/>
                </a:lnTo>
                <a:close/>
                <a:moveTo>
                  <a:pt x="13687" y="3387"/>
                </a:moveTo>
                <a:lnTo>
                  <a:pt x="13795" y="3451"/>
                </a:lnTo>
                <a:lnTo>
                  <a:pt x="13687" y="3514"/>
                </a:lnTo>
                <a:lnTo>
                  <a:pt x="13687" y="3387"/>
                </a:lnTo>
                <a:close/>
                <a:moveTo>
                  <a:pt x="13687" y="4074"/>
                </a:moveTo>
                <a:lnTo>
                  <a:pt x="13795" y="4137"/>
                </a:lnTo>
                <a:lnTo>
                  <a:pt x="13687" y="4201"/>
                </a:lnTo>
                <a:lnTo>
                  <a:pt x="13687" y="4074"/>
                </a:lnTo>
                <a:close/>
                <a:moveTo>
                  <a:pt x="13687" y="4759"/>
                </a:moveTo>
                <a:lnTo>
                  <a:pt x="13795" y="4823"/>
                </a:lnTo>
                <a:lnTo>
                  <a:pt x="13687" y="4886"/>
                </a:lnTo>
                <a:lnTo>
                  <a:pt x="13687" y="4759"/>
                </a:lnTo>
                <a:close/>
                <a:moveTo>
                  <a:pt x="13687" y="5446"/>
                </a:moveTo>
                <a:lnTo>
                  <a:pt x="13795" y="5509"/>
                </a:lnTo>
                <a:lnTo>
                  <a:pt x="13687" y="5573"/>
                </a:lnTo>
                <a:lnTo>
                  <a:pt x="13687" y="5446"/>
                </a:lnTo>
                <a:close/>
                <a:moveTo>
                  <a:pt x="13687" y="6131"/>
                </a:moveTo>
                <a:lnTo>
                  <a:pt x="13795" y="6195"/>
                </a:lnTo>
                <a:lnTo>
                  <a:pt x="13687" y="6258"/>
                </a:lnTo>
                <a:lnTo>
                  <a:pt x="13687" y="6131"/>
                </a:lnTo>
                <a:close/>
                <a:moveTo>
                  <a:pt x="13687" y="6818"/>
                </a:moveTo>
                <a:lnTo>
                  <a:pt x="13795" y="6881"/>
                </a:lnTo>
                <a:lnTo>
                  <a:pt x="13687" y="6945"/>
                </a:lnTo>
                <a:lnTo>
                  <a:pt x="13687" y="6818"/>
                </a:lnTo>
                <a:close/>
                <a:moveTo>
                  <a:pt x="13687" y="7504"/>
                </a:moveTo>
                <a:lnTo>
                  <a:pt x="13795" y="7568"/>
                </a:lnTo>
                <a:lnTo>
                  <a:pt x="13687" y="7631"/>
                </a:lnTo>
                <a:lnTo>
                  <a:pt x="13687" y="7504"/>
                </a:lnTo>
                <a:close/>
                <a:moveTo>
                  <a:pt x="13687" y="8191"/>
                </a:moveTo>
                <a:lnTo>
                  <a:pt x="13795" y="8254"/>
                </a:lnTo>
                <a:lnTo>
                  <a:pt x="13687" y="8318"/>
                </a:lnTo>
                <a:lnTo>
                  <a:pt x="13687" y="8191"/>
                </a:lnTo>
                <a:close/>
                <a:moveTo>
                  <a:pt x="13687" y="8876"/>
                </a:moveTo>
                <a:lnTo>
                  <a:pt x="13795" y="8940"/>
                </a:lnTo>
                <a:lnTo>
                  <a:pt x="13687" y="9003"/>
                </a:lnTo>
                <a:lnTo>
                  <a:pt x="13687" y="8876"/>
                </a:lnTo>
                <a:close/>
                <a:moveTo>
                  <a:pt x="12971" y="265"/>
                </a:moveTo>
                <a:lnTo>
                  <a:pt x="13139" y="363"/>
                </a:lnTo>
                <a:lnTo>
                  <a:pt x="12971" y="460"/>
                </a:lnTo>
                <a:lnTo>
                  <a:pt x="12971" y="265"/>
                </a:lnTo>
                <a:close/>
                <a:moveTo>
                  <a:pt x="12971" y="952"/>
                </a:moveTo>
                <a:lnTo>
                  <a:pt x="13139" y="1048"/>
                </a:lnTo>
                <a:lnTo>
                  <a:pt x="12971" y="1145"/>
                </a:lnTo>
                <a:lnTo>
                  <a:pt x="12971" y="952"/>
                </a:lnTo>
                <a:close/>
                <a:moveTo>
                  <a:pt x="12971" y="1638"/>
                </a:moveTo>
                <a:lnTo>
                  <a:pt x="13139" y="1736"/>
                </a:lnTo>
                <a:lnTo>
                  <a:pt x="12971" y="1833"/>
                </a:lnTo>
                <a:lnTo>
                  <a:pt x="12971" y="1638"/>
                </a:lnTo>
                <a:close/>
                <a:moveTo>
                  <a:pt x="12971" y="2325"/>
                </a:moveTo>
                <a:lnTo>
                  <a:pt x="13139" y="2421"/>
                </a:lnTo>
                <a:lnTo>
                  <a:pt x="12971" y="2518"/>
                </a:lnTo>
                <a:lnTo>
                  <a:pt x="12971" y="2325"/>
                </a:lnTo>
                <a:close/>
                <a:moveTo>
                  <a:pt x="12971" y="3010"/>
                </a:moveTo>
                <a:lnTo>
                  <a:pt x="13139" y="3108"/>
                </a:lnTo>
                <a:lnTo>
                  <a:pt x="12971" y="3205"/>
                </a:lnTo>
                <a:lnTo>
                  <a:pt x="12971" y="3010"/>
                </a:lnTo>
                <a:close/>
                <a:moveTo>
                  <a:pt x="12971" y="3697"/>
                </a:moveTo>
                <a:lnTo>
                  <a:pt x="13139" y="3793"/>
                </a:lnTo>
                <a:lnTo>
                  <a:pt x="12971" y="3890"/>
                </a:lnTo>
                <a:lnTo>
                  <a:pt x="12971" y="3697"/>
                </a:lnTo>
                <a:close/>
                <a:moveTo>
                  <a:pt x="12971" y="4382"/>
                </a:moveTo>
                <a:lnTo>
                  <a:pt x="13139" y="4480"/>
                </a:lnTo>
                <a:lnTo>
                  <a:pt x="12971" y="4577"/>
                </a:lnTo>
                <a:lnTo>
                  <a:pt x="12971" y="4382"/>
                </a:lnTo>
                <a:close/>
                <a:moveTo>
                  <a:pt x="12971" y="5069"/>
                </a:moveTo>
                <a:lnTo>
                  <a:pt x="13139" y="5165"/>
                </a:lnTo>
                <a:lnTo>
                  <a:pt x="12971" y="5262"/>
                </a:lnTo>
                <a:lnTo>
                  <a:pt x="12971" y="5069"/>
                </a:lnTo>
                <a:close/>
                <a:moveTo>
                  <a:pt x="12971" y="5755"/>
                </a:moveTo>
                <a:lnTo>
                  <a:pt x="13139" y="5853"/>
                </a:lnTo>
                <a:lnTo>
                  <a:pt x="12971" y="5950"/>
                </a:lnTo>
                <a:lnTo>
                  <a:pt x="12971" y="5755"/>
                </a:lnTo>
                <a:close/>
                <a:moveTo>
                  <a:pt x="12971" y="6441"/>
                </a:moveTo>
                <a:lnTo>
                  <a:pt x="13139" y="6538"/>
                </a:lnTo>
                <a:lnTo>
                  <a:pt x="12971" y="6634"/>
                </a:lnTo>
                <a:lnTo>
                  <a:pt x="12971" y="6441"/>
                </a:lnTo>
                <a:close/>
                <a:moveTo>
                  <a:pt x="12971" y="7127"/>
                </a:moveTo>
                <a:lnTo>
                  <a:pt x="13139" y="7225"/>
                </a:lnTo>
                <a:lnTo>
                  <a:pt x="12971" y="7322"/>
                </a:lnTo>
                <a:lnTo>
                  <a:pt x="12971" y="7127"/>
                </a:lnTo>
                <a:close/>
                <a:moveTo>
                  <a:pt x="12971" y="7814"/>
                </a:moveTo>
                <a:lnTo>
                  <a:pt x="13139" y="7911"/>
                </a:lnTo>
                <a:lnTo>
                  <a:pt x="12971" y="8007"/>
                </a:lnTo>
                <a:lnTo>
                  <a:pt x="12971" y="7814"/>
                </a:lnTo>
                <a:close/>
                <a:moveTo>
                  <a:pt x="12971" y="8499"/>
                </a:moveTo>
                <a:lnTo>
                  <a:pt x="13139" y="8597"/>
                </a:lnTo>
                <a:lnTo>
                  <a:pt x="12971" y="8694"/>
                </a:lnTo>
                <a:lnTo>
                  <a:pt x="12971" y="8499"/>
                </a:lnTo>
                <a:close/>
                <a:moveTo>
                  <a:pt x="12257" y="575"/>
                </a:moveTo>
                <a:lnTo>
                  <a:pt x="12482" y="706"/>
                </a:lnTo>
                <a:lnTo>
                  <a:pt x="12257" y="835"/>
                </a:lnTo>
                <a:lnTo>
                  <a:pt x="12257" y="575"/>
                </a:lnTo>
                <a:close/>
                <a:moveTo>
                  <a:pt x="12257" y="1261"/>
                </a:moveTo>
                <a:lnTo>
                  <a:pt x="12482" y="1392"/>
                </a:lnTo>
                <a:lnTo>
                  <a:pt x="12257" y="1522"/>
                </a:lnTo>
                <a:lnTo>
                  <a:pt x="12257" y="1261"/>
                </a:lnTo>
                <a:close/>
                <a:moveTo>
                  <a:pt x="12257" y="1948"/>
                </a:moveTo>
                <a:lnTo>
                  <a:pt x="12482" y="2079"/>
                </a:lnTo>
                <a:lnTo>
                  <a:pt x="12257" y="2209"/>
                </a:lnTo>
                <a:lnTo>
                  <a:pt x="12257" y="1948"/>
                </a:lnTo>
                <a:close/>
                <a:moveTo>
                  <a:pt x="12257" y="2633"/>
                </a:moveTo>
                <a:lnTo>
                  <a:pt x="12482" y="2764"/>
                </a:lnTo>
                <a:lnTo>
                  <a:pt x="12257" y="2894"/>
                </a:lnTo>
                <a:lnTo>
                  <a:pt x="12257" y="2633"/>
                </a:lnTo>
                <a:close/>
                <a:moveTo>
                  <a:pt x="12257" y="3320"/>
                </a:moveTo>
                <a:lnTo>
                  <a:pt x="12482" y="3451"/>
                </a:lnTo>
                <a:lnTo>
                  <a:pt x="12257" y="3581"/>
                </a:lnTo>
                <a:lnTo>
                  <a:pt x="12257" y="3320"/>
                </a:lnTo>
                <a:close/>
                <a:moveTo>
                  <a:pt x="12257" y="4006"/>
                </a:moveTo>
                <a:lnTo>
                  <a:pt x="12482" y="4137"/>
                </a:lnTo>
                <a:lnTo>
                  <a:pt x="12257" y="4267"/>
                </a:lnTo>
                <a:lnTo>
                  <a:pt x="12257" y="4006"/>
                </a:lnTo>
                <a:close/>
                <a:moveTo>
                  <a:pt x="12257" y="4692"/>
                </a:moveTo>
                <a:lnTo>
                  <a:pt x="12482" y="4823"/>
                </a:lnTo>
                <a:lnTo>
                  <a:pt x="12257" y="4953"/>
                </a:lnTo>
                <a:lnTo>
                  <a:pt x="12257" y="4692"/>
                </a:lnTo>
                <a:close/>
                <a:moveTo>
                  <a:pt x="12257" y="5378"/>
                </a:moveTo>
                <a:lnTo>
                  <a:pt x="12482" y="5509"/>
                </a:lnTo>
                <a:lnTo>
                  <a:pt x="12257" y="5639"/>
                </a:lnTo>
                <a:lnTo>
                  <a:pt x="12257" y="5378"/>
                </a:lnTo>
                <a:close/>
                <a:moveTo>
                  <a:pt x="12257" y="6065"/>
                </a:moveTo>
                <a:lnTo>
                  <a:pt x="12482" y="6196"/>
                </a:lnTo>
                <a:lnTo>
                  <a:pt x="12257" y="6326"/>
                </a:lnTo>
                <a:lnTo>
                  <a:pt x="12257" y="6065"/>
                </a:lnTo>
                <a:close/>
                <a:moveTo>
                  <a:pt x="12257" y="6750"/>
                </a:moveTo>
                <a:lnTo>
                  <a:pt x="12482" y="6881"/>
                </a:lnTo>
                <a:lnTo>
                  <a:pt x="12257" y="7011"/>
                </a:lnTo>
                <a:lnTo>
                  <a:pt x="12257" y="6750"/>
                </a:lnTo>
                <a:close/>
                <a:moveTo>
                  <a:pt x="12257" y="7437"/>
                </a:moveTo>
                <a:lnTo>
                  <a:pt x="12482" y="7568"/>
                </a:lnTo>
                <a:lnTo>
                  <a:pt x="12257" y="7698"/>
                </a:lnTo>
                <a:lnTo>
                  <a:pt x="12257" y="7437"/>
                </a:lnTo>
                <a:close/>
                <a:moveTo>
                  <a:pt x="12257" y="8124"/>
                </a:moveTo>
                <a:lnTo>
                  <a:pt x="12482" y="8253"/>
                </a:lnTo>
                <a:lnTo>
                  <a:pt x="12257" y="8384"/>
                </a:lnTo>
                <a:lnTo>
                  <a:pt x="12257" y="8124"/>
                </a:lnTo>
                <a:close/>
                <a:moveTo>
                  <a:pt x="12257" y="8809"/>
                </a:moveTo>
                <a:lnTo>
                  <a:pt x="12482" y="8940"/>
                </a:lnTo>
                <a:lnTo>
                  <a:pt x="12257" y="9070"/>
                </a:lnTo>
                <a:lnTo>
                  <a:pt x="12257" y="8809"/>
                </a:lnTo>
                <a:close/>
                <a:moveTo>
                  <a:pt x="11542" y="200"/>
                </a:moveTo>
                <a:lnTo>
                  <a:pt x="11824" y="363"/>
                </a:lnTo>
                <a:lnTo>
                  <a:pt x="11542" y="525"/>
                </a:lnTo>
                <a:lnTo>
                  <a:pt x="11542" y="200"/>
                </a:lnTo>
                <a:close/>
                <a:moveTo>
                  <a:pt x="11542" y="886"/>
                </a:moveTo>
                <a:lnTo>
                  <a:pt x="11824" y="1049"/>
                </a:lnTo>
                <a:lnTo>
                  <a:pt x="11542" y="1213"/>
                </a:lnTo>
                <a:lnTo>
                  <a:pt x="11542" y="886"/>
                </a:lnTo>
                <a:close/>
                <a:moveTo>
                  <a:pt x="11542" y="1572"/>
                </a:moveTo>
                <a:lnTo>
                  <a:pt x="11824" y="1735"/>
                </a:lnTo>
                <a:lnTo>
                  <a:pt x="11542" y="1897"/>
                </a:lnTo>
                <a:lnTo>
                  <a:pt x="11542" y="1572"/>
                </a:lnTo>
                <a:close/>
                <a:moveTo>
                  <a:pt x="11542" y="2258"/>
                </a:moveTo>
                <a:lnTo>
                  <a:pt x="11824" y="2421"/>
                </a:lnTo>
                <a:lnTo>
                  <a:pt x="11542" y="2585"/>
                </a:lnTo>
                <a:lnTo>
                  <a:pt x="11542" y="2258"/>
                </a:lnTo>
                <a:close/>
                <a:moveTo>
                  <a:pt x="11542" y="2945"/>
                </a:moveTo>
                <a:lnTo>
                  <a:pt x="11824" y="3108"/>
                </a:lnTo>
                <a:lnTo>
                  <a:pt x="11542" y="3270"/>
                </a:lnTo>
                <a:lnTo>
                  <a:pt x="11542" y="2945"/>
                </a:lnTo>
                <a:close/>
                <a:moveTo>
                  <a:pt x="11542" y="3630"/>
                </a:moveTo>
                <a:lnTo>
                  <a:pt x="11824" y="3793"/>
                </a:lnTo>
                <a:lnTo>
                  <a:pt x="11542" y="3957"/>
                </a:lnTo>
                <a:lnTo>
                  <a:pt x="11542" y="3630"/>
                </a:lnTo>
                <a:close/>
                <a:moveTo>
                  <a:pt x="11542" y="4317"/>
                </a:moveTo>
                <a:lnTo>
                  <a:pt x="11824" y="4479"/>
                </a:lnTo>
                <a:lnTo>
                  <a:pt x="11542" y="4642"/>
                </a:lnTo>
                <a:lnTo>
                  <a:pt x="11542" y="4317"/>
                </a:lnTo>
                <a:close/>
                <a:moveTo>
                  <a:pt x="11542" y="5002"/>
                </a:moveTo>
                <a:lnTo>
                  <a:pt x="11824" y="5165"/>
                </a:lnTo>
                <a:lnTo>
                  <a:pt x="11542" y="5329"/>
                </a:lnTo>
                <a:lnTo>
                  <a:pt x="11542" y="5002"/>
                </a:lnTo>
                <a:close/>
                <a:moveTo>
                  <a:pt x="11542" y="5689"/>
                </a:moveTo>
                <a:lnTo>
                  <a:pt x="11824" y="5852"/>
                </a:lnTo>
                <a:lnTo>
                  <a:pt x="11542" y="6014"/>
                </a:lnTo>
                <a:lnTo>
                  <a:pt x="11542" y="5689"/>
                </a:lnTo>
                <a:close/>
                <a:moveTo>
                  <a:pt x="11542" y="6375"/>
                </a:moveTo>
                <a:lnTo>
                  <a:pt x="11824" y="6539"/>
                </a:lnTo>
                <a:lnTo>
                  <a:pt x="11542" y="6702"/>
                </a:lnTo>
                <a:lnTo>
                  <a:pt x="11542" y="6375"/>
                </a:lnTo>
                <a:close/>
                <a:moveTo>
                  <a:pt x="11542" y="7062"/>
                </a:moveTo>
                <a:lnTo>
                  <a:pt x="11824" y="7224"/>
                </a:lnTo>
                <a:lnTo>
                  <a:pt x="11542" y="7387"/>
                </a:lnTo>
                <a:lnTo>
                  <a:pt x="11542" y="7062"/>
                </a:lnTo>
                <a:close/>
                <a:moveTo>
                  <a:pt x="11542" y="7748"/>
                </a:moveTo>
                <a:lnTo>
                  <a:pt x="11824" y="7911"/>
                </a:lnTo>
                <a:lnTo>
                  <a:pt x="11542" y="8073"/>
                </a:lnTo>
                <a:lnTo>
                  <a:pt x="11542" y="7748"/>
                </a:lnTo>
                <a:close/>
                <a:moveTo>
                  <a:pt x="11542" y="8434"/>
                </a:moveTo>
                <a:lnTo>
                  <a:pt x="11824" y="8597"/>
                </a:lnTo>
                <a:lnTo>
                  <a:pt x="11542" y="8759"/>
                </a:lnTo>
                <a:lnTo>
                  <a:pt x="11542" y="8434"/>
                </a:lnTo>
                <a:close/>
                <a:moveTo>
                  <a:pt x="10827" y="509"/>
                </a:moveTo>
                <a:lnTo>
                  <a:pt x="11166" y="706"/>
                </a:lnTo>
                <a:lnTo>
                  <a:pt x="10827" y="902"/>
                </a:lnTo>
                <a:lnTo>
                  <a:pt x="10827" y="509"/>
                </a:lnTo>
                <a:close/>
                <a:moveTo>
                  <a:pt x="10827" y="1196"/>
                </a:moveTo>
                <a:lnTo>
                  <a:pt x="11166" y="1392"/>
                </a:lnTo>
                <a:lnTo>
                  <a:pt x="10827" y="1588"/>
                </a:lnTo>
                <a:lnTo>
                  <a:pt x="10827" y="1196"/>
                </a:lnTo>
                <a:close/>
                <a:moveTo>
                  <a:pt x="10827" y="1881"/>
                </a:moveTo>
                <a:lnTo>
                  <a:pt x="11166" y="2078"/>
                </a:lnTo>
                <a:lnTo>
                  <a:pt x="10827" y="2274"/>
                </a:lnTo>
                <a:lnTo>
                  <a:pt x="10827" y="1881"/>
                </a:lnTo>
                <a:close/>
                <a:moveTo>
                  <a:pt x="10827" y="2568"/>
                </a:moveTo>
                <a:lnTo>
                  <a:pt x="11166" y="2764"/>
                </a:lnTo>
                <a:lnTo>
                  <a:pt x="10827" y="2960"/>
                </a:lnTo>
                <a:lnTo>
                  <a:pt x="10827" y="2568"/>
                </a:lnTo>
                <a:close/>
                <a:moveTo>
                  <a:pt x="10827" y="3253"/>
                </a:moveTo>
                <a:lnTo>
                  <a:pt x="11166" y="3450"/>
                </a:lnTo>
                <a:lnTo>
                  <a:pt x="10827" y="3646"/>
                </a:lnTo>
                <a:lnTo>
                  <a:pt x="10827" y="3253"/>
                </a:lnTo>
                <a:close/>
                <a:moveTo>
                  <a:pt x="10827" y="3940"/>
                </a:moveTo>
                <a:lnTo>
                  <a:pt x="11166" y="4136"/>
                </a:lnTo>
                <a:lnTo>
                  <a:pt x="10827" y="4333"/>
                </a:lnTo>
                <a:lnTo>
                  <a:pt x="10827" y="3940"/>
                </a:lnTo>
                <a:close/>
                <a:moveTo>
                  <a:pt x="10827" y="4627"/>
                </a:moveTo>
                <a:lnTo>
                  <a:pt x="11166" y="4823"/>
                </a:lnTo>
                <a:lnTo>
                  <a:pt x="10827" y="5019"/>
                </a:lnTo>
                <a:lnTo>
                  <a:pt x="10827" y="4627"/>
                </a:lnTo>
                <a:close/>
                <a:moveTo>
                  <a:pt x="10827" y="5312"/>
                </a:moveTo>
                <a:lnTo>
                  <a:pt x="11166" y="5508"/>
                </a:lnTo>
                <a:lnTo>
                  <a:pt x="10827" y="5705"/>
                </a:lnTo>
                <a:lnTo>
                  <a:pt x="10827" y="5312"/>
                </a:lnTo>
                <a:close/>
                <a:moveTo>
                  <a:pt x="10827" y="5999"/>
                </a:moveTo>
                <a:lnTo>
                  <a:pt x="11166" y="6195"/>
                </a:lnTo>
                <a:lnTo>
                  <a:pt x="10827" y="6391"/>
                </a:lnTo>
                <a:lnTo>
                  <a:pt x="10827" y="5999"/>
                </a:lnTo>
                <a:close/>
                <a:moveTo>
                  <a:pt x="10827" y="6685"/>
                </a:moveTo>
                <a:lnTo>
                  <a:pt x="11166" y="6881"/>
                </a:lnTo>
                <a:lnTo>
                  <a:pt x="10827" y="7078"/>
                </a:lnTo>
                <a:lnTo>
                  <a:pt x="10827" y="6685"/>
                </a:lnTo>
                <a:close/>
                <a:moveTo>
                  <a:pt x="10827" y="7372"/>
                </a:moveTo>
                <a:lnTo>
                  <a:pt x="11166" y="7568"/>
                </a:lnTo>
                <a:lnTo>
                  <a:pt x="10827" y="7764"/>
                </a:lnTo>
                <a:lnTo>
                  <a:pt x="10827" y="7372"/>
                </a:lnTo>
                <a:close/>
                <a:moveTo>
                  <a:pt x="10827" y="8057"/>
                </a:moveTo>
                <a:lnTo>
                  <a:pt x="11166" y="8253"/>
                </a:lnTo>
                <a:lnTo>
                  <a:pt x="10827" y="8450"/>
                </a:lnTo>
                <a:lnTo>
                  <a:pt x="10827" y="8057"/>
                </a:lnTo>
                <a:close/>
                <a:moveTo>
                  <a:pt x="10827" y="8744"/>
                </a:moveTo>
                <a:lnTo>
                  <a:pt x="11166" y="8940"/>
                </a:lnTo>
                <a:lnTo>
                  <a:pt x="10846" y="9125"/>
                </a:lnTo>
                <a:lnTo>
                  <a:pt x="10827" y="9125"/>
                </a:lnTo>
                <a:lnTo>
                  <a:pt x="10827" y="8744"/>
                </a:lnTo>
                <a:close/>
                <a:moveTo>
                  <a:pt x="10111" y="132"/>
                </a:moveTo>
                <a:lnTo>
                  <a:pt x="10510" y="363"/>
                </a:lnTo>
                <a:lnTo>
                  <a:pt x="10111" y="592"/>
                </a:lnTo>
                <a:lnTo>
                  <a:pt x="10111" y="132"/>
                </a:lnTo>
                <a:close/>
                <a:moveTo>
                  <a:pt x="10111" y="819"/>
                </a:moveTo>
                <a:lnTo>
                  <a:pt x="10510" y="1048"/>
                </a:lnTo>
                <a:lnTo>
                  <a:pt x="10111" y="1279"/>
                </a:lnTo>
                <a:lnTo>
                  <a:pt x="10111" y="819"/>
                </a:lnTo>
                <a:close/>
                <a:moveTo>
                  <a:pt x="10111" y="1504"/>
                </a:moveTo>
                <a:lnTo>
                  <a:pt x="10510" y="1735"/>
                </a:lnTo>
                <a:lnTo>
                  <a:pt x="10111" y="1964"/>
                </a:lnTo>
                <a:lnTo>
                  <a:pt x="10111" y="1504"/>
                </a:lnTo>
                <a:close/>
                <a:moveTo>
                  <a:pt x="10111" y="2191"/>
                </a:moveTo>
                <a:lnTo>
                  <a:pt x="10510" y="2420"/>
                </a:lnTo>
                <a:lnTo>
                  <a:pt x="10111" y="2651"/>
                </a:lnTo>
                <a:lnTo>
                  <a:pt x="10111" y="2191"/>
                </a:lnTo>
                <a:close/>
                <a:moveTo>
                  <a:pt x="10111" y="2878"/>
                </a:moveTo>
                <a:lnTo>
                  <a:pt x="10510" y="3108"/>
                </a:lnTo>
                <a:lnTo>
                  <a:pt x="10111" y="3337"/>
                </a:lnTo>
                <a:lnTo>
                  <a:pt x="10111" y="2878"/>
                </a:lnTo>
                <a:close/>
                <a:moveTo>
                  <a:pt x="10111" y="3563"/>
                </a:moveTo>
                <a:lnTo>
                  <a:pt x="10510" y="3792"/>
                </a:lnTo>
                <a:lnTo>
                  <a:pt x="10111" y="4023"/>
                </a:lnTo>
                <a:lnTo>
                  <a:pt x="10111" y="3563"/>
                </a:lnTo>
                <a:close/>
                <a:moveTo>
                  <a:pt x="10111" y="4250"/>
                </a:moveTo>
                <a:lnTo>
                  <a:pt x="10510" y="4479"/>
                </a:lnTo>
                <a:lnTo>
                  <a:pt x="10111" y="4710"/>
                </a:lnTo>
                <a:lnTo>
                  <a:pt x="10111" y="4250"/>
                </a:lnTo>
                <a:close/>
                <a:moveTo>
                  <a:pt x="10111" y="4936"/>
                </a:moveTo>
                <a:lnTo>
                  <a:pt x="10510" y="5165"/>
                </a:lnTo>
                <a:lnTo>
                  <a:pt x="10111" y="5396"/>
                </a:lnTo>
                <a:lnTo>
                  <a:pt x="10111" y="4936"/>
                </a:lnTo>
                <a:close/>
                <a:moveTo>
                  <a:pt x="10111" y="5623"/>
                </a:moveTo>
                <a:lnTo>
                  <a:pt x="10510" y="5852"/>
                </a:lnTo>
                <a:lnTo>
                  <a:pt x="10111" y="6083"/>
                </a:lnTo>
                <a:lnTo>
                  <a:pt x="10111" y="5623"/>
                </a:lnTo>
                <a:close/>
                <a:moveTo>
                  <a:pt x="10111" y="6308"/>
                </a:moveTo>
                <a:lnTo>
                  <a:pt x="10510" y="6539"/>
                </a:lnTo>
                <a:lnTo>
                  <a:pt x="10111" y="6768"/>
                </a:lnTo>
                <a:lnTo>
                  <a:pt x="10111" y="6308"/>
                </a:lnTo>
                <a:close/>
                <a:moveTo>
                  <a:pt x="10111" y="6995"/>
                </a:moveTo>
                <a:lnTo>
                  <a:pt x="10510" y="7224"/>
                </a:lnTo>
                <a:lnTo>
                  <a:pt x="10111" y="7455"/>
                </a:lnTo>
                <a:lnTo>
                  <a:pt x="10111" y="6995"/>
                </a:lnTo>
                <a:close/>
                <a:moveTo>
                  <a:pt x="10111" y="7680"/>
                </a:moveTo>
                <a:lnTo>
                  <a:pt x="10510" y="7911"/>
                </a:lnTo>
                <a:lnTo>
                  <a:pt x="10111" y="8140"/>
                </a:lnTo>
                <a:lnTo>
                  <a:pt x="10111" y="7680"/>
                </a:lnTo>
                <a:close/>
                <a:moveTo>
                  <a:pt x="10111" y="8367"/>
                </a:moveTo>
                <a:lnTo>
                  <a:pt x="10510" y="8596"/>
                </a:lnTo>
                <a:lnTo>
                  <a:pt x="10111" y="8827"/>
                </a:lnTo>
                <a:lnTo>
                  <a:pt x="10111" y="8367"/>
                </a:lnTo>
                <a:close/>
                <a:moveTo>
                  <a:pt x="9397" y="442"/>
                </a:moveTo>
                <a:lnTo>
                  <a:pt x="9853" y="706"/>
                </a:lnTo>
                <a:lnTo>
                  <a:pt x="9397" y="969"/>
                </a:lnTo>
                <a:lnTo>
                  <a:pt x="9397" y="442"/>
                </a:lnTo>
                <a:close/>
                <a:moveTo>
                  <a:pt x="9397" y="1127"/>
                </a:moveTo>
                <a:lnTo>
                  <a:pt x="9853" y="1391"/>
                </a:lnTo>
                <a:lnTo>
                  <a:pt x="9397" y="1655"/>
                </a:lnTo>
                <a:lnTo>
                  <a:pt x="9397" y="1127"/>
                </a:lnTo>
                <a:close/>
                <a:moveTo>
                  <a:pt x="9397" y="1814"/>
                </a:moveTo>
                <a:lnTo>
                  <a:pt x="9853" y="2078"/>
                </a:lnTo>
                <a:lnTo>
                  <a:pt x="9397" y="2341"/>
                </a:lnTo>
                <a:lnTo>
                  <a:pt x="9397" y="1814"/>
                </a:lnTo>
                <a:close/>
                <a:moveTo>
                  <a:pt x="9397" y="2501"/>
                </a:moveTo>
                <a:lnTo>
                  <a:pt x="9853" y="2764"/>
                </a:lnTo>
                <a:lnTo>
                  <a:pt x="9397" y="3028"/>
                </a:lnTo>
                <a:lnTo>
                  <a:pt x="9397" y="2501"/>
                </a:lnTo>
                <a:close/>
                <a:moveTo>
                  <a:pt x="9397" y="3187"/>
                </a:moveTo>
                <a:lnTo>
                  <a:pt x="9853" y="3451"/>
                </a:lnTo>
                <a:lnTo>
                  <a:pt x="9397" y="3714"/>
                </a:lnTo>
                <a:lnTo>
                  <a:pt x="9397" y="3187"/>
                </a:lnTo>
                <a:close/>
                <a:moveTo>
                  <a:pt x="9397" y="3873"/>
                </a:moveTo>
                <a:lnTo>
                  <a:pt x="9853" y="4136"/>
                </a:lnTo>
                <a:lnTo>
                  <a:pt x="9397" y="4400"/>
                </a:lnTo>
                <a:lnTo>
                  <a:pt x="9397" y="3873"/>
                </a:lnTo>
                <a:close/>
                <a:moveTo>
                  <a:pt x="9397" y="4559"/>
                </a:moveTo>
                <a:lnTo>
                  <a:pt x="9853" y="4823"/>
                </a:lnTo>
                <a:lnTo>
                  <a:pt x="9397" y="5086"/>
                </a:lnTo>
                <a:lnTo>
                  <a:pt x="9397" y="4559"/>
                </a:lnTo>
                <a:close/>
                <a:moveTo>
                  <a:pt x="9397" y="5246"/>
                </a:moveTo>
                <a:lnTo>
                  <a:pt x="9853" y="5509"/>
                </a:lnTo>
                <a:lnTo>
                  <a:pt x="9397" y="5773"/>
                </a:lnTo>
                <a:lnTo>
                  <a:pt x="9397" y="5246"/>
                </a:lnTo>
                <a:close/>
                <a:moveTo>
                  <a:pt x="9397" y="5931"/>
                </a:moveTo>
                <a:lnTo>
                  <a:pt x="9853" y="6195"/>
                </a:lnTo>
                <a:lnTo>
                  <a:pt x="9397" y="6458"/>
                </a:lnTo>
                <a:lnTo>
                  <a:pt x="9397" y="5931"/>
                </a:lnTo>
                <a:close/>
                <a:moveTo>
                  <a:pt x="9397" y="6618"/>
                </a:moveTo>
                <a:lnTo>
                  <a:pt x="9853" y="6881"/>
                </a:lnTo>
                <a:lnTo>
                  <a:pt x="9397" y="7145"/>
                </a:lnTo>
                <a:lnTo>
                  <a:pt x="9397" y="6618"/>
                </a:lnTo>
                <a:close/>
                <a:moveTo>
                  <a:pt x="9397" y="7304"/>
                </a:moveTo>
                <a:lnTo>
                  <a:pt x="9853" y="7568"/>
                </a:lnTo>
                <a:lnTo>
                  <a:pt x="9397" y="7831"/>
                </a:lnTo>
                <a:lnTo>
                  <a:pt x="9397" y="7304"/>
                </a:lnTo>
                <a:close/>
                <a:moveTo>
                  <a:pt x="9397" y="7990"/>
                </a:moveTo>
                <a:lnTo>
                  <a:pt x="9853" y="8253"/>
                </a:lnTo>
                <a:lnTo>
                  <a:pt x="9397" y="8517"/>
                </a:lnTo>
                <a:lnTo>
                  <a:pt x="9397" y="7990"/>
                </a:lnTo>
                <a:close/>
                <a:moveTo>
                  <a:pt x="9397" y="8676"/>
                </a:moveTo>
                <a:lnTo>
                  <a:pt x="9853" y="8940"/>
                </a:lnTo>
                <a:lnTo>
                  <a:pt x="9532" y="9125"/>
                </a:lnTo>
                <a:lnTo>
                  <a:pt x="9397" y="9125"/>
                </a:lnTo>
                <a:lnTo>
                  <a:pt x="9397" y="8676"/>
                </a:lnTo>
                <a:close/>
                <a:moveTo>
                  <a:pt x="8681" y="65"/>
                </a:moveTo>
                <a:lnTo>
                  <a:pt x="9197" y="363"/>
                </a:lnTo>
                <a:lnTo>
                  <a:pt x="8681" y="660"/>
                </a:lnTo>
                <a:lnTo>
                  <a:pt x="8681" y="65"/>
                </a:lnTo>
                <a:close/>
                <a:moveTo>
                  <a:pt x="8681" y="751"/>
                </a:moveTo>
                <a:lnTo>
                  <a:pt x="9197" y="1049"/>
                </a:lnTo>
                <a:lnTo>
                  <a:pt x="8681" y="1346"/>
                </a:lnTo>
                <a:lnTo>
                  <a:pt x="8681" y="751"/>
                </a:lnTo>
                <a:close/>
                <a:moveTo>
                  <a:pt x="8681" y="1437"/>
                </a:moveTo>
                <a:lnTo>
                  <a:pt x="9197" y="1735"/>
                </a:lnTo>
                <a:lnTo>
                  <a:pt x="8681" y="2032"/>
                </a:lnTo>
                <a:lnTo>
                  <a:pt x="8681" y="1437"/>
                </a:lnTo>
                <a:close/>
                <a:moveTo>
                  <a:pt x="8681" y="2124"/>
                </a:moveTo>
                <a:lnTo>
                  <a:pt x="9197" y="2420"/>
                </a:lnTo>
                <a:lnTo>
                  <a:pt x="8681" y="2718"/>
                </a:lnTo>
                <a:lnTo>
                  <a:pt x="8681" y="2124"/>
                </a:lnTo>
                <a:close/>
                <a:moveTo>
                  <a:pt x="8681" y="2810"/>
                </a:moveTo>
                <a:lnTo>
                  <a:pt x="9197" y="3108"/>
                </a:lnTo>
                <a:lnTo>
                  <a:pt x="8681" y="3405"/>
                </a:lnTo>
                <a:lnTo>
                  <a:pt x="8681" y="2810"/>
                </a:lnTo>
                <a:close/>
                <a:moveTo>
                  <a:pt x="8681" y="3497"/>
                </a:moveTo>
                <a:lnTo>
                  <a:pt x="9197" y="3793"/>
                </a:lnTo>
                <a:lnTo>
                  <a:pt x="8681" y="4091"/>
                </a:lnTo>
                <a:lnTo>
                  <a:pt x="8681" y="3497"/>
                </a:lnTo>
                <a:close/>
                <a:moveTo>
                  <a:pt x="8681" y="4182"/>
                </a:moveTo>
                <a:lnTo>
                  <a:pt x="9197" y="4480"/>
                </a:lnTo>
                <a:lnTo>
                  <a:pt x="8681" y="4777"/>
                </a:lnTo>
                <a:lnTo>
                  <a:pt x="8681" y="4182"/>
                </a:lnTo>
                <a:close/>
                <a:moveTo>
                  <a:pt x="8681" y="4869"/>
                </a:moveTo>
                <a:lnTo>
                  <a:pt x="9197" y="5165"/>
                </a:lnTo>
                <a:lnTo>
                  <a:pt x="8681" y="5463"/>
                </a:lnTo>
                <a:lnTo>
                  <a:pt x="8681" y="4869"/>
                </a:lnTo>
                <a:close/>
                <a:moveTo>
                  <a:pt x="8681" y="5554"/>
                </a:moveTo>
                <a:lnTo>
                  <a:pt x="9197" y="5852"/>
                </a:lnTo>
                <a:lnTo>
                  <a:pt x="8681" y="6149"/>
                </a:lnTo>
                <a:lnTo>
                  <a:pt x="8681" y="5554"/>
                </a:lnTo>
                <a:close/>
                <a:moveTo>
                  <a:pt x="8681" y="6241"/>
                </a:moveTo>
                <a:lnTo>
                  <a:pt x="9197" y="6539"/>
                </a:lnTo>
                <a:lnTo>
                  <a:pt x="8681" y="6835"/>
                </a:lnTo>
                <a:lnTo>
                  <a:pt x="8681" y="6241"/>
                </a:lnTo>
                <a:close/>
                <a:moveTo>
                  <a:pt x="8681" y="6927"/>
                </a:moveTo>
                <a:lnTo>
                  <a:pt x="9197" y="7225"/>
                </a:lnTo>
                <a:lnTo>
                  <a:pt x="8681" y="7522"/>
                </a:lnTo>
                <a:lnTo>
                  <a:pt x="8681" y="6927"/>
                </a:lnTo>
                <a:close/>
                <a:moveTo>
                  <a:pt x="8681" y="7614"/>
                </a:moveTo>
                <a:lnTo>
                  <a:pt x="9197" y="7912"/>
                </a:lnTo>
                <a:lnTo>
                  <a:pt x="8681" y="8208"/>
                </a:lnTo>
                <a:lnTo>
                  <a:pt x="8681" y="7614"/>
                </a:lnTo>
                <a:close/>
                <a:moveTo>
                  <a:pt x="8681" y="8299"/>
                </a:moveTo>
                <a:lnTo>
                  <a:pt x="9197" y="8597"/>
                </a:lnTo>
                <a:lnTo>
                  <a:pt x="8681" y="8894"/>
                </a:lnTo>
                <a:lnTo>
                  <a:pt x="8681" y="8299"/>
                </a:lnTo>
                <a:close/>
                <a:moveTo>
                  <a:pt x="8681" y="8986"/>
                </a:moveTo>
                <a:lnTo>
                  <a:pt x="8923" y="9125"/>
                </a:lnTo>
                <a:lnTo>
                  <a:pt x="8681" y="9125"/>
                </a:lnTo>
                <a:lnTo>
                  <a:pt x="8681" y="8986"/>
                </a:lnTo>
                <a:close/>
                <a:moveTo>
                  <a:pt x="7992" y="406"/>
                </a:moveTo>
                <a:lnTo>
                  <a:pt x="8512" y="706"/>
                </a:lnTo>
                <a:lnTo>
                  <a:pt x="7992" y="1005"/>
                </a:lnTo>
                <a:lnTo>
                  <a:pt x="7992" y="406"/>
                </a:lnTo>
                <a:close/>
                <a:moveTo>
                  <a:pt x="7992" y="1091"/>
                </a:moveTo>
                <a:lnTo>
                  <a:pt x="8512" y="1392"/>
                </a:lnTo>
                <a:lnTo>
                  <a:pt x="7992" y="1692"/>
                </a:lnTo>
                <a:lnTo>
                  <a:pt x="7992" y="1091"/>
                </a:lnTo>
                <a:close/>
                <a:moveTo>
                  <a:pt x="7992" y="1778"/>
                </a:moveTo>
                <a:lnTo>
                  <a:pt x="8512" y="2078"/>
                </a:lnTo>
                <a:lnTo>
                  <a:pt x="7992" y="2377"/>
                </a:lnTo>
                <a:lnTo>
                  <a:pt x="7992" y="1778"/>
                </a:lnTo>
                <a:close/>
                <a:moveTo>
                  <a:pt x="7992" y="2464"/>
                </a:moveTo>
                <a:lnTo>
                  <a:pt x="8512" y="2765"/>
                </a:lnTo>
                <a:lnTo>
                  <a:pt x="7992" y="3065"/>
                </a:lnTo>
                <a:lnTo>
                  <a:pt x="7992" y="2464"/>
                </a:lnTo>
                <a:close/>
                <a:moveTo>
                  <a:pt x="7992" y="3150"/>
                </a:moveTo>
                <a:lnTo>
                  <a:pt x="8512" y="3451"/>
                </a:lnTo>
                <a:lnTo>
                  <a:pt x="7992" y="3751"/>
                </a:lnTo>
                <a:lnTo>
                  <a:pt x="7992" y="3150"/>
                </a:lnTo>
                <a:close/>
                <a:moveTo>
                  <a:pt x="7992" y="3836"/>
                </a:moveTo>
                <a:lnTo>
                  <a:pt x="8512" y="4137"/>
                </a:lnTo>
                <a:lnTo>
                  <a:pt x="7992" y="4437"/>
                </a:lnTo>
                <a:lnTo>
                  <a:pt x="7992" y="3836"/>
                </a:lnTo>
                <a:close/>
                <a:moveTo>
                  <a:pt x="7992" y="4523"/>
                </a:moveTo>
                <a:lnTo>
                  <a:pt x="8512" y="4824"/>
                </a:lnTo>
                <a:lnTo>
                  <a:pt x="7992" y="5124"/>
                </a:lnTo>
                <a:lnTo>
                  <a:pt x="7992" y="4523"/>
                </a:lnTo>
                <a:close/>
                <a:moveTo>
                  <a:pt x="7992" y="5208"/>
                </a:moveTo>
                <a:lnTo>
                  <a:pt x="8512" y="5509"/>
                </a:lnTo>
                <a:lnTo>
                  <a:pt x="7992" y="5809"/>
                </a:lnTo>
                <a:lnTo>
                  <a:pt x="7992" y="5208"/>
                </a:lnTo>
                <a:close/>
                <a:moveTo>
                  <a:pt x="7992" y="5895"/>
                </a:moveTo>
                <a:lnTo>
                  <a:pt x="8512" y="6196"/>
                </a:lnTo>
                <a:lnTo>
                  <a:pt x="7992" y="6496"/>
                </a:lnTo>
                <a:lnTo>
                  <a:pt x="7992" y="5895"/>
                </a:lnTo>
                <a:close/>
                <a:moveTo>
                  <a:pt x="7992" y="6582"/>
                </a:moveTo>
                <a:lnTo>
                  <a:pt x="8512" y="6881"/>
                </a:lnTo>
                <a:lnTo>
                  <a:pt x="7992" y="7181"/>
                </a:lnTo>
                <a:lnTo>
                  <a:pt x="7992" y="6582"/>
                </a:lnTo>
                <a:close/>
                <a:moveTo>
                  <a:pt x="7992" y="7267"/>
                </a:moveTo>
                <a:lnTo>
                  <a:pt x="8512" y="7568"/>
                </a:lnTo>
                <a:lnTo>
                  <a:pt x="7992" y="7868"/>
                </a:lnTo>
                <a:lnTo>
                  <a:pt x="7992" y="7267"/>
                </a:lnTo>
                <a:close/>
                <a:moveTo>
                  <a:pt x="7992" y="7954"/>
                </a:moveTo>
                <a:lnTo>
                  <a:pt x="8512" y="8253"/>
                </a:lnTo>
                <a:lnTo>
                  <a:pt x="7992" y="8553"/>
                </a:lnTo>
                <a:lnTo>
                  <a:pt x="7992" y="7954"/>
                </a:lnTo>
                <a:close/>
                <a:moveTo>
                  <a:pt x="7992" y="8640"/>
                </a:moveTo>
                <a:lnTo>
                  <a:pt x="8512" y="8940"/>
                </a:lnTo>
                <a:lnTo>
                  <a:pt x="8191" y="9125"/>
                </a:lnTo>
                <a:lnTo>
                  <a:pt x="7992" y="9125"/>
                </a:lnTo>
                <a:lnTo>
                  <a:pt x="7992" y="8640"/>
                </a:lnTo>
                <a:close/>
                <a:moveTo>
                  <a:pt x="7306" y="62"/>
                </a:moveTo>
                <a:lnTo>
                  <a:pt x="7826" y="363"/>
                </a:lnTo>
                <a:lnTo>
                  <a:pt x="7306" y="663"/>
                </a:lnTo>
                <a:lnTo>
                  <a:pt x="7306" y="62"/>
                </a:lnTo>
                <a:close/>
                <a:moveTo>
                  <a:pt x="7306" y="749"/>
                </a:moveTo>
                <a:lnTo>
                  <a:pt x="7826" y="1048"/>
                </a:lnTo>
                <a:lnTo>
                  <a:pt x="7306" y="1348"/>
                </a:lnTo>
                <a:lnTo>
                  <a:pt x="7306" y="749"/>
                </a:lnTo>
                <a:close/>
                <a:moveTo>
                  <a:pt x="7306" y="1435"/>
                </a:moveTo>
                <a:lnTo>
                  <a:pt x="7826" y="1736"/>
                </a:lnTo>
                <a:lnTo>
                  <a:pt x="7306" y="2036"/>
                </a:lnTo>
                <a:lnTo>
                  <a:pt x="7306" y="1435"/>
                </a:lnTo>
                <a:close/>
                <a:moveTo>
                  <a:pt x="7306" y="2122"/>
                </a:moveTo>
                <a:lnTo>
                  <a:pt x="7826" y="2421"/>
                </a:lnTo>
                <a:lnTo>
                  <a:pt x="7306" y="2721"/>
                </a:lnTo>
                <a:lnTo>
                  <a:pt x="7306" y="2122"/>
                </a:lnTo>
                <a:close/>
                <a:moveTo>
                  <a:pt x="7306" y="2807"/>
                </a:moveTo>
                <a:lnTo>
                  <a:pt x="7826" y="3108"/>
                </a:lnTo>
                <a:lnTo>
                  <a:pt x="7306" y="3408"/>
                </a:lnTo>
                <a:lnTo>
                  <a:pt x="7306" y="2807"/>
                </a:lnTo>
                <a:close/>
                <a:moveTo>
                  <a:pt x="7306" y="3494"/>
                </a:moveTo>
                <a:lnTo>
                  <a:pt x="7826" y="3793"/>
                </a:lnTo>
                <a:lnTo>
                  <a:pt x="7306" y="4093"/>
                </a:lnTo>
                <a:lnTo>
                  <a:pt x="7306" y="3494"/>
                </a:lnTo>
                <a:close/>
                <a:moveTo>
                  <a:pt x="7306" y="4179"/>
                </a:moveTo>
                <a:lnTo>
                  <a:pt x="7826" y="4480"/>
                </a:lnTo>
                <a:lnTo>
                  <a:pt x="7306" y="4780"/>
                </a:lnTo>
                <a:lnTo>
                  <a:pt x="7306" y="4179"/>
                </a:lnTo>
                <a:close/>
                <a:moveTo>
                  <a:pt x="7306" y="4866"/>
                </a:moveTo>
                <a:lnTo>
                  <a:pt x="7826" y="5165"/>
                </a:lnTo>
                <a:lnTo>
                  <a:pt x="7306" y="5465"/>
                </a:lnTo>
                <a:lnTo>
                  <a:pt x="7306" y="4866"/>
                </a:lnTo>
                <a:close/>
                <a:moveTo>
                  <a:pt x="7306" y="5552"/>
                </a:moveTo>
                <a:lnTo>
                  <a:pt x="7826" y="5853"/>
                </a:lnTo>
                <a:lnTo>
                  <a:pt x="7306" y="6153"/>
                </a:lnTo>
                <a:lnTo>
                  <a:pt x="7306" y="5552"/>
                </a:lnTo>
                <a:close/>
                <a:moveTo>
                  <a:pt x="7306" y="6238"/>
                </a:moveTo>
                <a:lnTo>
                  <a:pt x="7826" y="6538"/>
                </a:lnTo>
                <a:lnTo>
                  <a:pt x="7306" y="6837"/>
                </a:lnTo>
                <a:lnTo>
                  <a:pt x="7306" y="6238"/>
                </a:lnTo>
                <a:close/>
                <a:moveTo>
                  <a:pt x="7306" y="6924"/>
                </a:moveTo>
                <a:lnTo>
                  <a:pt x="7826" y="7225"/>
                </a:lnTo>
                <a:lnTo>
                  <a:pt x="7306" y="7525"/>
                </a:lnTo>
                <a:lnTo>
                  <a:pt x="7306" y="6924"/>
                </a:lnTo>
                <a:close/>
                <a:moveTo>
                  <a:pt x="7306" y="7611"/>
                </a:moveTo>
                <a:lnTo>
                  <a:pt x="7826" y="7911"/>
                </a:lnTo>
                <a:lnTo>
                  <a:pt x="7306" y="8210"/>
                </a:lnTo>
                <a:lnTo>
                  <a:pt x="7306" y="7611"/>
                </a:lnTo>
                <a:close/>
                <a:moveTo>
                  <a:pt x="7306" y="8296"/>
                </a:moveTo>
                <a:lnTo>
                  <a:pt x="7826" y="8597"/>
                </a:lnTo>
                <a:lnTo>
                  <a:pt x="7306" y="8897"/>
                </a:lnTo>
                <a:lnTo>
                  <a:pt x="7306" y="8296"/>
                </a:lnTo>
                <a:close/>
                <a:moveTo>
                  <a:pt x="7306" y="8983"/>
                </a:moveTo>
                <a:lnTo>
                  <a:pt x="7552" y="9125"/>
                </a:lnTo>
                <a:lnTo>
                  <a:pt x="7306" y="9125"/>
                </a:lnTo>
                <a:lnTo>
                  <a:pt x="7306" y="8983"/>
                </a:lnTo>
                <a:close/>
                <a:moveTo>
                  <a:pt x="6620" y="406"/>
                </a:moveTo>
                <a:lnTo>
                  <a:pt x="7140" y="706"/>
                </a:lnTo>
                <a:lnTo>
                  <a:pt x="6620" y="1005"/>
                </a:lnTo>
                <a:lnTo>
                  <a:pt x="6620" y="406"/>
                </a:lnTo>
                <a:close/>
                <a:moveTo>
                  <a:pt x="6620" y="1091"/>
                </a:moveTo>
                <a:lnTo>
                  <a:pt x="7140" y="1392"/>
                </a:lnTo>
                <a:lnTo>
                  <a:pt x="6620" y="1692"/>
                </a:lnTo>
                <a:lnTo>
                  <a:pt x="6620" y="1091"/>
                </a:lnTo>
                <a:close/>
                <a:moveTo>
                  <a:pt x="6620" y="1778"/>
                </a:moveTo>
                <a:lnTo>
                  <a:pt x="7140" y="2078"/>
                </a:lnTo>
                <a:lnTo>
                  <a:pt x="6620" y="2377"/>
                </a:lnTo>
                <a:lnTo>
                  <a:pt x="6620" y="1778"/>
                </a:lnTo>
                <a:close/>
                <a:moveTo>
                  <a:pt x="6620" y="2464"/>
                </a:moveTo>
                <a:lnTo>
                  <a:pt x="7140" y="2765"/>
                </a:lnTo>
                <a:lnTo>
                  <a:pt x="6620" y="3065"/>
                </a:lnTo>
                <a:lnTo>
                  <a:pt x="6620" y="2464"/>
                </a:lnTo>
                <a:close/>
                <a:moveTo>
                  <a:pt x="6620" y="3150"/>
                </a:moveTo>
                <a:lnTo>
                  <a:pt x="7140" y="3451"/>
                </a:lnTo>
                <a:lnTo>
                  <a:pt x="6620" y="3751"/>
                </a:lnTo>
                <a:lnTo>
                  <a:pt x="6620" y="3150"/>
                </a:lnTo>
                <a:close/>
                <a:moveTo>
                  <a:pt x="6620" y="3836"/>
                </a:moveTo>
                <a:lnTo>
                  <a:pt x="7140" y="4137"/>
                </a:lnTo>
                <a:lnTo>
                  <a:pt x="6620" y="4437"/>
                </a:lnTo>
                <a:lnTo>
                  <a:pt x="6620" y="3836"/>
                </a:lnTo>
                <a:close/>
                <a:moveTo>
                  <a:pt x="6620" y="4523"/>
                </a:moveTo>
                <a:lnTo>
                  <a:pt x="7140" y="4824"/>
                </a:lnTo>
                <a:lnTo>
                  <a:pt x="6620" y="5124"/>
                </a:lnTo>
                <a:lnTo>
                  <a:pt x="6620" y="4523"/>
                </a:lnTo>
                <a:close/>
                <a:moveTo>
                  <a:pt x="6620" y="5208"/>
                </a:moveTo>
                <a:lnTo>
                  <a:pt x="7140" y="5509"/>
                </a:lnTo>
                <a:lnTo>
                  <a:pt x="6620" y="5809"/>
                </a:lnTo>
                <a:lnTo>
                  <a:pt x="6620" y="5208"/>
                </a:lnTo>
                <a:close/>
                <a:moveTo>
                  <a:pt x="6620" y="5895"/>
                </a:moveTo>
                <a:lnTo>
                  <a:pt x="7140" y="6196"/>
                </a:lnTo>
                <a:lnTo>
                  <a:pt x="6620" y="6496"/>
                </a:lnTo>
                <a:lnTo>
                  <a:pt x="6620" y="5895"/>
                </a:lnTo>
                <a:close/>
                <a:moveTo>
                  <a:pt x="6620" y="6582"/>
                </a:moveTo>
                <a:lnTo>
                  <a:pt x="7140" y="6881"/>
                </a:lnTo>
                <a:lnTo>
                  <a:pt x="6620" y="7181"/>
                </a:lnTo>
                <a:lnTo>
                  <a:pt x="6620" y="6582"/>
                </a:lnTo>
                <a:close/>
                <a:moveTo>
                  <a:pt x="6620" y="7267"/>
                </a:moveTo>
                <a:lnTo>
                  <a:pt x="7140" y="7568"/>
                </a:lnTo>
                <a:lnTo>
                  <a:pt x="6620" y="7868"/>
                </a:lnTo>
                <a:lnTo>
                  <a:pt x="6620" y="7267"/>
                </a:lnTo>
                <a:close/>
                <a:moveTo>
                  <a:pt x="6620" y="7954"/>
                </a:moveTo>
                <a:lnTo>
                  <a:pt x="7140" y="8253"/>
                </a:lnTo>
                <a:lnTo>
                  <a:pt x="6620" y="8553"/>
                </a:lnTo>
                <a:lnTo>
                  <a:pt x="6620" y="7954"/>
                </a:lnTo>
                <a:close/>
                <a:moveTo>
                  <a:pt x="6620" y="8640"/>
                </a:moveTo>
                <a:lnTo>
                  <a:pt x="7140" y="8940"/>
                </a:lnTo>
                <a:lnTo>
                  <a:pt x="6819" y="9125"/>
                </a:lnTo>
                <a:lnTo>
                  <a:pt x="6620" y="9125"/>
                </a:lnTo>
                <a:lnTo>
                  <a:pt x="6620" y="8640"/>
                </a:lnTo>
                <a:close/>
                <a:moveTo>
                  <a:pt x="5935" y="64"/>
                </a:moveTo>
                <a:lnTo>
                  <a:pt x="6452" y="363"/>
                </a:lnTo>
                <a:lnTo>
                  <a:pt x="5935" y="662"/>
                </a:lnTo>
                <a:lnTo>
                  <a:pt x="5935" y="64"/>
                </a:lnTo>
                <a:close/>
                <a:moveTo>
                  <a:pt x="5935" y="751"/>
                </a:moveTo>
                <a:lnTo>
                  <a:pt x="6452" y="1048"/>
                </a:lnTo>
                <a:lnTo>
                  <a:pt x="5935" y="1347"/>
                </a:lnTo>
                <a:lnTo>
                  <a:pt x="5935" y="751"/>
                </a:lnTo>
                <a:close/>
                <a:moveTo>
                  <a:pt x="5935" y="1436"/>
                </a:moveTo>
                <a:lnTo>
                  <a:pt x="6452" y="1735"/>
                </a:lnTo>
                <a:lnTo>
                  <a:pt x="5935" y="2034"/>
                </a:lnTo>
                <a:lnTo>
                  <a:pt x="5935" y="1436"/>
                </a:lnTo>
                <a:close/>
                <a:moveTo>
                  <a:pt x="5935" y="2123"/>
                </a:moveTo>
                <a:lnTo>
                  <a:pt x="6452" y="2420"/>
                </a:lnTo>
                <a:lnTo>
                  <a:pt x="5935" y="2719"/>
                </a:lnTo>
                <a:lnTo>
                  <a:pt x="5935" y="2123"/>
                </a:lnTo>
                <a:close/>
                <a:moveTo>
                  <a:pt x="5935" y="2808"/>
                </a:moveTo>
                <a:lnTo>
                  <a:pt x="6452" y="3107"/>
                </a:lnTo>
                <a:lnTo>
                  <a:pt x="5935" y="3406"/>
                </a:lnTo>
                <a:lnTo>
                  <a:pt x="5935" y="2808"/>
                </a:lnTo>
                <a:close/>
                <a:moveTo>
                  <a:pt x="5935" y="3495"/>
                </a:moveTo>
                <a:lnTo>
                  <a:pt x="6452" y="3792"/>
                </a:lnTo>
                <a:lnTo>
                  <a:pt x="5935" y="4091"/>
                </a:lnTo>
                <a:lnTo>
                  <a:pt x="5935" y="3495"/>
                </a:lnTo>
                <a:close/>
                <a:moveTo>
                  <a:pt x="5935" y="4181"/>
                </a:moveTo>
                <a:lnTo>
                  <a:pt x="6452" y="4480"/>
                </a:lnTo>
                <a:lnTo>
                  <a:pt x="5935" y="4779"/>
                </a:lnTo>
                <a:lnTo>
                  <a:pt x="5935" y="4181"/>
                </a:lnTo>
                <a:close/>
                <a:moveTo>
                  <a:pt x="5935" y="4868"/>
                </a:moveTo>
                <a:lnTo>
                  <a:pt x="6452" y="5165"/>
                </a:lnTo>
                <a:lnTo>
                  <a:pt x="5935" y="5464"/>
                </a:lnTo>
                <a:lnTo>
                  <a:pt x="5935" y="4868"/>
                </a:lnTo>
                <a:close/>
                <a:moveTo>
                  <a:pt x="5935" y="5553"/>
                </a:moveTo>
                <a:lnTo>
                  <a:pt x="6452" y="5852"/>
                </a:lnTo>
                <a:lnTo>
                  <a:pt x="5935" y="6151"/>
                </a:lnTo>
                <a:lnTo>
                  <a:pt x="5935" y="5553"/>
                </a:lnTo>
                <a:close/>
                <a:moveTo>
                  <a:pt x="5935" y="6240"/>
                </a:moveTo>
                <a:lnTo>
                  <a:pt x="6452" y="6539"/>
                </a:lnTo>
                <a:lnTo>
                  <a:pt x="5935" y="6836"/>
                </a:lnTo>
                <a:lnTo>
                  <a:pt x="5935" y="6240"/>
                </a:lnTo>
                <a:close/>
                <a:moveTo>
                  <a:pt x="5935" y="6925"/>
                </a:moveTo>
                <a:lnTo>
                  <a:pt x="6452" y="7224"/>
                </a:lnTo>
                <a:lnTo>
                  <a:pt x="5935" y="7523"/>
                </a:lnTo>
                <a:lnTo>
                  <a:pt x="5935" y="6925"/>
                </a:lnTo>
                <a:close/>
                <a:moveTo>
                  <a:pt x="5935" y="7612"/>
                </a:moveTo>
                <a:lnTo>
                  <a:pt x="6452" y="7911"/>
                </a:lnTo>
                <a:lnTo>
                  <a:pt x="5935" y="8208"/>
                </a:lnTo>
                <a:lnTo>
                  <a:pt x="5935" y="7612"/>
                </a:lnTo>
                <a:close/>
                <a:moveTo>
                  <a:pt x="5935" y="8298"/>
                </a:moveTo>
                <a:lnTo>
                  <a:pt x="6452" y="8597"/>
                </a:lnTo>
                <a:lnTo>
                  <a:pt x="5935" y="8896"/>
                </a:lnTo>
                <a:lnTo>
                  <a:pt x="5935" y="8298"/>
                </a:lnTo>
                <a:close/>
                <a:moveTo>
                  <a:pt x="5935" y="8984"/>
                </a:moveTo>
                <a:lnTo>
                  <a:pt x="6178" y="9124"/>
                </a:lnTo>
                <a:lnTo>
                  <a:pt x="5935" y="9124"/>
                </a:lnTo>
                <a:lnTo>
                  <a:pt x="5935" y="8984"/>
                </a:lnTo>
                <a:close/>
                <a:moveTo>
                  <a:pt x="5276" y="438"/>
                </a:moveTo>
                <a:lnTo>
                  <a:pt x="5739" y="706"/>
                </a:lnTo>
                <a:lnTo>
                  <a:pt x="5276" y="973"/>
                </a:lnTo>
                <a:lnTo>
                  <a:pt x="5276" y="438"/>
                </a:lnTo>
                <a:close/>
                <a:moveTo>
                  <a:pt x="5276" y="1125"/>
                </a:moveTo>
                <a:lnTo>
                  <a:pt x="5739" y="1392"/>
                </a:lnTo>
                <a:lnTo>
                  <a:pt x="5276" y="1660"/>
                </a:lnTo>
                <a:lnTo>
                  <a:pt x="5276" y="1125"/>
                </a:lnTo>
                <a:close/>
                <a:moveTo>
                  <a:pt x="5276" y="1810"/>
                </a:moveTo>
                <a:lnTo>
                  <a:pt x="5739" y="2078"/>
                </a:lnTo>
                <a:lnTo>
                  <a:pt x="5276" y="2345"/>
                </a:lnTo>
                <a:lnTo>
                  <a:pt x="5276" y="1810"/>
                </a:lnTo>
                <a:close/>
                <a:moveTo>
                  <a:pt x="5276" y="2497"/>
                </a:moveTo>
                <a:lnTo>
                  <a:pt x="5739" y="2764"/>
                </a:lnTo>
                <a:lnTo>
                  <a:pt x="5276" y="3032"/>
                </a:lnTo>
                <a:lnTo>
                  <a:pt x="5276" y="2497"/>
                </a:lnTo>
                <a:close/>
                <a:moveTo>
                  <a:pt x="5276" y="3182"/>
                </a:moveTo>
                <a:lnTo>
                  <a:pt x="5739" y="3450"/>
                </a:lnTo>
                <a:lnTo>
                  <a:pt x="5276" y="3717"/>
                </a:lnTo>
                <a:lnTo>
                  <a:pt x="5276" y="3182"/>
                </a:lnTo>
                <a:close/>
                <a:moveTo>
                  <a:pt x="5276" y="3869"/>
                </a:moveTo>
                <a:lnTo>
                  <a:pt x="5739" y="4136"/>
                </a:lnTo>
                <a:lnTo>
                  <a:pt x="5276" y="4404"/>
                </a:lnTo>
                <a:lnTo>
                  <a:pt x="5276" y="3869"/>
                </a:lnTo>
                <a:close/>
                <a:moveTo>
                  <a:pt x="5276" y="4555"/>
                </a:moveTo>
                <a:lnTo>
                  <a:pt x="5739" y="4823"/>
                </a:lnTo>
                <a:lnTo>
                  <a:pt x="5276" y="5090"/>
                </a:lnTo>
                <a:lnTo>
                  <a:pt x="5276" y="4555"/>
                </a:lnTo>
                <a:close/>
                <a:moveTo>
                  <a:pt x="5276" y="5242"/>
                </a:moveTo>
                <a:lnTo>
                  <a:pt x="5739" y="5509"/>
                </a:lnTo>
                <a:lnTo>
                  <a:pt x="5276" y="5777"/>
                </a:lnTo>
                <a:lnTo>
                  <a:pt x="5276" y="5242"/>
                </a:lnTo>
                <a:close/>
                <a:moveTo>
                  <a:pt x="5276" y="5927"/>
                </a:moveTo>
                <a:lnTo>
                  <a:pt x="5739" y="6195"/>
                </a:lnTo>
                <a:lnTo>
                  <a:pt x="5276" y="6462"/>
                </a:lnTo>
                <a:lnTo>
                  <a:pt x="5276" y="5927"/>
                </a:lnTo>
                <a:close/>
                <a:moveTo>
                  <a:pt x="5276" y="6614"/>
                </a:moveTo>
                <a:lnTo>
                  <a:pt x="5739" y="6881"/>
                </a:lnTo>
                <a:lnTo>
                  <a:pt x="5276" y="7149"/>
                </a:lnTo>
                <a:lnTo>
                  <a:pt x="5276" y="6614"/>
                </a:lnTo>
                <a:close/>
                <a:moveTo>
                  <a:pt x="5276" y="7299"/>
                </a:moveTo>
                <a:lnTo>
                  <a:pt x="5739" y="7567"/>
                </a:lnTo>
                <a:lnTo>
                  <a:pt x="5276" y="7834"/>
                </a:lnTo>
                <a:lnTo>
                  <a:pt x="5276" y="7299"/>
                </a:lnTo>
                <a:close/>
                <a:moveTo>
                  <a:pt x="5276" y="7986"/>
                </a:moveTo>
                <a:lnTo>
                  <a:pt x="5739" y="8253"/>
                </a:lnTo>
                <a:lnTo>
                  <a:pt x="5276" y="8521"/>
                </a:lnTo>
                <a:lnTo>
                  <a:pt x="5276" y="7986"/>
                </a:lnTo>
                <a:close/>
                <a:moveTo>
                  <a:pt x="5276" y="8672"/>
                </a:moveTo>
                <a:lnTo>
                  <a:pt x="5739" y="8940"/>
                </a:lnTo>
                <a:lnTo>
                  <a:pt x="5419" y="9125"/>
                </a:lnTo>
                <a:lnTo>
                  <a:pt x="5276" y="9125"/>
                </a:lnTo>
                <a:lnTo>
                  <a:pt x="5276" y="8672"/>
                </a:lnTo>
                <a:close/>
                <a:moveTo>
                  <a:pt x="4617" y="126"/>
                </a:moveTo>
                <a:lnTo>
                  <a:pt x="5027" y="363"/>
                </a:lnTo>
                <a:lnTo>
                  <a:pt x="4617" y="599"/>
                </a:lnTo>
                <a:lnTo>
                  <a:pt x="4617" y="126"/>
                </a:lnTo>
                <a:close/>
                <a:moveTo>
                  <a:pt x="4617" y="812"/>
                </a:moveTo>
                <a:lnTo>
                  <a:pt x="5027" y="1048"/>
                </a:lnTo>
                <a:lnTo>
                  <a:pt x="4617" y="1286"/>
                </a:lnTo>
                <a:lnTo>
                  <a:pt x="4617" y="812"/>
                </a:lnTo>
                <a:close/>
                <a:moveTo>
                  <a:pt x="4617" y="1499"/>
                </a:moveTo>
                <a:lnTo>
                  <a:pt x="5027" y="1736"/>
                </a:lnTo>
                <a:lnTo>
                  <a:pt x="4617" y="1972"/>
                </a:lnTo>
                <a:lnTo>
                  <a:pt x="4617" y="1499"/>
                </a:lnTo>
                <a:close/>
                <a:moveTo>
                  <a:pt x="4617" y="2184"/>
                </a:moveTo>
                <a:lnTo>
                  <a:pt x="5027" y="2420"/>
                </a:lnTo>
                <a:lnTo>
                  <a:pt x="4617" y="2658"/>
                </a:lnTo>
                <a:lnTo>
                  <a:pt x="4617" y="2184"/>
                </a:lnTo>
                <a:close/>
                <a:moveTo>
                  <a:pt x="4617" y="2871"/>
                </a:moveTo>
                <a:lnTo>
                  <a:pt x="5027" y="3108"/>
                </a:lnTo>
                <a:lnTo>
                  <a:pt x="4617" y="3344"/>
                </a:lnTo>
                <a:lnTo>
                  <a:pt x="4617" y="2871"/>
                </a:lnTo>
                <a:close/>
                <a:moveTo>
                  <a:pt x="4617" y="3556"/>
                </a:moveTo>
                <a:lnTo>
                  <a:pt x="5027" y="3792"/>
                </a:lnTo>
                <a:lnTo>
                  <a:pt x="4617" y="4030"/>
                </a:lnTo>
                <a:lnTo>
                  <a:pt x="4617" y="3556"/>
                </a:lnTo>
                <a:close/>
                <a:moveTo>
                  <a:pt x="4617" y="4243"/>
                </a:moveTo>
                <a:lnTo>
                  <a:pt x="5027" y="4480"/>
                </a:lnTo>
                <a:lnTo>
                  <a:pt x="4617" y="4716"/>
                </a:lnTo>
                <a:lnTo>
                  <a:pt x="4617" y="4243"/>
                </a:lnTo>
                <a:close/>
                <a:moveTo>
                  <a:pt x="4617" y="4929"/>
                </a:moveTo>
                <a:lnTo>
                  <a:pt x="5027" y="5165"/>
                </a:lnTo>
                <a:lnTo>
                  <a:pt x="4617" y="5403"/>
                </a:lnTo>
                <a:lnTo>
                  <a:pt x="4617" y="4929"/>
                </a:lnTo>
                <a:close/>
                <a:moveTo>
                  <a:pt x="4617" y="5616"/>
                </a:moveTo>
                <a:lnTo>
                  <a:pt x="5027" y="5853"/>
                </a:lnTo>
                <a:lnTo>
                  <a:pt x="4617" y="6089"/>
                </a:lnTo>
                <a:lnTo>
                  <a:pt x="4617" y="5616"/>
                </a:lnTo>
                <a:close/>
                <a:moveTo>
                  <a:pt x="4617" y="6301"/>
                </a:moveTo>
                <a:lnTo>
                  <a:pt x="5027" y="6539"/>
                </a:lnTo>
                <a:lnTo>
                  <a:pt x="4617" y="6775"/>
                </a:lnTo>
                <a:lnTo>
                  <a:pt x="4617" y="6301"/>
                </a:lnTo>
                <a:close/>
                <a:moveTo>
                  <a:pt x="4617" y="6988"/>
                </a:moveTo>
                <a:lnTo>
                  <a:pt x="5027" y="7225"/>
                </a:lnTo>
                <a:lnTo>
                  <a:pt x="4617" y="7461"/>
                </a:lnTo>
                <a:lnTo>
                  <a:pt x="4617" y="6988"/>
                </a:lnTo>
                <a:close/>
                <a:moveTo>
                  <a:pt x="4617" y="7673"/>
                </a:moveTo>
                <a:lnTo>
                  <a:pt x="5027" y="7911"/>
                </a:lnTo>
                <a:lnTo>
                  <a:pt x="4617" y="8147"/>
                </a:lnTo>
                <a:lnTo>
                  <a:pt x="4617" y="7673"/>
                </a:lnTo>
                <a:close/>
                <a:moveTo>
                  <a:pt x="4617" y="8360"/>
                </a:moveTo>
                <a:lnTo>
                  <a:pt x="5027" y="8597"/>
                </a:lnTo>
                <a:lnTo>
                  <a:pt x="4617" y="8833"/>
                </a:lnTo>
                <a:lnTo>
                  <a:pt x="4617" y="8360"/>
                </a:lnTo>
                <a:close/>
                <a:moveTo>
                  <a:pt x="3958" y="500"/>
                </a:moveTo>
                <a:lnTo>
                  <a:pt x="4313" y="706"/>
                </a:lnTo>
                <a:lnTo>
                  <a:pt x="3958" y="910"/>
                </a:lnTo>
                <a:lnTo>
                  <a:pt x="3958" y="500"/>
                </a:lnTo>
                <a:close/>
                <a:moveTo>
                  <a:pt x="3958" y="1187"/>
                </a:moveTo>
                <a:lnTo>
                  <a:pt x="4313" y="1392"/>
                </a:lnTo>
                <a:lnTo>
                  <a:pt x="3958" y="1596"/>
                </a:lnTo>
                <a:lnTo>
                  <a:pt x="3958" y="1187"/>
                </a:lnTo>
                <a:close/>
                <a:moveTo>
                  <a:pt x="3958" y="1874"/>
                </a:moveTo>
                <a:lnTo>
                  <a:pt x="4313" y="2079"/>
                </a:lnTo>
                <a:lnTo>
                  <a:pt x="3958" y="2283"/>
                </a:lnTo>
                <a:lnTo>
                  <a:pt x="3958" y="1874"/>
                </a:lnTo>
                <a:close/>
                <a:moveTo>
                  <a:pt x="3958" y="2560"/>
                </a:moveTo>
                <a:lnTo>
                  <a:pt x="4313" y="2765"/>
                </a:lnTo>
                <a:lnTo>
                  <a:pt x="3958" y="2969"/>
                </a:lnTo>
                <a:lnTo>
                  <a:pt x="3958" y="2560"/>
                </a:lnTo>
                <a:close/>
                <a:moveTo>
                  <a:pt x="3958" y="3246"/>
                </a:moveTo>
                <a:lnTo>
                  <a:pt x="4313" y="3451"/>
                </a:lnTo>
                <a:lnTo>
                  <a:pt x="3958" y="3655"/>
                </a:lnTo>
                <a:lnTo>
                  <a:pt x="3958" y="3246"/>
                </a:lnTo>
                <a:close/>
                <a:moveTo>
                  <a:pt x="3958" y="3932"/>
                </a:moveTo>
                <a:lnTo>
                  <a:pt x="4313" y="4137"/>
                </a:lnTo>
                <a:lnTo>
                  <a:pt x="3958" y="4341"/>
                </a:lnTo>
                <a:lnTo>
                  <a:pt x="3958" y="3932"/>
                </a:lnTo>
                <a:close/>
                <a:moveTo>
                  <a:pt x="3958" y="4619"/>
                </a:moveTo>
                <a:lnTo>
                  <a:pt x="4313" y="4824"/>
                </a:lnTo>
                <a:lnTo>
                  <a:pt x="3958" y="5028"/>
                </a:lnTo>
                <a:lnTo>
                  <a:pt x="3958" y="4619"/>
                </a:lnTo>
                <a:close/>
                <a:moveTo>
                  <a:pt x="3958" y="5304"/>
                </a:moveTo>
                <a:lnTo>
                  <a:pt x="4313" y="5509"/>
                </a:lnTo>
                <a:lnTo>
                  <a:pt x="3958" y="5713"/>
                </a:lnTo>
                <a:lnTo>
                  <a:pt x="3958" y="5304"/>
                </a:lnTo>
                <a:close/>
                <a:moveTo>
                  <a:pt x="3958" y="5991"/>
                </a:moveTo>
                <a:lnTo>
                  <a:pt x="4313" y="6196"/>
                </a:lnTo>
                <a:lnTo>
                  <a:pt x="3958" y="6400"/>
                </a:lnTo>
                <a:lnTo>
                  <a:pt x="3958" y="5991"/>
                </a:lnTo>
                <a:close/>
                <a:moveTo>
                  <a:pt x="3958" y="6676"/>
                </a:moveTo>
                <a:lnTo>
                  <a:pt x="4313" y="6881"/>
                </a:lnTo>
                <a:lnTo>
                  <a:pt x="3958" y="7085"/>
                </a:lnTo>
                <a:lnTo>
                  <a:pt x="3958" y="6676"/>
                </a:lnTo>
                <a:close/>
                <a:moveTo>
                  <a:pt x="3958" y="7363"/>
                </a:moveTo>
                <a:lnTo>
                  <a:pt x="4313" y="7568"/>
                </a:lnTo>
                <a:lnTo>
                  <a:pt x="3958" y="7772"/>
                </a:lnTo>
                <a:lnTo>
                  <a:pt x="3958" y="7363"/>
                </a:lnTo>
                <a:close/>
                <a:moveTo>
                  <a:pt x="3958" y="8049"/>
                </a:moveTo>
                <a:lnTo>
                  <a:pt x="4313" y="8254"/>
                </a:lnTo>
                <a:lnTo>
                  <a:pt x="3958" y="8458"/>
                </a:lnTo>
                <a:lnTo>
                  <a:pt x="3958" y="8049"/>
                </a:lnTo>
                <a:close/>
                <a:moveTo>
                  <a:pt x="3958" y="8736"/>
                </a:moveTo>
                <a:lnTo>
                  <a:pt x="4313" y="8940"/>
                </a:lnTo>
                <a:lnTo>
                  <a:pt x="3991" y="9125"/>
                </a:lnTo>
                <a:lnTo>
                  <a:pt x="3958" y="9125"/>
                </a:lnTo>
                <a:lnTo>
                  <a:pt x="3958" y="8736"/>
                </a:lnTo>
                <a:close/>
                <a:moveTo>
                  <a:pt x="3298" y="189"/>
                </a:moveTo>
                <a:lnTo>
                  <a:pt x="3598" y="363"/>
                </a:lnTo>
                <a:lnTo>
                  <a:pt x="3298" y="537"/>
                </a:lnTo>
                <a:lnTo>
                  <a:pt x="3298" y="189"/>
                </a:lnTo>
                <a:close/>
                <a:moveTo>
                  <a:pt x="3298" y="876"/>
                </a:moveTo>
                <a:lnTo>
                  <a:pt x="3598" y="1048"/>
                </a:lnTo>
                <a:lnTo>
                  <a:pt x="3298" y="1222"/>
                </a:lnTo>
                <a:lnTo>
                  <a:pt x="3298" y="876"/>
                </a:lnTo>
                <a:close/>
                <a:moveTo>
                  <a:pt x="3298" y="1561"/>
                </a:moveTo>
                <a:lnTo>
                  <a:pt x="3598" y="1735"/>
                </a:lnTo>
                <a:lnTo>
                  <a:pt x="3298" y="1909"/>
                </a:lnTo>
                <a:lnTo>
                  <a:pt x="3298" y="1561"/>
                </a:lnTo>
                <a:close/>
                <a:moveTo>
                  <a:pt x="3298" y="2248"/>
                </a:moveTo>
                <a:lnTo>
                  <a:pt x="3598" y="2420"/>
                </a:lnTo>
                <a:lnTo>
                  <a:pt x="3298" y="2594"/>
                </a:lnTo>
                <a:lnTo>
                  <a:pt x="3298" y="2248"/>
                </a:lnTo>
                <a:close/>
                <a:moveTo>
                  <a:pt x="3298" y="2934"/>
                </a:moveTo>
                <a:lnTo>
                  <a:pt x="3598" y="3108"/>
                </a:lnTo>
                <a:lnTo>
                  <a:pt x="3298" y="3282"/>
                </a:lnTo>
                <a:lnTo>
                  <a:pt x="3298" y="2934"/>
                </a:lnTo>
                <a:close/>
                <a:moveTo>
                  <a:pt x="3298" y="3620"/>
                </a:moveTo>
                <a:lnTo>
                  <a:pt x="3598" y="3792"/>
                </a:lnTo>
                <a:lnTo>
                  <a:pt x="3298" y="3966"/>
                </a:lnTo>
                <a:lnTo>
                  <a:pt x="3298" y="3620"/>
                </a:lnTo>
                <a:close/>
                <a:moveTo>
                  <a:pt x="3298" y="4306"/>
                </a:moveTo>
                <a:lnTo>
                  <a:pt x="3598" y="4480"/>
                </a:lnTo>
                <a:lnTo>
                  <a:pt x="3298" y="4654"/>
                </a:lnTo>
                <a:lnTo>
                  <a:pt x="3298" y="4306"/>
                </a:lnTo>
                <a:close/>
                <a:moveTo>
                  <a:pt x="3298" y="4993"/>
                </a:moveTo>
                <a:lnTo>
                  <a:pt x="3598" y="5165"/>
                </a:lnTo>
                <a:lnTo>
                  <a:pt x="3298" y="5339"/>
                </a:lnTo>
                <a:lnTo>
                  <a:pt x="3298" y="4993"/>
                </a:lnTo>
                <a:close/>
                <a:moveTo>
                  <a:pt x="3298" y="5678"/>
                </a:moveTo>
                <a:lnTo>
                  <a:pt x="3598" y="5852"/>
                </a:lnTo>
                <a:lnTo>
                  <a:pt x="3298" y="6026"/>
                </a:lnTo>
                <a:lnTo>
                  <a:pt x="3298" y="5678"/>
                </a:lnTo>
                <a:close/>
                <a:moveTo>
                  <a:pt x="3298" y="6365"/>
                </a:moveTo>
                <a:lnTo>
                  <a:pt x="3598" y="6539"/>
                </a:lnTo>
                <a:lnTo>
                  <a:pt x="3298" y="6711"/>
                </a:lnTo>
                <a:lnTo>
                  <a:pt x="3298" y="6365"/>
                </a:lnTo>
                <a:close/>
                <a:moveTo>
                  <a:pt x="3298" y="7050"/>
                </a:moveTo>
                <a:lnTo>
                  <a:pt x="3598" y="7224"/>
                </a:lnTo>
                <a:lnTo>
                  <a:pt x="3298" y="7398"/>
                </a:lnTo>
                <a:lnTo>
                  <a:pt x="3298" y="7050"/>
                </a:lnTo>
                <a:close/>
                <a:moveTo>
                  <a:pt x="3298" y="7737"/>
                </a:moveTo>
                <a:lnTo>
                  <a:pt x="3598" y="7911"/>
                </a:lnTo>
                <a:lnTo>
                  <a:pt x="3298" y="8085"/>
                </a:lnTo>
                <a:lnTo>
                  <a:pt x="3298" y="7737"/>
                </a:lnTo>
                <a:close/>
                <a:moveTo>
                  <a:pt x="3298" y="8423"/>
                </a:moveTo>
                <a:lnTo>
                  <a:pt x="3598" y="8597"/>
                </a:lnTo>
                <a:lnTo>
                  <a:pt x="3298" y="8771"/>
                </a:lnTo>
                <a:lnTo>
                  <a:pt x="3298" y="8423"/>
                </a:lnTo>
                <a:close/>
                <a:moveTo>
                  <a:pt x="2639" y="563"/>
                </a:moveTo>
                <a:lnTo>
                  <a:pt x="2885" y="706"/>
                </a:lnTo>
                <a:lnTo>
                  <a:pt x="2639" y="848"/>
                </a:lnTo>
                <a:lnTo>
                  <a:pt x="2639" y="563"/>
                </a:lnTo>
                <a:close/>
                <a:moveTo>
                  <a:pt x="2639" y="1250"/>
                </a:moveTo>
                <a:lnTo>
                  <a:pt x="2885" y="1392"/>
                </a:lnTo>
                <a:lnTo>
                  <a:pt x="2639" y="1535"/>
                </a:lnTo>
                <a:lnTo>
                  <a:pt x="2639" y="1250"/>
                </a:lnTo>
                <a:close/>
                <a:moveTo>
                  <a:pt x="2639" y="1935"/>
                </a:moveTo>
                <a:lnTo>
                  <a:pt x="2885" y="2078"/>
                </a:lnTo>
                <a:lnTo>
                  <a:pt x="2639" y="2220"/>
                </a:lnTo>
                <a:lnTo>
                  <a:pt x="2639" y="1935"/>
                </a:lnTo>
                <a:close/>
                <a:moveTo>
                  <a:pt x="2639" y="2622"/>
                </a:moveTo>
                <a:lnTo>
                  <a:pt x="2885" y="2764"/>
                </a:lnTo>
                <a:lnTo>
                  <a:pt x="2639" y="2907"/>
                </a:lnTo>
                <a:lnTo>
                  <a:pt x="2639" y="2622"/>
                </a:lnTo>
                <a:close/>
                <a:moveTo>
                  <a:pt x="2639" y="3308"/>
                </a:moveTo>
                <a:lnTo>
                  <a:pt x="2885" y="3451"/>
                </a:lnTo>
                <a:lnTo>
                  <a:pt x="2639" y="3593"/>
                </a:lnTo>
                <a:lnTo>
                  <a:pt x="2639" y="3308"/>
                </a:lnTo>
                <a:close/>
                <a:moveTo>
                  <a:pt x="2639" y="3994"/>
                </a:moveTo>
                <a:lnTo>
                  <a:pt x="2885" y="4136"/>
                </a:lnTo>
                <a:lnTo>
                  <a:pt x="2639" y="4279"/>
                </a:lnTo>
                <a:lnTo>
                  <a:pt x="2639" y="3994"/>
                </a:lnTo>
                <a:close/>
                <a:moveTo>
                  <a:pt x="2639" y="4680"/>
                </a:moveTo>
                <a:lnTo>
                  <a:pt x="2885" y="4823"/>
                </a:lnTo>
                <a:lnTo>
                  <a:pt x="2639" y="4965"/>
                </a:lnTo>
                <a:lnTo>
                  <a:pt x="2639" y="4680"/>
                </a:lnTo>
                <a:close/>
                <a:moveTo>
                  <a:pt x="2639" y="5367"/>
                </a:moveTo>
                <a:lnTo>
                  <a:pt x="2885" y="5509"/>
                </a:lnTo>
                <a:lnTo>
                  <a:pt x="2639" y="5652"/>
                </a:lnTo>
                <a:lnTo>
                  <a:pt x="2639" y="5367"/>
                </a:lnTo>
                <a:close/>
                <a:moveTo>
                  <a:pt x="2639" y="6052"/>
                </a:moveTo>
                <a:lnTo>
                  <a:pt x="2885" y="6195"/>
                </a:lnTo>
                <a:lnTo>
                  <a:pt x="2639" y="6337"/>
                </a:lnTo>
                <a:lnTo>
                  <a:pt x="2639" y="6052"/>
                </a:lnTo>
                <a:close/>
                <a:moveTo>
                  <a:pt x="2639" y="6739"/>
                </a:moveTo>
                <a:lnTo>
                  <a:pt x="2885" y="6881"/>
                </a:lnTo>
                <a:lnTo>
                  <a:pt x="2639" y="7024"/>
                </a:lnTo>
                <a:lnTo>
                  <a:pt x="2639" y="6739"/>
                </a:lnTo>
                <a:close/>
                <a:moveTo>
                  <a:pt x="2639" y="7424"/>
                </a:moveTo>
                <a:lnTo>
                  <a:pt x="2885" y="7567"/>
                </a:lnTo>
                <a:lnTo>
                  <a:pt x="2639" y="7709"/>
                </a:lnTo>
                <a:lnTo>
                  <a:pt x="2639" y="7424"/>
                </a:lnTo>
                <a:close/>
                <a:moveTo>
                  <a:pt x="2639" y="8111"/>
                </a:moveTo>
                <a:lnTo>
                  <a:pt x="2885" y="8253"/>
                </a:lnTo>
                <a:lnTo>
                  <a:pt x="2639" y="8396"/>
                </a:lnTo>
                <a:lnTo>
                  <a:pt x="2639" y="8111"/>
                </a:lnTo>
                <a:close/>
                <a:moveTo>
                  <a:pt x="2639" y="8797"/>
                </a:moveTo>
                <a:lnTo>
                  <a:pt x="2885" y="8940"/>
                </a:lnTo>
                <a:lnTo>
                  <a:pt x="2639" y="9082"/>
                </a:lnTo>
                <a:lnTo>
                  <a:pt x="2639" y="8797"/>
                </a:lnTo>
                <a:close/>
                <a:moveTo>
                  <a:pt x="1979" y="250"/>
                </a:moveTo>
                <a:lnTo>
                  <a:pt x="2174" y="363"/>
                </a:lnTo>
                <a:lnTo>
                  <a:pt x="1979" y="475"/>
                </a:lnTo>
                <a:lnTo>
                  <a:pt x="1979" y="250"/>
                </a:lnTo>
                <a:close/>
                <a:moveTo>
                  <a:pt x="1979" y="936"/>
                </a:moveTo>
                <a:lnTo>
                  <a:pt x="2174" y="1049"/>
                </a:lnTo>
                <a:lnTo>
                  <a:pt x="1979" y="1163"/>
                </a:lnTo>
                <a:lnTo>
                  <a:pt x="1979" y="936"/>
                </a:lnTo>
                <a:close/>
                <a:moveTo>
                  <a:pt x="1979" y="1622"/>
                </a:moveTo>
                <a:lnTo>
                  <a:pt x="2174" y="1735"/>
                </a:lnTo>
                <a:lnTo>
                  <a:pt x="1979" y="1847"/>
                </a:lnTo>
                <a:lnTo>
                  <a:pt x="1979" y="1622"/>
                </a:lnTo>
                <a:close/>
                <a:moveTo>
                  <a:pt x="1979" y="2308"/>
                </a:moveTo>
                <a:lnTo>
                  <a:pt x="2174" y="2421"/>
                </a:lnTo>
                <a:lnTo>
                  <a:pt x="1979" y="2535"/>
                </a:lnTo>
                <a:lnTo>
                  <a:pt x="1979" y="2308"/>
                </a:lnTo>
                <a:close/>
                <a:moveTo>
                  <a:pt x="1979" y="2995"/>
                </a:moveTo>
                <a:lnTo>
                  <a:pt x="2174" y="3108"/>
                </a:lnTo>
                <a:lnTo>
                  <a:pt x="1979" y="3220"/>
                </a:lnTo>
                <a:lnTo>
                  <a:pt x="1979" y="2995"/>
                </a:lnTo>
                <a:close/>
                <a:moveTo>
                  <a:pt x="1979" y="3680"/>
                </a:moveTo>
                <a:lnTo>
                  <a:pt x="2174" y="3793"/>
                </a:lnTo>
                <a:lnTo>
                  <a:pt x="1979" y="3907"/>
                </a:lnTo>
                <a:lnTo>
                  <a:pt x="1979" y="3680"/>
                </a:lnTo>
                <a:close/>
                <a:moveTo>
                  <a:pt x="1979" y="4367"/>
                </a:moveTo>
                <a:lnTo>
                  <a:pt x="2174" y="4480"/>
                </a:lnTo>
                <a:lnTo>
                  <a:pt x="1979" y="4592"/>
                </a:lnTo>
                <a:lnTo>
                  <a:pt x="1979" y="4367"/>
                </a:lnTo>
                <a:close/>
                <a:moveTo>
                  <a:pt x="1979" y="5052"/>
                </a:moveTo>
                <a:lnTo>
                  <a:pt x="2174" y="5165"/>
                </a:lnTo>
                <a:lnTo>
                  <a:pt x="1979" y="5279"/>
                </a:lnTo>
                <a:lnTo>
                  <a:pt x="1979" y="5052"/>
                </a:lnTo>
                <a:close/>
                <a:moveTo>
                  <a:pt x="1979" y="5739"/>
                </a:moveTo>
                <a:lnTo>
                  <a:pt x="2174" y="5852"/>
                </a:lnTo>
                <a:lnTo>
                  <a:pt x="1979" y="5964"/>
                </a:lnTo>
                <a:lnTo>
                  <a:pt x="1979" y="5739"/>
                </a:lnTo>
                <a:close/>
                <a:moveTo>
                  <a:pt x="1979" y="6425"/>
                </a:moveTo>
                <a:lnTo>
                  <a:pt x="2174" y="6539"/>
                </a:lnTo>
                <a:lnTo>
                  <a:pt x="1979" y="6652"/>
                </a:lnTo>
                <a:lnTo>
                  <a:pt x="1979" y="6425"/>
                </a:lnTo>
                <a:close/>
                <a:moveTo>
                  <a:pt x="1979" y="7112"/>
                </a:moveTo>
                <a:lnTo>
                  <a:pt x="2174" y="7225"/>
                </a:lnTo>
                <a:lnTo>
                  <a:pt x="1979" y="7337"/>
                </a:lnTo>
                <a:lnTo>
                  <a:pt x="1979" y="7112"/>
                </a:lnTo>
                <a:close/>
                <a:moveTo>
                  <a:pt x="1979" y="7797"/>
                </a:moveTo>
                <a:lnTo>
                  <a:pt x="2174" y="7911"/>
                </a:lnTo>
                <a:lnTo>
                  <a:pt x="1979" y="8024"/>
                </a:lnTo>
                <a:lnTo>
                  <a:pt x="1979" y="7797"/>
                </a:lnTo>
                <a:close/>
                <a:moveTo>
                  <a:pt x="1979" y="8484"/>
                </a:moveTo>
                <a:lnTo>
                  <a:pt x="2174" y="8597"/>
                </a:lnTo>
                <a:lnTo>
                  <a:pt x="1979" y="8709"/>
                </a:lnTo>
                <a:lnTo>
                  <a:pt x="1979" y="8484"/>
                </a:lnTo>
                <a:close/>
                <a:moveTo>
                  <a:pt x="1319" y="624"/>
                </a:moveTo>
                <a:lnTo>
                  <a:pt x="1462" y="706"/>
                </a:lnTo>
                <a:lnTo>
                  <a:pt x="1319" y="788"/>
                </a:lnTo>
                <a:lnTo>
                  <a:pt x="1319" y="624"/>
                </a:lnTo>
                <a:close/>
                <a:moveTo>
                  <a:pt x="1319" y="1310"/>
                </a:moveTo>
                <a:lnTo>
                  <a:pt x="1462" y="1392"/>
                </a:lnTo>
                <a:lnTo>
                  <a:pt x="1319" y="1474"/>
                </a:lnTo>
                <a:lnTo>
                  <a:pt x="1319" y="1310"/>
                </a:lnTo>
                <a:close/>
                <a:moveTo>
                  <a:pt x="1319" y="1996"/>
                </a:moveTo>
                <a:lnTo>
                  <a:pt x="1462" y="2078"/>
                </a:lnTo>
                <a:lnTo>
                  <a:pt x="1319" y="2160"/>
                </a:lnTo>
                <a:lnTo>
                  <a:pt x="1319" y="1996"/>
                </a:lnTo>
                <a:close/>
                <a:moveTo>
                  <a:pt x="1319" y="2682"/>
                </a:moveTo>
                <a:lnTo>
                  <a:pt x="1462" y="2764"/>
                </a:lnTo>
                <a:lnTo>
                  <a:pt x="1319" y="2846"/>
                </a:lnTo>
                <a:lnTo>
                  <a:pt x="1319" y="2682"/>
                </a:lnTo>
                <a:close/>
                <a:moveTo>
                  <a:pt x="1319" y="3369"/>
                </a:moveTo>
                <a:lnTo>
                  <a:pt x="1462" y="3451"/>
                </a:lnTo>
                <a:lnTo>
                  <a:pt x="1319" y="3533"/>
                </a:lnTo>
                <a:lnTo>
                  <a:pt x="1319" y="3369"/>
                </a:lnTo>
                <a:close/>
                <a:moveTo>
                  <a:pt x="1319" y="4054"/>
                </a:moveTo>
                <a:lnTo>
                  <a:pt x="1462" y="4136"/>
                </a:lnTo>
                <a:lnTo>
                  <a:pt x="1319" y="4218"/>
                </a:lnTo>
                <a:lnTo>
                  <a:pt x="1319" y="4054"/>
                </a:lnTo>
                <a:close/>
                <a:moveTo>
                  <a:pt x="1319" y="4741"/>
                </a:moveTo>
                <a:lnTo>
                  <a:pt x="1462" y="4823"/>
                </a:lnTo>
                <a:lnTo>
                  <a:pt x="1319" y="4905"/>
                </a:lnTo>
                <a:lnTo>
                  <a:pt x="1319" y="4741"/>
                </a:lnTo>
                <a:close/>
                <a:moveTo>
                  <a:pt x="1319" y="5427"/>
                </a:moveTo>
                <a:lnTo>
                  <a:pt x="1462" y="5509"/>
                </a:lnTo>
                <a:lnTo>
                  <a:pt x="1319" y="5591"/>
                </a:lnTo>
                <a:lnTo>
                  <a:pt x="1319" y="5427"/>
                </a:lnTo>
                <a:close/>
                <a:moveTo>
                  <a:pt x="1319" y="6113"/>
                </a:moveTo>
                <a:lnTo>
                  <a:pt x="1462" y="6195"/>
                </a:lnTo>
                <a:lnTo>
                  <a:pt x="1319" y="6277"/>
                </a:lnTo>
                <a:lnTo>
                  <a:pt x="1319" y="6113"/>
                </a:lnTo>
                <a:close/>
                <a:moveTo>
                  <a:pt x="1319" y="6799"/>
                </a:moveTo>
                <a:lnTo>
                  <a:pt x="1462" y="6881"/>
                </a:lnTo>
                <a:lnTo>
                  <a:pt x="1319" y="6963"/>
                </a:lnTo>
                <a:lnTo>
                  <a:pt x="1319" y="6799"/>
                </a:lnTo>
                <a:close/>
                <a:moveTo>
                  <a:pt x="1319" y="7486"/>
                </a:moveTo>
                <a:lnTo>
                  <a:pt x="1462" y="7568"/>
                </a:lnTo>
                <a:lnTo>
                  <a:pt x="1319" y="7650"/>
                </a:lnTo>
                <a:lnTo>
                  <a:pt x="1319" y="7486"/>
                </a:lnTo>
                <a:close/>
                <a:moveTo>
                  <a:pt x="1319" y="8171"/>
                </a:moveTo>
                <a:lnTo>
                  <a:pt x="1462" y="8253"/>
                </a:lnTo>
                <a:lnTo>
                  <a:pt x="1319" y="8335"/>
                </a:lnTo>
                <a:lnTo>
                  <a:pt x="1319" y="8171"/>
                </a:lnTo>
                <a:close/>
                <a:moveTo>
                  <a:pt x="1319" y="8858"/>
                </a:moveTo>
                <a:lnTo>
                  <a:pt x="1462" y="8940"/>
                </a:lnTo>
                <a:lnTo>
                  <a:pt x="1319" y="9022"/>
                </a:lnTo>
                <a:lnTo>
                  <a:pt x="1319" y="8858"/>
                </a:lnTo>
                <a:close/>
                <a:moveTo>
                  <a:pt x="660" y="311"/>
                </a:moveTo>
                <a:lnTo>
                  <a:pt x="749" y="363"/>
                </a:lnTo>
                <a:lnTo>
                  <a:pt x="660" y="414"/>
                </a:lnTo>
                <a:lnTo>
                  <a:pt x="660" y="311"/>
                </a:lnTo>
                <a:close/>
                <a:moveTo>
                  <a:pt x="660" y="998"/>
                </a:moveTo>
                <a:lnTo>
                  <a:pt x="749" y="1048"/>
                </a:lnTo>
                <a:lnTo>
                  <a:pt x="660" y="1099"/>
                </a:lnTo>
                <a:lnTo>
                  <a:pt x="660" y="998"/>
                </a:lnTo>
                <a:close/>
                <a:moveTo>
                  <a:pt x="660" y="1684"/>
                </a:moveTo>
                <a:lnTo>
                  <a:pt x="749" y="1736"/>
                </a:lnTo>
                <a:lnTo>
                  <a:pt x="660" y="1787"/>
                </a:lnTo>
                <a:lnTo>
                  <a:pt x="660" y="1684"/>
                </a:lnTo>
                <a:close/>
                <a:moveTo>
                  <a:pt x="660" y="2370"/>
                </a:moveTo>
                <a:lnTo>
                  <a:pt x="749" y="2420"/>
                </a:lnTo>
                <a:lnTo>
                  <a:pt x="660" y="2471"/>
                </a:lnTo>
                <a:lnTo>
                  <a:pt x="660" y="2370"/>
                </a:lnTo>
                <a:close/>
                <a:moveTo>
                  <a:pt x="660" y="3056"/>
                </a:moveTo>
                <a:lnTo>
                  <a:pt x="749" y="3108"/>
                </a:lnTo>
                <a:lnTo>
                  <a:pt x="660" y="3159"/>
                </a:lnTo>
                <a:lnTo>
                  <a:pt x="660" y="3056"/>
                </a:lnTo>
                <a:close/>
                <a:moveTo>
                  <a:pt x="660" y="3743"/>
                </a:moveTo>
                <a:lnTo>
                  <a:pt x="749" y="3793"/>
                </a:lnTo>
                <a:lnTo>
                  <a:pt x="660" y="3844"/>
                </a:lnTo>
                <a:lnTo>
                  <a:pt x="660" y="3743"/>
                </a:lnTo>
                <a:close/>
                <a:moveTo>
                  <a:pt x="660" y="4428"/>
                </a:moveTo>
                <a:lnTo>
                  <a:pt x="749" y="4480"/>
                </a:lnTo>
                <a:lnTo>
                  <a:pt x="660" y="4531"/>
                </a:lnTo>
                <a:lnTo>
                  <a:pt x="660" y="4428"/>
                </a:lnTo>
                <a:close/>
                <a:moveTo>
                  <a:pt x="660" y="5115"/>
                </a:moveTo>
                <a:lnTo>
                  <a:pt x="749" y="5165"/>
                </a:lnTo>
                <a:lnTo>
                  <a:pt x="660" y="5216"/>
                </a:lnTo>
                <a:lnTo>
                  <a:pt x="660" y="5115"/>
                </a:lnTo>
                <a:close/>
                <a:moveTo>
                  <a:pt x="660" y="5801"/>
                </a:moveTo>
                <a:lnTo>
                  <a:pt x="749" y="5853"/>
                </a:lnTo>
                <a:lnTo>
                  <a:pt x="660" y="5904"/>
                </a:lnTo>
                <a:lnTo>
                  <a:pt x="660" y="5801"/>
                </a:lnTo>
                <a:close/>
                <a:moveTo>
                  <a:pt x="660" y="6487"/>
                </a:moveTo>
                <a:lnTo>
                  <a:pt x="749" y="6538"/>
                </a:lnTo>
                <a:lnTo>
                  <a:pt x="660" y="6588"/>
                </a:lnTo>
                <a:lnTo>
                  <a:pt x="660" y="6487"/>
                </a:lnTo>
                <a:close/>
                <a:moveTo>
                  <a:pt x="660" y="7173"/>
                </a:moveTo>
                <a:lnTo>
                  <a:pt x="749" y="7225"/>
                </a:lnTo>
                <a:lnTo>
                  <a:pt x="660" y="7276"/>
                </a:lnTo>
                <a:lnTo>
                  <a:pt x="660" y="7173"/>
                </a:lnTo>
                <a:close/>
                <a:moveTo>
                  <a:pt x="660" y="7860"/>
                </a:moveTo>
                <a:lnTo>
                  <a:pt x="749" y="7911"/>
                </a:lnTo>
                <a:lnTo>
                  <a:pt x="660" y="7961"/>
                </a:lnTo>
                <a:lnTo>
                  <a:pt x="660" y="7860"/>
                </a:lnTo>
                <a:close/>
                <a:moveTo>
                  <a:pt x="660" y="8545"/>
                </a:moveTo>
                <a:lnTo>
                  <a:pt x="749" y="8597"/>
                </a:lnTo>
                <a:lnTo>
                  <a:pt x="660" y="8648"/>
                </a:lnTo>
                <a:lnTo>
                  <a:pt x="660" y="8545"/>
                </a:lnTo>
                <a:close/>
                <a:moveTo>
                  <a:pt x="0" y="0"/>
                </a:moveTo>
                <a:lnTo>
                  <a:pt x="35" y="19"/>
                </a:lnTo>
                <a:lnTo>
                  <a:pt x="0" y="40"/>
                </a:lnTo>
                <a:lnTo>
                  <a:pt x="0" y="0"/>
                </a:lnTo>
                <a:close/>
                <a:moveTo>
                  <a:pt x="0" y="685"/>
                </a:moveTo>
                <a:lnTo>
                  <a:pt x="35" y="706"/>
                </a:lnTo>
                <a:lnTo>
                  <a:pt x="0" y="725"/>
                </a:lnTo>
                <a:lnTo>
                  <a:pt x="0" y="685"/>
                </a:lnTo>
                <a:close/>
                <a:moveTo>
                  <a:pt x="0" y="1372"/>
                </a:moveTo>
                <a:lnTo>
                  <a:pt x="35" y="1391"/>
                </a:lnTo>
                <a:lnTo>
                  <a:pt x="0" y="1412"/>
                </a:lnTo>
                <a:lnTo>
                  <a:pt x="0" y="1372"/>
                </a:lnTo>
                <a:close/>
                <a:moveTo>
                  <a:pt x="0" y="2058"/>
                </a:moveTo>
                <a:lnTo>
                  <a:pt x="35" y="2079"/>
                </a:lnTo>
                <a:lnTo>
                  <a:pt x="0" y="2098"/>
                </a:lnTo>
                <a:lnTo>
                  <a:pt x="0" y="2058"/>
                </a:lnTo>
                <a:close/>
                <a:moveTo>
                  <a:pt x="0" y="2744"/>
                </a:moveTo>
                <a:lnTo>
                  <a:pt x="35" y="2763"/>
                </a:lnTo>
                <a:lnTo>
                  <a:pt x="0" y="2784"/>
                </a:lnTo>
                <a:lnTo>
                  <a:pt x="0" y="2744"/>
                </a:lnTo>
                <a:close/>
                <a:moveTo>
                  <a:pt x="0" y="3430"/>
                </a:moveTo>
                <a:lnTo>
                  <a:pt x="35" y="3451"/>
                </a:lnTo>
                <a:lnTo>
                  <a:pt x="0" y="3470"/>
                </a:lnTo>
                <a:lnTo>
                  <a:pt x="0" y="3430"/>
                </a:lnTo>
                <a:close/>
                <a:moveTo>
                  <a:pt x="0" y="4117"/>
                </a:moveTo>
                <a:lnTo>
                  <a:pt x="35" y="4136"/>
                </a:lnTo>
                <a:lnTo>
                  <a:pt x="0" y="4157"/>
                </a:lnTo>
                <a:lnTo>
                  <a:pt x="0" y="4117"/>
                </a:lnTo>
                <a:close/>
                <a:moveTo>
                  <a:pt x="0" y="4802"/>
                </a:moveTo>
                <a:lnTo>
                  <a:pt x="35" y="4823"/>
                </a:lnTo>
                <a:lnTo>
                  <a:pt x="0" y="4842"/>
                </a:lnTo>
                <a:lnTo>
                  <a:pt x="0" y="4802"/>
                </a:lnTo>
                <a:close/>
                <a:moveTo>
                  <a:pt x="0" y="5489"/>
                </a:moveTo>
                <a:lnTo>
                  <a:pt x="35" y="5508"/>
                </a:lnTo>
                <a:lnTo>
                  <a:pt x="0" y="5529"/>
                </a:lnTo>
                <a:lnTo>
                  <a:pt x="0" y="5489"/>
                </a:lnTo>
                <a:close/>
                <a:moveTo>
                  <a:pt x="0" y="6175"/>
                </a:moveTo>
                <a:lnTo>
                  <a:pt x="35" y="6196"/>
                </a:lnTo>
                <a:lnTo>
                  <a:pt x="0" y="6215"/>
                </a:lnTo>
                <a:lnTo>
                  <a:pt x="0" y="6175"/>
                </a:lnTo>
                <a:close/>
                <a:moveTo>
                  <a:pt x="0" y="6861"/>
                </a:moveTo>
                <a:lnTo>
                  <a:pt x="35" y="6880"/>
                </a:lnTo>
                <a:lnTo>
                  <a:pt x="0" y="6901"/>
                </a:lnTo>
                <a:lnTo>
                  <a:pt x="0" y="6861"/>
                </a:lnTo>
                <a:close/>
                <a:moveTo>
                  <a:pt x="0" y="7547"/>
                </a:moveTo>
                <a:lnTo>
                  <a:pt x="35" y="7568"/>
                </a:lnTo>
                <a:lnTo>
                  <a:pt x="0" y="7587"/>
                </a:lnTo>
                <a:lnTo>
                  <a:pt x="0" y="7547"/>
                </a:lnTo>
                <a:close/>
                <a:moveTo>
                  <a:pt x="0" y="8234"/>
                </a:moveTo>
                <a:lnTo>
                  <a:pt x="35" y="8253"/>
                </a:lnTo>
                <a:lnTo>
                  <a:pt x="0" y="8274"/>
                </a:lnTo>
                <a:lnTo>
                  <a:pt x="0" y="8234"/>
                </a:lnTo>
                <a:close/>
                <a:moveTo>
                  <a:pt x="0" y="8919"/>
                </a:moveTo>
                <a:lnTo>
                  <a:pt x="35" y="8940"/>
                </a:lnTo>
                <a:lnTo>
                  <a:pt x="0" y="8959"/>
                </a:lnTo>
                <a:lnTo>
                  <a:pt x="0" y="8919"/>
                </a:lnTo>
                <a:close/>
              </a:path>
            </a:pathLst>
          </a:custGeom>
          <a:gradFill>
            <a:gsLst>
              <a:gs pos="0">
                <a:srgbClr val="FFFFFF">
                  <a:alpha val="0"/>
                </a:srgbClr>
              </a:gs>
              <a:gs pos="51000">
                <a:srgbClr val="266CBA">
                  <a:alpha val="20000"/>
                </a:srgbClr>
              </a:gs>
              <a:gs pos="100000">
                <a:srgbClr val="FFFFFF">
                  <a:alpha val="0"/>
                </a:srgbClr>
              </a:gs>
            </a:gsLst>
            <a:lin ang="5400000" scaled="0"/>
          </a:gradFill>
          <a:ln w="8829" cap="flat">
            <a:noFill/>
            <a:prstDash val="solid"/>
            <a:miter/>
          </a:ln>
        </p:spPr>
        <p:txBody>
          <a:bodyPr wrap="square" rtlCol="0" anchor="ctr">
            <a:noAutofit/>
          </a:bodyPr>
          <a:p>
            <a:r>
              <a:rPr lang="en-US" altLang="zh-CN">
                <a:solidFill>
                  <a:schemeClr val="dk1"/>
                </a:solidFill>
                <a:latin typeface="微软雅黑" panose="020B0503020204020204" charset="-122"/>
                <a:ea typeface="微软雅黑" panose="020B0503020204020204" charset="-122"/>
              </a:rPr>
              <a:t>                                                            </a:t>
            </a:r>
            <a:r>
              <a:rPr lang="en-US" altLang="zh-CN">
                <a:solidFill>
                  <a:schemeClr val="dk1"/>
                </a:solidFill>
                <a:latin typeface="汉仪青云简" panose="00020600040101010101" charset="-122"/>
                <a:ea typeface="汉仪青云简" panose="00020600040101010101" charset="-122"/>
                <a:cs typeface="汉仪青云简" panose="00020600040101010101" charset="-122"/>
              </a:rPr>
              <a:t> </a:t>
            </a:r>
            <a:r>
              <a:rPr lang="zh-CN" altLang="en-US" sz="3600">
                <a:solidFill>
                  <a:schemeClr val="dk1"/>
                </a:solidFill>
                <a:latin typeface="汉仪青云简" panose="00020600040101010101" charset="-122"/>
                <a:ea typeface="汉仪青云简" panose="00020600040101010101" charset="-122"/>
                <a:cs typeface="汉仪青云简" panose="00020600040101010101" charset="-122"/>
              </a:rPr>
              <a:t>邓立国</a:t>
            </a:r>
            <a:endParaRPr lang="zh-CN" altLang="en-US" sz="3600">
              <a:solidFill>
                <a:schemeClr val="dk1"/>
              </a:solidFill>
              <a:latin typeface="汉仪青云简" panose="00020600040101010101" charset="-122"/>
              <a:ea typeface="汉仪青云简" panose="00020600040101010101" charset="-122"/>
              <a:cs typeface="汉仪青云简" panose="00020600040101010101" charset="-122"/>
            </a:endParaRPr>
          </a:p>
        </p:txBody>
      </p:sp>
    </p:spTree>
    <p:custDataLst>
      <p:tags r:id="rId5"/>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SQL Server 2016创建和 管理数据库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数据库是指长期存储在计算机内，有组织的、有结构的、可共享的数据集合。数据库中的数据按一定的数据模型组织、描述和存储，具有较小的冗余度、较高的数据独立性和易扩展性，可供各种用户共享。</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数据库是很多应用程序的主要组成部分。在创建应用程序时，首先必须根据业务需求来设计数据库，使其覆盖应用中所有需要保存的业务信息。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数据库管理系统（DBMS）是一个能够让用户定义、创建和维护数据库以及控制对数据库访问的软件系统。它是与用户、应用程序和数据库进行相互作用的软件。DBMS允许用户定义数据结构，以及从数据库中插入、更新、删除和检索数据。常用的数据库管理系统有MySQL、SQL Server和Oracle等。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本章主要介绍创建、查看、修改和删除数据库的方法，文件组的概念和作用，以及掌握创建和使用文件组的方法。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SQL Server 2016创建和 管理数据库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6.1 SQL Server Management Studio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Management Studio（SSMS）将早期版本的 SQL Server 中所包含的企业管理器、查询分析器和 Analysis Manager 功能整合到单一的环境中。它是一个集成环境，用于访问、配置、管理和开发 SQL Server 的所有组件。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SQL Server Management Studio是管理数据库引擎和编写 Transact-SQL 代码的主要工具。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数据库引擎是用于存储、处理和保护数据的核心服务。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打开SSMS并连接到数据库引擎</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927100"/>
            <a:ext cx="11277600" cy="331279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使用数据库引擎创建用于处理数据的关系数据库，这包括创建用于存储数据的表和其他数据库对象（如视图和存储过程），可以使用 SQL Server Management Studio（SSMS）管理数据库对象。
启动数据库引擎的操作步骤如下：
（1）依次选择“开始”→“所有程序”→Microsoft SQL Server 2016→SQL Server Management Studio命令。
（2）打开“连接到服务器”对话框，在“服务器类型”下拉列表框中选择“数据库引擎”选项。图6-1所示为SQL Server 2016启动与“连接到服务器”对话框。
（3）在“服务器名称”文本框中输入 SQL Server 实例的名称，如SC-201704052024；从下拉列表框选择已经安装的服务器的名称。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（4）在“身份验证”下拉列表框中选择“Windows身份验证”选项。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（5）单击“连接”按钮，打开 SSMS窗口并连接到数据库引擎，如图6-2所示。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6"/>
          <a:stretch>
            <a:fillRect/>
          </a:stretch>
        </p:blipFill>
        <p:spPr>
          <a:xfrm>
            <a:off x="1821180" y="4404995"/>
            <a:ext cx="2505075" cy="1857375"/>
          </a:xfrm>
          <a:prstGeom prst="rect">
            <a:avLst/>
          </a:prstGeom>
        </p:spPr>
      </p:pic>
      <p:pic>
        <p:nvPicPr>
          <p:cNvPr id="4" name="图片 3"/>
          <p:cNvPicPr>
            <a:picLocks noChangeAspect="1"/>
          </p:cNvPicPr>
          <p:nvPr/>
        </p:nvPicPr>
        <p:blipFill>
          <a:blip r:embed="rId7"/>
          <a:stretch>
            <a:fillRect/>
          </a:stretch>
        </p:blipFill>
        <p:spPr>
          <a:xfrm>
            <a:off x="5045710" y="4404995"/>
            <a:ext cx="2524125" cy="1857375"/>
          </a:xfrm>
          <a:prstGeom prst="rect">
            <a:avLst/>
          </a:prstGeom>
        </p:spPr>
      </p:pic>
      <p:sp>
        <p:nvSpPr>
          <p:cNvPr id="5" name="文本框 4"/>
          <p:cNvSpPr txBox="1"/>
          <p:nvPr/>
        </p:nvSpPr>
        <p:spPr>
          <a:xfrm>
            <a:off x="2802255" y="6262370"/>
            <a:ext cx="6096000" cy="368300"/>
          </a:xfrm>
          <a:prstGeom prst="rect">
            <a:avLst/>
          </a:prstGeom>
          <a:noFill/>
        </p:spPr>
        <p:txBody>
          <a:bodyPr wrap="square" rtlCol="0" anchor="t">
            <a:spAutoFit/>
          </a:bodyPr>
          <a:p>
            <a:r>
              <a:rPr lang="zh-CN" altLang="en-US"/>
              <a:t>图6-1  启动与“连接到服务器”对话框</a:t>
            </a:r>
            <a:endParaRPr lang="zh-CN" altLang="en-US"/>
          </a:p>
        </p:txBody>
      </p:sp>
    </p:spTree>
    <p:custDataLst>
      <p:tags r:id="rId8"/>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打开SSMS并连接到数据库引擎</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图文框 6"/>
          <p:cNvSpPr/>
          <p:nvPr>
            <p:custDataLst>
              <p:tags r:id="rId5"/>
            </p:custDataLst>
          </p:nvPr>
        </p:nvSpPr>
        <p:spPr>
          <a:xfrm>
            <a:off x="1163595" y="1354178"/>
            <a:ext cx="9864896" cy="5199067"/>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6"/>
            </p:custDataLst>
          </p:nvPr>
        </p:nvSpPr>
        <p:spPr>
          <a:xfrm rot="10800000" flipH="1" flipV="1">
            <a:off x="1638502" y="1219200"/>
            <a:ext cx="881501" cy="69542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2" name="任意多边形: 形状 19"/>
          <p:cNvSpPr>
            <a:spLocks noChangeAspect="1"/>
          </p:cNvSpPr>
          <p:nvPr>
            <p:custDataLst>
              <p:tags r:id="rId7"/>
            </p:custDataLst>
          </p:nvPr>
        </p:nvSpPr>
        <p:spPr>
          <a:xfrm rot="10800000" flipH="1" flipV="1">
            <a:off x="1480754" y="1219200"/>
            <a:ext cx="881501" cy="69542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11" name="Title 6"/>
          <p:cNvSpPr txBox="1"/>
          <p:nvPr>
            <p:custDataLst>
              <p:tags r:id="rId8"/>
            </p:custDataLst>
          </p:nvPr>
        </p:nvSpPr>
        <p:spPr>
          <a:xfrm>
            <a:off x="1963451" y="3353800"/>
            <a:ext cx="2566207" cy="11997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ctr"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图6-2 SSMS窗口</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4" name="图片 3" descr="/data/temp/78c76f69-1557-11ee-8348-eebcf3dea646.jpg78c76f69-1557-11ee-8348-eebcf3dea646"/>
          <p:cNvPicPr>
            <a:picLocks noChangeAspect="1"/>
          </p:cNvPicPr>
          <p:nvPr>
            <p:custDataLst>
              <p:tags r:id="rId9"/>
            </p:custDataLst>
          </p:nvPr>
        </p:nvPicPr>
        <p:blipFill rotWithShape="1">
          <a:blip r:embed="rId10"/>
          <a:srcRect/>
          <a:stretch>
            <a:fillRect/>
          </a:stretch>
        </p:blipFill>
        <p:spPr>
          <a:xfrm>
            <a:off x="5062898" y="2538398"/>
            <a:ext cx="5299040" cy="2830581"/>
          </a:xfrm>
          <a:custGeom>
            <a:avLst/>
            <a:gdLst/>
            <a:ahLst/>
            <a:cxnLst>
              <a:cxn ang="3">
                <a:pos x="hc" y="t"/>
              </a:cxn>
              <a:cxn ang="cd2">
                <a:pos x="l" y="vc"/>
              </a:cxn>
              <a:cxn ang="cd4">
                <a:pos x="hc" y="b"/>
              </a:cxn>
              <a:cxn ang="0">
                <a:pos x="r" y="vc"/>
              </a:cxn>
            </a:cxnLst>
            <a:rect l="l" t="t" r="r" b="b"/>
            <a:pathLst>
              <a:path w="8880" h="6480">
                <a:moveTo>
                  <a:pt x="0" y="0"/>
                </a:moveTo>
                <a:lnTo>
                  <a:pt x="8880" y="0"/>
                </a:lnTo>
                <a:lnTo>
                  <a:pt x="8880" y="6480"/>
                </a:lnTo>
                <a:lnTo>
                  <a:pt x="0" y="6480"/>
                </a:lnTo>
                <a:lnTo>
                  <a:pt x="0" y="0"/>
                </a:lnTo>
                <a:close/>
              </a:path>
            </a:pathLst>
          </a:custGeom>
        </p:spPr>
      </p:pic>
    </p:spTree>
    <p:custDataLst>
      <p:tags r:id="rId11"/>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显示“已注册的服务器”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78bd75b7-1557-11ee-97e3-42fbe6673ad9.jpg78bd75b7-1557-11ee-97e3-42fbe6673ad9"/>
          <p:cNvPicPr>
            <a:picLocks noChangeAspect="1"/>
          </p:cNvPicPr>
          <p:nvPr>
            <p:custDataLst>
              <p:tags r:id="rId5"/>
            </p:custDataLst>
          </p:nvPr>
        </p:nvPicPr>
        <p:blipFill rotWithShape="1">
          <a:blip r:embed="rId6"/>
          <a:srcRect/>
          <a:stretch>
            <a:fillRect/>
          </a:stretch>
        </p:blipFill>
        <p:spPr>
          <a:xfrm>
            <a:off x="756852" y="1268333"/>
            <a:ext cx="1101793" cy="358537"/>
          </a:xfrm>
          <a:custGeom>
            <a:avLst/>
            <a:gdLst/>
            <a:ahLst/>
            <a:cxnLst>
              <a:cxn ang="3">
                <a:pos x="hc" y="t"/>
              </a:cxn>
              <a:cxn ang="cd2">
                <a:pos x="l" y="vc"/>
              </a:cxn>
              <a:cxn ang="cd4">
                <a:pos x="hc" y="b"/>
              </a:cxn>
              <a:cxn ang="0">
                <a:pos x="r" y="vc"/>
              </a:cxn>
            </a:cxnLst>
            <a:rect l="l" t="t" r="r" b="b"/>
            <a:pathLst>
              <a:path w="12480" h="3120">
                <a:moveTo>
                  <a:pt x="0" y="0"/>
                </a:moveTo>
                <a:lnTo>
                  <a:pt x="12480" y="0"/>
                </a:lnTo>
                <a:lnTo>
                  <a:pt x="12480" y="3120"/>
                </a:lnTo>
                <a:lnTo>
                  <a:pt x="0" y="3120"/>
                </a:lnTo>
                <a:lnTo>
                  <a:pt x="0" y="0"/>
                </a:lnTo>
                <a:close/>
              </a:path>
            </a:pathLst>
          </a:custGeom>
        </p:spPr>
      </p:pic>
      <p:sp>
        <p:nvSpPr>
          <p:cNvPr id="11" name="Title 6"/>
          <p:cNvSpPr txBox="1"/>
          <p:nvPr>
            <p:custDataLst>
              <p:tags r:id="rId7"/>
            </p:custDataLst>
          </p:nvPr>
        </p:nvSpPr>
        <p:spPr>
          <a:xfrm>
            <a:off x="2289175" y="1018540"/>
            <a:ext cx="6763385" cy="89789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显示【已注册的服务器】，步骤如下：
打开 SQL Server Management Studio。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8"/>
          <a:stretch>
            <a:fillRect/>
          </a:stretch>
        </p:blipFill>
        <p:spPr>
          <a:xfrm>
            <a:off x="706755" y="2248535"/>
            <a:ext cx="1151890" cy="375285"/>
          </a:xfrm>
          <a:prstGeom prst="rect">
            <a:avLst/>
          </a:prstGeom>
        </p:spPr>
      </p:pic>
      <p:sp>
        <p:nvSpPr>
          <p:cNvPr id="5" name="Title 6"/>
          <p:cNvSpPr txBox="1"/>
          <p:nvPr>
            <p:custDataLst>
              <p:tags r:id="rId9"/>
            </p:custDataLst>
          </p:nvPr>
        </p:nvSpPr>
        <p:spPr>
          <a:xfrm>
            <a:off x="2289175" y="1567815"/>
            <a:ext cx="9444990" cy="166179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视图”菜单中选择“已注册的服务器”命令，如图6-3所示。“已注册的服务器”窗格将显示在对象资源管理器的上面，列出的是经常管理的服务器，可以在此添加和删除服务器，如图6-4所示。右击sc-201704052024服务器，然后在弹出的快捷菜单中选择“删除”命令，如图6-5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8" name="图片 7"/>
          <p:cNvPicPr>
            <a:picLocks noChangeAspect="1"/>
          </p:cNvPicPr>
          <p:nvPr/>
        </p:nvPicPr>
        <p:blipFill>
          <a:blip r:embed="rId10"/>
          <a:stretch>
            <a:fillRect/>
          </a:stretch>
        </p:blipFill>
        <p:spPr>
          <a:xfrm>
            <a:off x="2127885" y="3070860"/>
            <a:ext cx="4302125" cy="3558540"/>
          </a:xfrm>
          <a:prstGeom prst="rect">
            <a:avLst/>
          </a:prstGeom>
        </p:spPr>
      </p:pic>
      <p:pic>
        <p:nvPicPr>
          <p:cNvPr id="10" name="图片 9"/>
          <p:cNvPicPr>
            <a:picLocks noChangeAspect="1"/>
          </p:cNvPicPr>
          <p:nvPr/>
        </p:nvPicPr>
        <p:blipFill>
          <a:blip r:embed="rId11"/>
          <a:stretch>
            <a:fillRect/>
          </a:stretch>
        </p:blipFill>
        <p:spPr>
          <a:xfrm>
            <a:off x="7480935" y="3459480"/>
            <a:ext cx="2297430" cy="1353820"/>
          </a:xfrm>
          <a:prstGeom prst="rect">
            <a:avLst/>
          </a:prstGeom>
        </p:spPr>
      </p:pic>
      <p:sp>
        <p:nvSpPr>
          <p:cNvPr id="12" name="文本框 11"/>
          <p:cNvSpPr txBox="1"/>
          <p:nvPr/>
        </p:nvSpPr>
        <p:spPr>
          <a:xfrm>
            <a:off x="3286125" y="6551295"/>
            <a:ext cx="1985645" cy="306705"/>
          </a:xfrm>
          <a:prstGeom prst="rect">
            <a:avLst/>
          </a:prstGeom>
          <a:noFill/>
        </p:spPr>
        <p:txBody>
          <a:bodyPr wrap="square" rtlCol="0" anchor="t">
            <a:spAutoFit/>
          </a:bodyPr>
          <a:p>
            <a:r>
              <a:rPr lang="zh-CN" altLang="en-US" sz="1400"/>
              <a:t>图6-3  “视图”菜单</a:t>
            </a:r>
            <a:endParaRPr lang="zh-CN" altLang="en-US" sz="1400"/>
          </a:p>
        </p:txBody>
      </p:sp>
      <p:sp>
        <p:nvSpPr>
          <p:cNvPr id="13" name="文本框 12"/>
          <p:cNvSpPr txBox="1"/>
          <p:nvPr/>
        </p:nvSpPr>
        <p:spPr>
          <a:xfrm>
            <a:off x="7386320" y="5019040"/>
            <a:ext cx="6096000" cy="368300"/>
          </a:xfrm>
          <a:prstGeom prst="rect">
            <a:avLst/>
          </a:prstGeom>
          <a:noFill/>
        </p:spPr>
        <p:txBody>
          <a:bodyPr wrap="square" rtlCol="0" anchor="t">
            <a:spAutoFit/>
          </a:bodyPr>
          <a:p>
            <a:pPr lvl="0" algn="l">
              <a:buClrTx/>
              <a:buSzTx/>
              <a:buFontTx/>
            </a:pPr>
            <a:r>
              <a:rPr lang="zh-CN" altLang="en-US" sz="1400">
                <a:sym typeface="+mn-ea"/>
              </a:rPr>
              <a:t>图6-4  “已注册的服务器”窗格</a:t>
            </a:r>
            <a:endParaRPr lang="zh-CN" altLang="en-US" sz="1400">
              <a:sym typeface="+mn-ea"/>
            </a:endParaRPr>
          </a:p>
        </p:txBody>
      </p:sp>
    </p:spTree>
    <p:custDataLst>
      <p:tags r:id="rId12"/>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显示“已注册的服务器”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椭圆 21"/>
          <p:cNvSpPr/>
          <p:nvPr>
            <p:custDataLst>
              <p:tags r:id="rId5"/>
            </p:custDataLst>
          </p:nvPr>
        </p:nvSpPr>
        <p:spPr>
          <a:xfrm>
            <a:off x="10007419" y="1219204"/>
            <a:ext cx="260727" cy="260727"/>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3" name="椭圆 22"/>
          <p:cNvSpPr/>
          <p:nvPr>
            <p:custDataLst>
              <p:tags r:id="rId6"/>
            </p:custDataLst>
          </p:nvPr>
        </p:nvSpPr>
        <p:spPr>
          <a:xfrm>
            <a:off x="10397420" y="1219204"/>
            <a:ext cx="260727" cy="260727"/>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4" name="椭圆 23"/>
          <p:cNvSpPr/>
          <p:nvPr>
            <p:custDataLst>
              <p:tags r:id="rId7"/>
            </p:custDataLst>
          </p:nvPr>
        </p:nvSpPr>
        <p:spPr>
          <a:xfrm>
            <a:off x="10789594" y="1219204"/>
            <a:ext cx="260727" cy="260727"/>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5" name="任意多边形 24"/>
          <p:cNvSpPr/>
          <p:nvPr>
            <p:custDataLst>
              <p:tags r:id="rId8"/>
            </p:custDataLst>
          </p:nvPr>
        </p:nvSpPr>
        <p:spPr>
          <a:xfrm>
            <a:off x="1141681" y="5165925"/>
            <a:ext cx="1580102" cy="1387818"/>
          </a:xfrm>
          <a:custGeom>
            <a:avLst/>
            <a:gdLst/>
            <a:ahLst/>
            <a:cxnLst>
              <a:cxn ang="3">
                <a:pos x="hc" y="t"/>
              </a:cxn>
              <a:cxn ang="cd2">
                <a:pos x="l" y="vc"/>
              </a:cxn>
              <a:cxn ang="cd4">
                <a:pos x="hc" y="b"/>
              </a:cxn>
              <a:cxn ang="0">
                <a:pos x="r" y="vc"/>
              </a:cxn>
            </a:cxnLst>
            <a:rect l="l" t="t" r="r" b="b"/>
            <a:pathLst>
              <a:path w="2858" h="2510">
                <a:moveTo>
                  <a:pt x="780" y="0"/>
                </a:moveTo>
                <a:cubicBezTo>
                  <a:pt x="1927" y="0"/>
                  <a:pt x="2858" y="931"/>
                  <a:pt x="2858" y="2079"/>
                </a:cubicBezTo>
                <a:cubicBezTo>
                  <a:pt x="2858" y="2222"/>
                  <a:pt x="2843" y="2362"/>
                  <a:pt x="2816" y="2497"/>
                </a:cubicBezTo>
                <a:lnTo>
                  <a:pt x="2813" y="2510"/>
                </a:lnTo>
                <a:lnTo>
                  <a:pt x="0" y="2510"/>
                </a:lnTo>
                <a:lnTo>
                  <a:pt x="0" y="151"/>
                </a:lnTo>
                <a:lnTo>
                  <a:pt x="17" y="144"/>
                </a:lnTo>
                <a:cubicBezTo>
                  <a:pt x="253" y="51"/>
                  <a:pt x="510" y="0"/>
                  <a:pt x="780"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26" name="AutoShape 3"/>
          <p:cNvSpPr>
            <a:spLocks noChangeAspect="1" noChangeArrowheads="1" noTextEdit="1"/>
          </p:cNvSpPr>
          <p:nvPr>
            <p:custDataLst>
              <p:tags r:id="rId9"/>
            </p:custDataLst>
          </p:nvPr>
        </p:nvSpPr>
        <p:spPr bwMode="auto">
          <a:xfrm>
            <a:off x="1797839" y="1990512"/>
            <a:ext cx="576311" cy="532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7" name="Freeform 5"/>
          <p:cNvSpPr>
            <a:spLocks noEditPoints="1"/>
          </p:cNvSpPr>
          <p:nvPr>
            <p:custDataLst>
              <p:tags r:id="rId10"/>
            </p:custDataLst>
          </p:nvPr>
        </p:nvSpPr>
        <p:spPr bwMode="auto">
          <a:xfrm>
            <a:off x="1664222" y="1740659"/>
            <a:ext cx="667565" cy="522536"/>
          </a:xfrm>
          <a:custGeom>
            <a:avLst/>
            <a:gdLst>
              <a:gd name="T0" fmla="*/ 87 w 234"/>
              <a:gd name="T1" fmla="*/ 122 h 217"/>
              <a:gd name="T2" fmla="*/ 87 w 234"/>
              <a:gd name="T3" fmla="*/ 217 h 217"/>
              <a:gd name="T4" fmla="*/ 0 w 234"/>
              <a:gd name="T5" fmla="*/ 217 h 217"/>
              <a:gd name="T6" fmla="*/ 0 w 234"/>
              <a:gd name="T7" fmla="*/ 142 h 217"/>
              <a:gd name="T8" fmla="*/ 14 w 234"/>
              <a:gd name="T9" fmla="*/ 55 h 217"/>
              <a:gd name="T10" fmla="*/ 74 w 234"/>
              <a:gd name="T11" fmla="*/ 0 h 217"/>
              <a:gd name="T12" fmla="*/ 94 w 234"/>
              <a:gd name="T13" fmla="*/ 32 h 217"/>
              <a:gd name="T14" fmla="*/ 58 w 234"/>
              <a:gd name="T15" fmla="*/ 63 h 217"/>
              <a:gd name="T16" fmla="*/ 44 w 234"/>
              <a:gd name="T17" fmla="*/ 122 h 217"/>
              <a:gd name="T18" fmla="*/ 87 w 234"/>
              <a:gd name="T19" fmla="*/ 122 h 217"/>
              <a:gd name="T20" fmla="*/ 227 w 234"/>
              <a:gd name="T21" fmla="*/ 122 h 217"/>
              <a:gd name="T22" fmla="*/ 227 w 234"/>
              <a:gd name="T23" fmla="*/ 217 h 217"/>
              <a:gd name="T24" fmla="*/ 140 w 234"/>
              <a:gd name="T25" fmla="*/ 217 h 217"/>
              <a:gd name="T26" fmla="*/ 140 w 234"/>
              <a:gd name="T27" fmla="*/ 142 h 217"/>
              <a:gd name="T28" fmla="*/ 154 w 234"/>
              <a:gd name="T29" fmla="*/ 55 h 217"/>
              <a:gd name="T30" fmla="*/ 214 w 234"/>
              <a:gd name="T31" fmla="*/ 0 h 217"/>
              <a:gd name="T32" fmla="*/ 234 w 234"/>
              <a:gd name="T33" fmla="*/ 32 h 217"/>
              <a:gd name="T34" fmla="*/ 198 w 234"/>
              <a:gd name="T35" fmla="*/ 63 h 217"/>
              <a:gd name="T36" fmla="*/ 185 w 234"/>
              <a:gd name="T37" fmla="*/ 122 h 217"/>
              <a:gd name="T38" fmla="*/ 227 w 234"/>
              <a:gd name="T39" fmla="*/ 12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217">
                <a:moveTo>
                  <a:pt x="87" y="122"/>
                </a:moveTo>
                <a:cubicBezTo>
                  <a:pt x="87" y="217"/>
                  <a:pt x="87" y="217"/>
                  <a:pt x="87" y="217"/>
                </a:cubicBezTo>
                <a:cubicBezTo>
                  <a:pt x="0" y="217"/>
                  <a:pt x="0" y="217"/>
                  <a:pt x="0" y="217"/>
                </a:cubicBezTo>
                <a:cubicBezTo>
                  <a:pt x="0" y="142"/>
                  <a:pt x="0" y="142"/>
                  <a:pt x="0" y="142"/>
                </a:cubicBezTo>
                <a:cubicBezTo>
                  <a:pt x="0" y="102"/>
                  <a:pt x="5" y="73"/>
                  <a:pt x="14" y="55"/>
                </a:cubicBezTo>
                <a:cubicBezTo>
                  <a:pt x="27" y="30"/>
                  <a:pt x="47" y="12"/>
                  <a:pt x="74" y="0"/>
                </a:cubicBezTo>
                <a:cubicBezTo>
                  <a:pt x="94" y="32"/>
                  <a:pt x="94" y="32"/>
                  <a:pt x="94" y="32"/>
                </a:cubicBezTo>
                <a:cubicBezTo>
                  <a:pt x="78" y="38"/>
                  <a:pt x="65" y="49"/>
                  <a:pt x="58" y="63"/>
                </a:cubicBezTo>
                <a:cubicBezTo>
                  <a:pt x="50" y="76"/>
                  <a:pt x="45" y="96"/>
                  <a:pt x="44" y="122"/>
                </a:cubicBezTo>
                <a:lnTo>
                  <a:pt x="87" y="122"/>
                </a:lnTo>
                <a:close/>
                <a:moveTo>
                  <a:pt x="227" y="122"/>
                </a:moveTo>
                <a:cubicBezTo>
                  <a:pt x="227" y="217"/>
                  <a:pt x="227" y="217"/>
                  <a:pt x="227" y="217"/>
                </a:cubicBezTo>
                <a:cubicBezTo>
                  <a:pt x="140" y="217"/>
                  <a:pt x="140" y="217"/>
                  <a:pt x="140" y="217"/>
                </a:cubicBezTo>
                <a:cubicBezTo>
                  <a:pt x="140" y="142"/>
                  <a:pt x="140" y="142"/>
                  <a:pt x="140" y="142"/>
                </a:cubicBezTo>
                <a:cubicBezTo>
                  <a:pt x="140" y="102"/>
                  <a:pt x="145" y="73"/>
                  <a:pt x="154" y="55"/>
                </a:cubicBezTo>
                <a:cubicBezTo>
                  <a:pt x="167" y="30"/>
                  <a:pt x="187" y="12"/>
                  <a:pt x="214" y="0"/>
                </a:cubicBezTo>
                <a:cubicBezTo>
                  <a:pt x="234" y="32"/>
                  <a:pt x="234" y="32"/>
                  <a:pt x="234" y="32"/>
                </a:cubicBezTo>
                <a:cubicBezTo>
                  <a:pt x="218" y="38"/>
                  <a:pt x="206" y="49"/>
                  <a:pt x="198" y="63"/>
                </a:cubicBezTo>
                <a:cubicBezTo>
                  <a:pt x="190" y="76"/>
                  <a:pt x="185" y="96"/>
                  <a:pt x="185" y="122"/>
                </a:cubicBezTo>
                <a:lnTo>
                  <a:pt x="227" y="122"/>
                </a:lnTo>
                <a:close/>
              </a:path>
            </a:pathLst>
          </a:custGeom>
          <a:solidFill>
            <a:schemeClr val="accent1">
              <a:alpha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1" name="Title 6"/>
          <p:cNvSpPr txBox="1"/>
          <p:nvPr>
            <p:custDataLst>
              <p:tags r:id="rId11"/>
            </p:custDataLst>
          </p:nvPr>
        </p:nvSpPr>
        <p:spPr>
          <a:xfrm>
            <a:off x="5474970" y="5555615"/>
            <a:ext cx="3128645" cy="4864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图6-5 删除服务器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4" name="图片 3" descr="/data/temp/78e1f073-1557-11ee-9215-3ac49097c3cd.jpg78e1f073-1557-11ee-9215-3ac49097c3cd"/>
          <p:cNvPicPr>
            <a:picLocks noChangeAspect="1"/>
          </p:cNvPicPr>
          <p:nvPr>
            <p:custDataLst>
              <p:tags r:id="rId12"/>
            </p:custDataLst>
          </p:nvPr>
        </p:nvPicPr>
        <p:blipFill rotWithShape="1">
          <a:blip r:embed="rId13"/>
          <a:srcRect/>
          <a:stretch>
            <a:fillRect/>
          </a:stretch>
        </p:blipFill>
        <p:spPr>
          <a:xfrm>
            <a:off x="4926191" y="1302509"/>
            <a:ext cx="3310665" cy="4253099"/>
          </a:xfrm>
          <a:custGeom>
            <a:avLst/>
            <a:gdLst/>
            <a:ahLst/>
            <a:cxnLst>
              <a:cxn ang="3">
                <a:pos x="hc" y="t"/>
              </a:cxn>
              <a:cxn ang="cd2">
                <a:pos x="l" y="vc"/>
              </a:cxn>
              <a:cxn ang="cd4">
                <a:pos x="hc" y="b"/>
              </a:cxn>
              <a:cxn ang="0">
                <a:pos x="r" y="vc"/>
              </a:cxn>
            </a:cxnLst>
            <a:rect l="l" t="t" r="r" b="b"/>
            <a:pathLst>
              <a:path w="10560" h="7200">
                <a:moveTo>
                  <a:pt x="0" y="0"/>
                </a:moveTo>
                <a:lnTo>
                  <a:pt x="10560" y="0"/>
                </a:lnTo>
                <a:lnTo>
                  <a:pt x="10560" y="7200"/>
                </a:lnTo>
                <a:lnTo>
                  <a:pt x="0" y="7200"/>
                </a:lnTo>
                <a:lnTo>
                  <a:pt x="0" y="0"/>
                </a:lnTo>
                <a:close/>
              </a:path>
            </a:pathLst>
          </a:custGeom>
        </p:spPr>
      </p:pic>
    </p:spTree>
    <p:custDataLst>
      <p:tags r:id="rId14"/>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1.3 注册本地服务器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78e5d563-1557-11ee-8672-e22f9fbfe80f.jpg78e5d563-1557-11ee-8672-e22f9fbfe80f"/>
          <p:cNvPicPr>
            <a:picLocks noChangeAspect="1"/>
          </p:cNvPicPr>
          <p:nvPr>
            <p:custDataLst>
              <p:tags r:id="rId5"/>
            </p:custDataLst>
          </p:nvPr>
        </p:nvPicPr>
        <p:blipFill rotWithShape="1">
          <a:blip r:embed="rId6"/>
          <a:srcRect/>
          <a:stretch>
            <a:fillRect/>
          </a:stretch>
        </p:blipFill>
        <p:spPr>
          <a:xfrm>
            <a:off x="457207" y="1266143"/>
            <a:ext cx="870819" cy="283419"/>
          </a:xfrm>
          <a:custGeom>
            <a:avLst/>
            <a:gdLst/>
            <a:ahLst/>
            <a:cxnLst>
              <a:cxn ang="3">
                <a:pos x="hc" y="t"/>
              </a:cxn>
              <a:cxn ang="cd2">
                <a:pos x="l" y="vc"/>
              </a:cxn>
              <a:cxn ang="cd4">
                <a:pos x="hc" y="b"/>
              </a:cxn>
              <a:cxn ang="0">
                <a:pos x="r" y="vc"/>
              </a:cxn>
            </a:cxnLst>
            <a:rect l="l" t="t" r="r" b="b"/>
            <a:pathLst>
              <a:path w="12480" h="3120">
                <a:moveTo>
                  <a:pt x="0" y="0"/>
                </a:moveTo>
                <a:lnTo>
                  <a:pt x="12480" y="0"/>
                </a:lnTo>
                <a:lnTo>
                  <a:pt x="12480" y="3120"/>
                </a:lnTo>
                <a:lnTo>
                  <a:pt x="0" y="3120"/>
                </a:lnTo>
                <a:lnTo>
                  <a:pt x="0" y="0"/>
                </a:lnTo>
                <a:close/>
              </a:path>
            </a:pathLst>
          </a:custGeom>
        </p:spPr>
      </p:pic>
      <p:sp>
        <p:nvSpPr>
          <p:cNvPr id="11" name="Title 6"/>
          <p:cNvSpPr txBox="1"/>
          <p:nvPr>
            <p:custDataLst>
              <p:tags r:id="rId7"/>
            </p:custDataLst>
          </p:nvPr>
        </p:nvSpPr>
        <p:spPr>
          <a:xfrm>
            <a:off x="1577340" y="1079500"/>
            <a:ext cx="8205470" cy="668655"/>
          </a:xfrm>
          <a:prstGeom prst="rect">
            <a:avLst/>
          </a:prstGeom>
          <a:noFill/>
          <a:ln w="3175">
            <a:noFill/>
            <a:prstDash val="dash"/>
          </a:ln>
        </p:spPr>
        <p:txBody>
          <a:bodyPr wrap="square" lIns="63500" tIns="25400" rIns="63500" bIns="25400" anchor="t"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注册本地服务器的步骤如下：
以 Administrators 组成员身份登录到 Windows，并打开 SQL Server Management Studio。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8"/>
          <a:stretch>
            <a:fillRect/>
          </a:stretch>
        </p:blipFill>
        <p:spPr>
          <a:xfrm>
            <a:off x="457200" y="1998345"/>
            <a:ext cx="888365" cy="289560"/>
          </a:xfrm>
          <a:prstGeom prst="rect">
            <a:avLst/>
          </a:prstGeom>
        </p:spPr>
      </p:pic>
      <p:pic>
        <p:nvPicPr>
          <p:cNvPr id="5" name="图片 4"/>
          <p:cNvPicPr>
            <a:picLocks noChangeAspect="1"/>
          </p:cNvPicPr>
          <p:nvPr/>
        </p:nvPicPr>
        <p:blipFill>
          <a:blip r:embed="rId9"/>
          <a:stretch>
            <a:fillRect/>
          </a:stretch>
        </p:blipFill>
        <p:spPr>
          <a:xfrm>
            <a:off x="459105" y="2705100"/>
            <a:ext cx="901065" cy="294640"/>
          </a:xfrm>
          <a:prstGeom prst="rect">
            <a:avLst/>
          </a:prstGeom>
        </p:spPr>
      </p:pic>
      <p:pic>
        <p:nvPicPr>
          <p:cNvPr id="8" name="图片 7"/>
          <p:cNvPicPr>
            <a:picLocks noChangeAspect="1"/>
          </p:cNvPicPr>
          <p:nvPr/>
        </p:nvPicPr>
        <p:blipFill>
          <a:blip r:embed="rId10"/>
          <a:stretch>
            <a:fillRect/>
          </a:stretch>
        </p:blipFill>
        <p:spPr>
          <a:xfrm>
            <a:off x="457200" y="3431540"/>
            <a:ext cx="942340" cy="307975"/>
          </a:xfrm>
          <a:prstGeom prst="rect">
            <a:avLst/>
          </a:prstGeom>
        </p:spPr>
      </p:pic>
      <p:sp>
        <p:nvSpPr>
          <p:cNvPr id="10" name="Title 6"/>
          <p:cNvSpPr txBox="1"/>
          <p:nvPr>
            <p:custDataLst>
              <p:tags r:id="rId11"/>
            </p:custDataLst>
          </p:nvPr>
        </p:nvSpPr>
        <p:spPr>
          <a:xfrm>
            <a:off x="1577340" y="1900555"/>
            <a:ext cx="10157460" cy="41592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在</a:t>
            </a:r>
            <a:r>
              <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a:t>
            </a:r>
            <a:r>
              <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连接到服务器”对话框中单击“取消”按钮。</a:t>
            </a:r>
            <a:endPar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
        <p:nvSpPr>
          <p:cNvPr id="12" name="Title 6"/>
          <p:cNvSpPr txBox="1"/>
          <p:nvPr>
            <p:custDataLst>
              <p:tags r:id="rId12"/>
            </p:custDataLst>
          </p:nvPr>
        </p:nvSpPr>
        <p:spPr>
          <a:xfrm>
            <a:off x="1577340" y="2647315"/>
            <a:ext cx="10158095" cy="51244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如果未显示“已注册的服务器”，就在“视图”菜单中选择“已注册的服务器”命令。</a:t>
            </a:r>
            <a:endPar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
        <p:nvSpPr>
          <p:cNvPr id="13" name="Title 6"/>
          <p:cNvSpPr txBox="1"/>
          <p:nvPr>
            <p:custDataLst>
              <p:tags r:id="rId13"/>
            </p:custDataLst>
          </p:nvPr>
        </p:nvSpPr>
        <p:spPr>
          <a:xfrm>
            <a:off x="1577340" y="3159760"/>
            <a:ext cx="10158730" cy="135572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在“已注册的服务器”树形列表中选择“数据库引擎”选项后，展开“数据库引擎”，右击“本地服务器组”，在快捷菜单中选择“任务”命令，再在级联菜单中选择“注册本地服务器”命令，如图6-6所示。然后显示计算机上安装的所有数据库引擎实例，包括 SQL Server 2008 和 SQL Server 2014 实例等。默认实例未命名，显示为计算机名称。命名实例显示为计算机名称后跟反斜杠（\）和实例名。</a:t>
            </a:r>
            <a:endPar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pic>
        <p:nvPicPr>
          <p:cNvPr id="15" name="图片 14"/>
          <p:cNvPicPr>
            <a:picLocks noChangeAspect="1"/>
          </p:cNvPicPr>
          <p:nvPr/>
        </p:nvPicPr>
        <p:blipFill>
          <a:blip r:embed="rId14"/>
          <a:stretch>
            <a:fillRect/>
          </a:stretch>
        </p:blipFill>
        <p:spPr>
          <a:xfrm>
            <a:off x="6009640" y="4001135"/>
            <a:ext cx="3661410" cy="2497455"/>
          </a:xfrm>
          <a:prstGeom prst="rect">
            <a:avLst/>
          </a:prstGeom>
        </p:spPr>
      </p:pic>
      <p:sp>
        <p:nvSpPr>
          <p:cNvPr id="16" name="Title 6"/>
          <p:cNvSpPr txBox="1"/>
          <p:nvPr>
            <p:custDataLst>
              <p:tags r:id="rId15"/>
            </p:custDataLst>
          </p:nvPr>
        </p:nvSpPr>
        <p:spPr>
          <a:xfrm>
            <a:off x="6663690" y="6499225"/>
            <a:ext cx="5956300" cy="358775"/>
          </a:xfrm>
          <a:prstGeom prst="rect">
            <a:avLst/>
          </a:prstGeom>
          <a:noFill/>
          <a:ln w="3175">
            <a:noFill/>
            <a:prstDash val="dash"/>
          </a:ln>
        </p:spPr>
        <p:txBody>
          <a:bodyPr wrap="square" lIns="63500" tIns="25400" rIns="63500" bIns="25400" anchor="t"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图6-6 注册本地服务器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6"/>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1.4 启动数据库引擎</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541780" y="1169670"/>
            <a:ext cx="11117580" cy="47625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按照6.1.2节的解决方案显示“已注册的服务器”窗格。</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descr="/data/temp/78e5d563-1557-11ee-8672-e22f9fbfe80f.jpg78e5d563-1557-11ee-8672-e22f9fbfe80f"/>
          <p:cNvPicPr>
            <a:picLocks noChangeAspect="1"/>
          </p:cNvPicPr>
          <p:nvPr>
            <p:custDataLst>
              <p:tags r:id="rId6"/>
            </p:custDataLst>
          </p:nvPr>
        </p:nvPicPr>
        <p:blipFill rotWithShape="1">
          <a:blip r:embed="rId7"/>
          <a:srcRect/>
          <a:stretch>
            <a:fillRect/>
          </a:stretch>
        </p:blipFill>
        <p:spPr>
          <a:xfrm>
            <a:off x="457207" y="1266143"/>
            <a:ext cx="870819" cy="283419"/>
          </a:xfrm>
          <a:custGeom>
            <a:avLst/>
            <a:gdLst/>
            <a:ahLst/>
            <a:cxnLst>
              <a:cxn ang="3">
                <a:pos x="hc" y="t"/>
              </a:cxn>
              <a:cxn ang="cd2">
                <a:pos x="l" y="vc"/>
              </a:cxn>
              <a:cxn ang="cd4">
                <a:pos x="hc" y="b"/>
              </a:cxn>
              <a:cxn ang="0">
                <a:pos x="r" y="vc"/>
              </a:cxn>
            </a:cxnLst>
            <a:rect l="l" t="t" r="r" b="b"/>
            <a:pathLst>
              <a:path w="12480" h="3120">
                <a:moveTo>
                  <a:pt x="0" y="0"/>
                </a:moveTo>
                <a:lnTo>
                  <a:pt x="12480" y="0"/>
                </a:lnTo>
                <a:lnTo>
                  <a:pt x="12480" y="3120"/>
                </a:lnTo>
                <a:lnTo>
                  <a:pt x="0" y="3120"/>
                </a:lnTo>
                <a:lnTo>
                  <a:pt x="0" y="0"/>
                </a:lnTo>
                <a:close/>
              </a:path>
            </a:pathLst>
          </a:custGeom>
        </p:spPr>
      </p:pic>
      <p:pic>
        <p:nvPicPr>
          <p:cNvPr id="8" name="图片 7"/>
          <p:cNvPicPr>
            <a:picLocks noChangeAspect="1"/>
          </p:cNvPicPr>
          <p:nvPr/>
        </p:nvPicPr>
        <p:blipFill>
          <a:blip r:embed="rId8"/>
          <a:stretch>
            <a:fillRect/>
          </a:stretch>
        </p:blipFill>
        <p:spPr>
          <a:xfrm>
            <a:off x="457200" y="1800225"/>
            <a:ext cx="888365" cy="289560"/>
          </a:xfrm>
          <a:prstGeom prst="rect">
            <a:avLst/>
          </a:prstGeom>
        </p:spPr>
      </p:pic>
      <p:pic>
        <p:nvPicPr>
          <p:cNvPr id="10" name="图片 9"/>
          <p:cNvPicPr>
            <a:picLocks noChangeAspect="1"/>
          </p:cNvPicPr>
          <p:nvPr/>
        </p:nvPicPr>
        <p:blipFill>
          <a:blip r:embed="rId9"/>
          <a:stretch>
            <a:fillRect/>
          </a:stretch>
        </p:blipFill>
        <p:spPr>
          <a:xfrm>
            <a:off x="459105" y="2383155"/>
            <a:ext cx="901065" cy="294640"/>
          </a:xfrm>
          <a:prstGeom prst="rect">
            <a:avLst/>
          </a:prstGeom>
        </p:spPr>
      </p:pic>
      <p:sp>
        <p:nvSpPr>
          <p:cNvPr id="13" name="文本框 12"/>
          <p:cNvSpPr txBox="1"/>
          <p:nvPr/>
        </p:nvSpPr>
        <p:spPr>
          <a:xfrm>
            <a:off x="459105" y="927100"/>
            <a:ext cx="2659380" cy="306705"/>
          </a:xfrm>
          <a:prstGeom prst="rect">
            <a:avLst/>
          </a:prstGeom>
          <a:noFill/>
        </p:spPr>
        <p:txBody>
          <a:bodyPr wrap="none" rtlCol="0" anchor="t">
            <a:spAutoFit/>
          </a:bodyPr>
          <a:p>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启动数据库引擎的步骤如下：</a:t>
            </a:r>
            <a:endParaRPr lang="zh-CN" altLang="en-US"/>
          </a:p>
        </p:txBody>
      </p:sp>
      <p:sp>
        <p:nvSpPr>
          <p:cNvPr id="14" name="Title 6"/>
          <p:cNvSpPr txBox="1"/>
          <p:nvPr>
            <p:custDataLst>
              <p:tags r:id="rId10"/>
            </p:custDataLst>
          </p:nvPr>
        </p:nvSpPr>
        <p:spPr>
          <a:xfrm>
            <a:off x="1541780" y="1593215"/>
            <a:ext cx="8425815" cy="70294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在“已注册的服务器”窗格中，如果 SQL Server 实例的名称中有绿色的点并在名称旁边有白色箭头，表示数据库引擎正在运行，无须执行其他操作。</a:t>
            </a:r>
            <a:endPar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
        <p:nvSpPr>
          <p:cNvPr id="15" name="Title 6"/>
          <p:cNvSpPr txBox="1"/>
          <p:nvPr>
            <p:custDataLst>
              <p:tags r:id="rId11"/>
            </p:custDataLst>
          </p:nvPr>
        </p:nvSpPr>
        <p:spPr>
          <a:xfrm>
            <a:off x="1542415" y="2317750"/>
            <a:ext cx="10192385" cy="59626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如果 SQL Server 实例的名称中有红色的点并在名称旁边有白色正方形，就表示数据库引擎已停止。右击数据库引擎的名称，依次选择“服务控制”→“启动”命令，如图6-7所示。出现确认对话框之后，数据库引擎会启动，圆圈应变为绿色。</a:t>
            </a:r>
            <a:endPar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
        <p:nvSpPr>
          <p:cNvPr id="17" name="Title 6"/>
          <p:cNvSpPr txBox="1"/>
          <p:nvPr>
            <p:custDataLst>
              <p:tags r:id="rId12"/>
            </p:custDataLst>
          </p:nvPr>
        </p:nvSpPr>
        <p:spPr>
          <a:xfrm>
            <a:off x="4422140" y="6478270"/>
            <a:ext cx="2525395" cy="379730"/>
          </a:xfrm>
          <a:prstGeom prst="rect">
            <a:avLst/>
          </a:prstGeom>
          <a:noFill/>
          <a:ln w="3175">
            <a:noFill/>
            <a:prstDash val="dash"/>
          </a:ln>
        </p:spPr>
        <p:txBody>
          <a:bodyPr wrap="square" lIns="63500" tIns="25400" rIns="63500" bIns="25400" anchor="t"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图6-7 启动数据库引擎</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18" name="图片 17"/>
          <p:cNvPicPr>
            <a:picLocks noChangeAspect="1"/>
          </p:cNvPicPr>
          <p:nvPr/>
        </p:nvPicPr>
        <p:blipFill>
          <a:blip r:embed="rId13"/>
          <a:stretch>
            <a:fillRect/>
          </a:stretch>
        </p:blipFill>
        <p:spPr>
          <a:xfrm>
            <a:off x="3179445" y="2966720"/>
            <a:ext cx="4752340" cy="3366135"/>
          </a:xfrm>
          <a:prstGeom prst="rect">
            <a:avLst/>
          </a:prstGeom>
        </p:spPr>
      </p:pic>
    </p:spTree>
    <p:custDataLst>
      <p:tags r:id="rId14"/>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1.5 连接对象资源管理器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082675"/>
            <a:ext cx="11277600" cy="424116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连接对象资源管理器的步骤如下：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以 Administrators 组成员身份登录到 Windows，并打开 SQL Server Management Studio。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在“连接到服务器”对话框中单击“取消”按钮。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在“文件”菜单中选择“连接对象资源管理器”选项。系统将打开“连接到服务器”对话框。“服务器类型”下拉列表框中将显示上次使用的类型。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在“服务器类型”下拉列表框中选择“数据库引擎”选项。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在“服务器名称”下拉列表框中输入数据库引擎实例的名称。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在“身份验证”下拉列表框选择“Windows身份验证”选项。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单击“连接”按钮，直接返回到对象资源管理器，并将该服务器设置为焦点。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descr="/data/temp/78e5d563-1557-11ee-8672-e22f9fbfe80f.jpg78e5d563-1557-11ee-8672-e22f9fbfe80f"/>
          <p:cNvPicPr>
            <a:picLocks noChangeAspect="1"/>
          </p:cNvPicPr>
          <p:nvPr>
            <p:custDataLst>
              <p:tags r:id="rId6"/>
            </p:custDataLst>
          </p:nvPr>
        </p:nvPicPr>
        <p:blipFill rotWithShape="1">
          <a:blip r:embed="rId7"/>
          <a:srcRect/>
          <a:stretch>
            <a:fillRect/>
          </a:stretch>
        </p:blipFill>
        <p:spPr>
          <a:xfrm>
            <a:off x="403232" y="1580468"/>
            <a:ext cx="870819" cy="283419"/>
          </a:xfrm>
          <a:custGeom>
            <a:avLst/>
            <a:gdLst/>
            <a:ahLst/>
            <a:cxnLst>
              <a:cxn ang="3">
                <a:pos x="hc" y="t"/>
              </a:cxn>
              <a:cxn ang="cd2">
                <a:pos x="l" y="vc"/>
              </a:cxn>
              <a:cxn ang="cd4">
                <a:pos x="hc" y="b"/>
              </a:cxn>
              <a:cxn ang="0">
                <a:pos x="r" y="vc"/>
              </a:cxn>
            </a:cxnLst>
            <a:rect l="l" t="t" r="r" b="b"/>
            <a:pathLst>
              <a:path w="12480" h="3120">
                <a:moveTo>
                  <a:pt x="0" y="0"/>
                </a:moveTo>
                <a:lnTo>
                  <a:pt x="12480" y="0"/>
                </a:lnTo>
                <a:lnTo>
                  <a:pt x="12480" y="3120"/>
                </a:lnTo>
                <a:lnTo>
                  <a:pt x="0" y="3120"/>
                </a:lnTo>
                <a:lnTo>
                  <a:pt x="0" y="0"/>
                </a:lnTo>
                <a:close/>
              </a:path>
            </a:pathLst>
          </a:custGeom>
        </p:spPr>
      </p:pic>
      <p:pic>
        <p:nvPicPr>
          <p:cNvPr id="5" name="图片 4"/>
          <p:cNvPicPr>
            <a:picLocks noChangeAspect="1"/>
          </p:cNvPicPr>
          <p:nvPr/>
        </p:nvPicPr>
        <p:blipFill>
          <a:blip r:embed="rId8"/>
          <a:stretch>
            <a:fillRect/>
          </a:stretch>
        </p:blipFill>
        <p:spPr>
          <a:xfrm>
            <a:off x="394335" y="2024380"/>
            <a:ext cx="888365" cy="289560"/>
          </a:xfrm>
          <a:prstGeom prst="rect">
            <a:avLst/>
          </a:prstGeom>
        </p:spPr>
      </p:pic>
      <p:pic>
        <p:nvPicPr>
          <p:cNvPr id="8" name="图片 7"/>
          <p:cNvPicPr>
            <a:picLocks noChangeAspect="1"/>
          </p:cNvPicPr>
          <p:nvPr/>
        </p:nvPicPr>
        <p:blipFill>
          <a:blip r:embed="rId9"/>
          <a:stretch>
            <a:fillRect/>
          </a:stretch>
        </p:blipFill>
        <p:spPr>
          <a:xfrm>
            <a:off x="387985" y="2428875"/>
            <a:ext cx="901065" cy="294640"/>
          </a:xfrm>
          <a:prstGeom prst="rect">
            <a:avLst/>
          </a:prstGeom>
        </p:spPr>
      </p:pic>
      <p:pic>
        <p:nvPicPr>
          <p:cNvPr id="10" name="图片 9"/>
          <p:cNvPicPr>
            <a:picLocks noChangeAspect="1"/>
          </p:cNvPicPr>
          <p:nvPr/>
        </p:nvPicPr>
        <p:blipFill>
          <a:blip r:embed="rId10"/>
          <a:stretch>
            <a:fillRect/>
          </a:stretch>
        </p:blipFill>
        <p:spPr>
          <a:xfrm>
            <a:off x="387985" y="3214370"/>
            <a:ext cx="878205" cy="287020"/>
          </a:xfrm>
          <a:prstGeom prst="rect">
            <a:avLst/>
          </a:prstGeom>
        </p:spPr>
      </p:pic>
      <p:pic>
        <p:nvPicPr>
          <p:cNvPr id="256" name="图片 55" descr="步骤5"/>
          <p:cNvPicPr>
            <a:picLocks noChangeAspect="1"/>
          </p:cNvPicPr>
          <p:nvPr/>
        </p:nvPicPr>
        <p:blipFill>
          <a:blip r:embed="rId11"/>
          <a:stretch>
            <a:fillRect/>
          </a:stretch>
        </p:blipFill>
        <p:spPr>
          <a:xfrm>
            <a:off x="402590" y="3630295"/>
            <a:ext cx="880110" cy="287020"/>
          </a:xfrm>
          <a:prstGeom prst="rect">
            <a:avLst/>
          </a:prstGeom>
          <a:noFill/>
          <a:ln>
            <a:noFill/>
          </a:ln>
        </p:spPr>
      </p:pic>
      <p:pic>
        <p:nvPicPr>
          <p:cNvPr id="257" name="图片 56" descr="步骤6"/>
          <p:cNvPicPr>
            <a:picLocks noChangeAspect="1"/>
          </p:cNvPicPr>
          <p:nvPr/>
        </p:nvPicPr>
        <p:blipFill>
          <a:blip r:embed="rId12"/>
          <a:stretch>
            <a:fillRect/>
          </a:stretch>
        </p:blipFill>
        <p:spPr>
          <a:xfrm>
            <a:off x="403225" y="4027805"/>
            <a:ext cx="870585" cy="288290"/>
          </a:xfrm>
          <a:prstGeom prst="rect">
            <a:avLst/>
          </a:prstGeom>
          <a:noFill/>
          <a:ln>
            <a:noFill/>
          </a:ln>
        </p:spPr>
      </p:pic>
      <p:pic>
        <p:nvPicPr>
          <p:cNvPr id="258" name="officeArt object"/>
          <p:cNvPicPr>
            <a:picLocks noChangeAspect="1"/>
          </p:cNvPicPr>
          <p:nvPr/>
        </p:nvPicPr>
        <p:blipFill>
          <a:blip r:embed="rId13"/>
          <a:stretch>
            <a:fillRect/>
          </a:stretch>
        </p:blipFill>
        <p:spPr>
          <a:xfrm>
            <a:off x="403225" y="4490085"/>
            <a:ext cx="854075" cy="278765"/>
          </a:xfrm>
          <a:prstGeom prst="rect">
            <a:avLst/>
          </a:prstGeom>
          <a:noFill/>
          <a:ln>
            <a:noFill/>
          </a:ln>
        </p:spPr>
      </p:pic>
    </p:spTree>
    <p:custDataLst>
      <p:tags r:id="rId14"/>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1.6 使用 SSMS编写代码</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656715" y="1247775"/>
            <a:ext cx="10077450" cy="330835"/>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按照6.1.5节的解决方案连接到对象资源管理器。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4" name="图片 3" descr="/data/temp/78e5d563-1557-11ee-8672-e22f9fbfe80f.jpg78e5d563-1557-11ee-8672-e22f9fbfe80f"/>
          <p:cNvPicPr>
            <a:picLocks noChangeAspect="1"/>
          </p:cNvPicPr>
          <p:nvPr>
            <p:custDataLst>
              <p:tags r:id="rId6"/>
            </p:custDataLst>
          </p:nvPr>
        </p:nvPicPr>
        <p:blipFill rotWithShape="1">
          <a:blip r:embed="rId7"/>
          <a:srcRect/>
          <a:stretch>
            <a:fillRect/>
          </a:stretch>
        </p:blipFill>
        <p:spPr>
          <a:xfrm>
            <a:off x="457207" y="1278208"/>
            <a:ext cx="870819" cy="283419"/>
          </a:xfrm>
          <a:custGeom>
            <a:avLst/>
            <a:gdLst/>
            <a:ahLst/>
            <a:cxnLst>
              <a:cxn ang="3">
                <a:pos x="hc" y="t"/>
              </a:cxn>
              <a:cxn ang="cd2">
                <a:pos x="l" y="vc"/>
              </a:cxn>
              <a:cxn ang="cd4">
                <a:pos x="hc" y="b"/>
              </a:cxn>
              <a:cxn ang="0">
                <a:pos x="r" y="vc"/>
              </a:cxn>
            </a:cxnLst>
            <a:rect l="l" t="t" r="r" b="b"/>
            <a:pathLst>
              <a:path w="12480" h="3120">
                <a:moveTo>
                  <a:pt x="0" y="0"/>
                </a:moveTo>
                <a:lnTo>
                  <a:pt x="12480" y="0"/>
                </a:lnTo>
                <a:lnTo>
                  <a:pt x="12480" y="3120"/>
                </a:lnTo>
                <a:lnTo>
                  <a:pt x="0" y="3120"/>
                </a:lnTo>
                <a:lnTo>
                  <a:pt x="0" y="0"/>
                </a:lnTo>
                <a:close/>
              </a:path>
            </a:pathLst>
          </a:custGeom>
        </p:spPr>
      </p:pic>
      <p:pic>
        <p:nvPicPr>
          <p:cNvPr id="5" name="图片 4"/>
          <p:cNvPicPr>
            <a:picLocks noChangeAspect="1"/>
          </p:cNvPicPr>
          <p:nvPr/>
        </p:nvPicPr>
        <p:blipFill>
          <a:blip r:embed="rId8"/>
          <a:stretch>
            <a:fillRect/>
          </a:stretch>
        </p:blipFill>
        <p:spPr>
          <a:xfrm>
            <a:off x="457200" y="1825625"/>
            <a:ext cx="888365" cy="289560"/>
          </a:xfrm>
          <a:prstGeom prst="rect">
            <a:avLst/>
          </a:prstGeom>
        </p:spPr>
      </p:pic>
      <p:pic>
        <p:nvPicPr>
          <p:cNvPr id="8" name="图片 7"/>
          <p:cNvPicPr>
            <a:picLocks noChangeAspect="1"/>
          </p:cNvPicPr>
          <p:nvPr/>
        </p:nvPicPr>
        <p:blipFill>
          <a:blip r:embed="rId9"/>
          <a:stretch>
            <a:fillRect/>
          </a:stretch>
        </p:blipFill>
        <p:spPr>
          <a:xfrm>
            <a:off x="426720" y="2428240"/>
            <a:ext cx="901065" cy="294640"/>
          </a:xfrm>
          <a:prstGeom prst="rect">
            <a:avLst/>
          </a:prstGeom>
        </p:spPr>
      </p:pic>
      <p:pic>
        <p:nvPicPr>
          <p:cNvPr id="10" name="图片 9"/>
          <p:cNvPicPr>
            <a:picLocks noChangeAspect="1"/>
          </p:cNvPicPr>
          <p:nvPr/>
        </p:nvPicPr>
        <p:blipFill>
          <a:blip r:embed="rId10"/>
          <a:stretch>
            <a:fillRect/>
          </a:stretch>
        </p:blipFill>
        <p:spPr>
          <a:xfrm>
            <a:off x="426720" y="3046095"/>
            <a:ext cx="894080" cy="292100"/>
          </a:xfrm>
          <a:prstGeom prst="rect">
            <a:avLst/>
          </a:prstGeom>
        </p:spPr>
      </p:pic>
      <p:pic>
        <p:nvPicPr>
          <p:cNvPr id="256" name="图片 55" descr="步骤5"/>
          <p:cNvPicPr>
            <a:picLocks noChangeAspect="1"/>
          </p:cNvPicPr>
          <p:nvPr/>
        </p:nvPicPr>
        <p:blipFill>
          <a:blip r:embed="rId11"/>
          <a:stretch>
            <a:fillRect/>
          </a:stretch>
        </p:blipFill>
        <p:spPr>
          <a:xfrm>
            <a:off x="427355" y="3649345"/>
            <a:ext cx="900430" cy="293370"/>
          </a:xfrm>
          <a:prstGeom prst="rect">
            <a:avLst/>
          </a:prstGeom>
          <a:noFill/>
          <a:ln>
            <a:noFill/>
          </a:ln>
        </p:spPr>
      </p:pic>
      <p:sp>
        <p:nvSpPr>
          <p:cNvPr id="12" name="文本框 11"/>
          <p:cNvSpPr txBox="1"/>
          <p:nvPr/>
        </p:nvSpPr>
        <p:spPr>
          <a:xfrm>
            <a:off x="457200" y="914400"/>
            <a:ext cx="11276965" cy="368300"/>
          </a:xfrm>
          <a:prstGeom prst="rect">
            <a:avLst/>
          </a:prstGeom>
          <a:noFill/>
        </p:spPr>
        <p:txBody>
          <a:bodyPr wrap="square" rtlCol="0" anchor="t">
            <a:spAutoFit/>
          </a:bodyPr>
          <a:p>
            <a:r>
              <a:rPr lang="zh-CN" altLang="en-US" spc="100" dirty="0" smtClean="0">
                <a:ln w="3175">
                  <a:noFill/>
                  <a:prstDash val="dash"/>
                </a:ln>
                <a:solidFill>
                  <a:schemeClr val="dk1">
                    <a:lumMod val="75000"/>
                    <a:lumOff val="25000"/>
                  </a:schemeClr>
                </a:solidFill>
                <a:effectLst/>
                <a:uFillTx/>
                <a:latin typeface="微软雅黑" panose="020B0503020204020204" charset="-122"/>
                <a:ea typeface="微软雅黑" panose="020B0503020204020204" charset="-122"/>
                <a:cs typeface="微软雅黑" panose="020B0503020204020204" charset="-122"/>
                <a:sym typeface="+mn-ea"/>
              </a:rPr>
              <a:t>使用SSMS编写代码的步骤如下：</a:t>
            </a:r>
            <a:endParaRPr lang="zh-CN" altLang="en-US"/>
          </a:p>
        </p:txBody>
      </p:sp>
      <p:sp>
        <p:nvSpPr>
          <p:cNvPr id="13" name="文本框 12"/>
          <p:cNvSpPr txBox="1"/>
          <p:nvPr/>
        </p:nvSpPr>
        <p:spPr>
          <a:xfrm>
            <a:off x="1656715" y="1781810"/>
            <a:ext cx="10076815" cy="321310"/>
          </a:xfrm>
          <a:prstGeom prst="rect">
            <a:avLst/>
          </a:prstGeom>
          <a:noFill/>
          <a:ln w="3175">
            <a:noFill/>
            <a:prstDash val="dash"/>
          </a:ln>
        </p:spPr>
        <p:txBody>
          <a:bodyPr wrap="square" lIns="63500" tIns="25400" rIns="63500" bIns="25400" rtlCol="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展开服务器对象，再展开“数据库”，然后选择ReportServer。</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1656715" y="2424430"/>
            <a:ext cx="10076815" cy="321310"/>
          </a:xfrm>
          <a:prstGeom prst="rect">
            <a:avLst/>
          </a:prstGeom>
          <a:noFill/>
          <a:ln w="3175">
            <a:noFill/>
            <a:prstDash val="dash"/>
          </a:ln>
        </p:spPr>
        <p:txBody>
          <a:bodyPr wrap="square" lIns="63500" tIns="25400" rIns="63500" bIns="25400" rtlCol="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在工具栏上单击“新建查询”按钮，打开查询编辑器，如图6-8所示。</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5" name="文本框 14"/>
          <p:cNvSpPr txBox="1"/>
          <p:nvPr/>
        </p:nvSpPr>
        <p:spPr>
          <a:xfrm>
            <a:off x="1656715" y="3056255"/>
            <a:ext cx="6096000" cy="321310"/>
          </a:xfrm>
          <a:prstGeom prst="rect">
            <a:avLst/>
          </a:prstGeom>
          <a:noFill/>
          <a:ln w="3175">
            <a:noFill/>
            <a:prstDash val="dash"/>
          </a:ln>
        </p:spPr>
        <p:txBody>
          <a:bodyPr wrap="square" lIns="63500" tIns="25400" rIns="63500" bIns="25400" rtlCol="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在查询编辑器窗口中输入如图6-9所示的代码。</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1656715" y="3615055"/>
            <a:ext cx="10076815" cy="321310"/>
          </a:xfrm>
          <a:prstGeom prst="rect">
            <a:avLst/>
          </a:prstGeom>
          <a:noFill/>
          <a:ln w="3175">
            <a:noFill/>
            <a:prstDash val="dash"/>
          </a:ln>
        </p:spPr>
        <p:txBody>
          <a:bodyPr wrap="square" lIns="63500" tIns="25400" rIns="63500" bIns="25400" rtlCol="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在查询编辑器工具栏上单击“执行”按钮，得到如图6-10所示的结果。</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17" name="图片 16"/>
          <p:cNvPicPr>
            <a:picLocks noChangeAspect="1"/>
          </p:cNvPicPr>
          <p:nvPr/>
        </p:nvPicPr>
        <p:blipFill>
          <a:blip r:embed="rId12"/>
          <a:stretch>
            <a:fillRect/>
          </a:stretch>
        </p:blipFill>
        <p:spPr>
          <a:xfrm>
            <a:off x="3727450" y="4173855"/>
            <a:ext cx="4448175" cy="2447925"/>
          </a:xfrm>
          <a:prstGeom prst="rect">
            <a:avLst/>
          </a:prstGeom>
        </p:spPr>
      </p:pic>
      <p:sp>
        <p:nvSpPr>
          <p:cNvPr id="18" name="文本框 17"/>
          <p:cNvSpPr txBox="1"/>
          <p:nvPr/>
        </p:nvSpPr>
        <p:spPr>
          <a:xfrm>
            <a:off x="4567555" y="6624320"/>
            <a:ext cx="2581910" cy="368300"/>
          </a:xfrm>
          <a:prstGeom prst="rect">
            <a:avLst/>
          </a:prstGeom>
          <a:noFill/>
        </p:spPr>
        <p:txBody>
          <a:bodyPr wrap="square" rtlCol="0" anchor="t">
            <a:spAutoFit/>
          </a:bodyPr>
          <a:p>
            <a:r>
              <a:rPr lang="zh-CN" altLang="en-US"/>
              <a:t>图6-8  SSMS窗口</a:t>
            </a:r>
            <a:endParaRPr lang="zh-CN" altLang="en-US"/>
          </a:p>
        </p:txBody>
      </p:sp>
    </p:spTree>
    <p:custDataLst>
      <p:tags r:id="rId13"/>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1.6 使用 SSMS编写代码</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182370" y="5315585"/>
            <a:ext cx="3036570" cy="5480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图6-9 查询编辑器窗口</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2" name="图片 1" descr="/data/temp/7996911b-1557-11ee-8672-e22f9fbfe80f.jpg7996911b-1557-11ee-8672-e22f9fbfe80f"/>
          <p:cNvPicPr>
            <a:picLocks noChangeAspect="1"/>
          </p:cNvPicPr>
          <p:nvPr>
            <p:custDataLst>
              <p:tags r:id="rId6"/>
            </p:custDataLst>
          </p:nvPr>
        </p:nvPicPr>
        <p:blipFill rotWithShape="1">
          <a:blip r:embed="rId7"/>
          <a:srcRect/>
          <a:stretch>
            <a:fillRect/>
          </a:stretch>
        </p:blipFill>
        <p:spPr>
          <a:xfrm>
            <a:off x="457200" y="1868805"/>
            <a:ext cx="4726305" cy="3535680"/>
          </a:xfrm>
          <a:custGeom>
            <a:avLst/>
            <a:gdLst/>
            <a:ahLst/>
            <a:cxnLst>
              <a:cxn ang="3">
                <a:pos x="hc" y="t"/>
              </a:cxn>
              <a:cxn ang="cd2">
                <a:pos x="l" y="vc"/>
              </a:cxn>
              <a:cxn ang="cd4">
                <a:pos x="hc" y="b"/>
              </a:cxn>
              <a:cxn ang="0">
                <a:pos x="r" y="vc"/>
              </a:cxn>
            </a:cxnLst>
            <a:rect l="l" t="t" r="r" b="b"/>
            <a:pathLst>
              <a:path w="17280" h="7200">
                <a:moveTo>
                  <a:pt x="0" y="0"/>
                </a:moveTo>
                <a:lnTo>
                  <a:pt x="17280" y="0"/>
                </a:lnTo>
                <a:lnTo>
                  <a:pt x="17280" y="7200"/>
                </a:lnTo>
                <a:lnTo>
                  <a:pt x="0" y="7200"/>
                </a:lnTo>
                <a:lnTo>
                  <a:pt x="0" y="0"/>
                </a:lnTo>
                <a:close/>
              </a:path>
            </a:pathLst>
          </a:custGeom>
        </p:spPr>
      </p:pic>
      <p:pic>
        <p:nvPicPr>
          <p:cNvPr id="5" name="图片 4"/>
          <p:cNvPicPr>
            <a:picLocks noChangeAspect="1"/>
          </p:cNvPicPr>
          <p:nvPr/>
        </p:nvPicPr>
        <p:blipFill>
          <a:blip r:embed="rId8"/>
          <a:stretch>
            <a:fillRect/>
          </a:stretch>
        </p:blipFill>
        <p:spPr>
          <a:xfrm>
            <a:off x="6247130" y="1855470"/>
            <a:ext cx="4587875" cy="3568700"/>
          </a:xfrm>
          <a:prstGeom prst="rect">
            <a:avLst/>
          </a:prstGeom>
        </p:spPr>
      </p:pic>
      <p:sp>
        <p:nvSpPr>
          <p:cNvPr id="10" name="文本框 9"/>
          <p:cNvSpPr txBox="1"/>
          <p:nvPr/>
        </p:nvSpPr>
        <p:spPr>
          <a:xfrm>
            <a:off x="7037070" y="5404485"/>
            <a:ext cx="6096000" cy="368300"/>
          </a:xfrm>
          <a:prstGeom prst="rect">
            <a:avLst/>
          </a:prstGeom>
          <a:noFill/>
        </p:spPr>
        <p:txBody>
          <a:bodyPr wrap="square" rtlCol="0" anchor="t">
            <a:spAutoFit/>
          </a:bodyPr>
          <a:p>
            <a:r>
              <a:rPr lang="zh-CN" altLang="en-US"/>
              <a:t>图6-10  运行查询</a:t>
            </a:r>
            <a:endParaRPr lang="zh-CN" altLang="en-US"/>
          </a:p>
        </p:txBody>
      </p:sp>
    </p:spTree>
    <p:custDataLst>
      <p:tags r:id="rId9"/>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1.6 使用 SSMS编写代码</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089009"/>
            <a:ext cx="11277678" cy="4229126"/>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注意事项：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（1）若要使用同一个连接打开另一个查询编辑器窗口，则在工具栏上单击“新建查询”按钮。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（2）若要更改连接，则在查询编辑器窗口中右击，在快捷菜单中依次选择“连接”→“更改连接”命令。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（3）在“连接到 SQL Server”对话框中选择 SQL Server 的另一个实例（如果有），再单击“连接”按钮。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（4）同时查看和操作多个代码窗口。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① 在“SQL 编辑器”工具栏中单击“新建查询”按钮，打开第二个查询编辑器窗口。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② 若要同时查看两个代码窗口，则右击查询编辑器的标题栏，然后在快捷菜单中选择“新建水平选项卡组”命令。此时将在水平窗格中显示两个查询窗口。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③ 单击上面的查询编辑器窗口将其激活，再单击“新建查询”按钮打开第三个查询窗口。该窗口将显示为上面窗口中的一个选项卡。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④ 在“窗口”菜单中选择“移动到下一个选项卡组”命令。第三个窗口将移动到下面的选项卡组中。使用这些命令可以用多种方式配置窗口。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⑤ 关闭第二个和第三个查询窗口。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819796"/>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457200" y="832485"/>
            <a:ext cx="11277600" cy="379222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是自描述集成的表的集合。集成的表是指既存储数据又存储表间关系的表。“数据库是自描述的”是指，数据库除了包含用户的源数据外，还包含关于它本身结构的描述。也就是说，数据库不仅包括用户数据表，还包括用来描述用户数据的数据表。这些描述性的数据称为元数据，因为它们是关于数据的数据。元数据也以表的形式存储，称为系统表。除了用户表和元数据外，数据库还包括其他元素，如索引、存储过程、触发器、安全数据和备份/恢复数据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应用程序是通过向DBMS发出合适的请求（一般是一个SQL语句）与数据库进行交互的计算机应用程序。用户与数据库应用程序交互，数据库应用程序和DBMS接口交互，DBMS访问数据库中的数据。数据的物理结构和存储由DBMS管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2016数据库相当于一个容器，容器中有表等数据库对象，有数据库关系图，还有使用T-SQL或.NET Framework编程代码创建的视图、存储过程和函数等对象。表（Table）用于存储一组特定的结构化数据。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表由行（也称记录或元组）和列（也称字段或属性）组成。行用于存储实体的实例，每一行就是一个实例；列用于存储属性的具体取值。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如图6-11所示，表中还包含其他数据对象，如列、键、约束、触发器和索引等。键、约束用于保证数据的完整性，索引用于快速搜索所需要的信息。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存储在数据库中的数据通常与具体的应用有关。一个SQLServer实例可以支持多个数据库。例如，一个数据库用于网上商城系统；另一个数据库用于财务系统。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6"/>
          <a:stretch>
            <a:fillRect/>
          </a:stretch>
        </p:blipFill>
        <p:spPr>
          <a:xfrm>
            <a:off x="3281045" y="4265295"/>
            <a:ext cx="3405505" cy="2378075"/>
          </a:xfrm>
          <a:prstGeom prst="rect">
            <a:avLst/>
          </a:prstGeom>
        </p:spPr>
      </p:pic>
      <p:sp>
        <p:nvSpPr>
          <p:cNvPr id="8" name="文本框 7"/>
          <p:cNvSpPr txBox="1"/>
          <p:nvPr/>
        </p:nvSpPr>
        <p:spPr>
          <a:xfrm>
            <a:off x="3956050" y="6590030"/>
            <a:ext cx="2217420" cy="368300"/>
          </a:xfrm>
          <a:prstGeom prst="rect">
            <a:avLst/>
          </a:prstGeom>
          <a:noFill/>
        </p:spPr>
        <p:txBody>
          <a:bodyPr wrap="square" rtlCol="0" anchor="t">
            <a:spAutoFit/>
          </a:bodyPr>
          <a:p>
            <a:r>
              <a:rPr lang="zh-CN" altLang="en-US"/>
              <a:t>图6-11  数据库组成</a:t>
            </a:r>
            <a:endParaRPr lang="zh-CN" altLang="en-US"/>
          </a:p>
        </p:txBody>
      </p:sp>
    </p:spTree>
    <p:custDataLst>
      <p:tags r:id="rId7"/>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数据库对象</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98411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SQLServer数据库中的数据在逻辑上被组织成一系列数据库对象，这些数据库对象包括表、视图、约束、索引、存储过程、触发器、用户定义函数、用户和角色。下面对这些常用数据库对象进行简单介绍。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表是SQL Server数据库中最基本、最重要的对象，是关系模型中实体的表示方式，用于组织和存储具有行列结构的数据对象。行是组织数据的单位，列用于描述数据的属性，每一行都表示一条完整的信息记录，而每一列表示记录中相同的元素属性值。由于数据库中的其他对象都依赖于表，因此表也称为基本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 视图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是一种常用的数据库对象，它为用户提供了一种查看数据库中数据的方式，其内容由查询需求定义。视图是一个虚表，与表非常相似，也是由字段与记录组成的。与表不同的是，视图本身并不存储实际数据，它是基于表而存在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 索引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索引是为提高数据检索的性能而建立，利用它可快速地确定指定的信息。索引包含由表或视图中的一列或多列生成的键。这些键存储在一个结构（B树）中，使SQLServer可以快速、有效地查找与键值关联的行。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 存储过程和触发器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存储过程和触发器是两个特殊的数据库对象。在SQL Server中，存储过程的存在独立于表，而触发器则与表紧密结合。用户可以使用存储过程来完善应用程序，使应用程序的运行更有效率；也可以使用触发器来实现复杂的业务规则，更加有效地实施数据完整性。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数据库</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对象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文本框 7"/>
          <p:cNvSpPr txBox="1"/>
          <p:nvPr/>
        </p:nvSpPr>
        <p:spPr>
          <a:xfrm>
            <a:off x="456565" y="2690495"/>
            <a:ext cx="11278235" cy="92202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5. 用户和角色</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用户是对数据库有存取权限的使用者。角色是指一组数据库用户的集合，与Windows 中的用户组类似。数据库中的用户组可以根据需要添加，用户如果被加入某一角色，就将具有该角色的所有权限。</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2192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数据库对象的标识符指数据库中由用户定义的、可唯一标识数据库对象的有意义的字符序列。在SQL Server中，标识符共有两种类型，一种是规则标识符，另一种是界定标识符。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规则标识符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规则标识符严格遵守标识符的如下有关格式规定，所以在Transact-SQL中凡是规则标识符都不必使用界定符。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由字母、数字、下划线、@、#和$符号组成，其中字母可以是英文字母a~z或A~Z，也可以是来自其他语言的字母字符。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首字符不能为数字和$符号。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标识符不允许是 Transact-SQL 的保留字。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标识符内不允许有空格和特殊字符。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长度小于128。</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457200" y="762000"/>
            <a:ext cx="6096000" cy="368300"/>
          </a:xfrm>
          <a:prstGeom prst="rect">
            <a:avLst/>
          </a:prstGeom>
          <a:noFill/>
        </p:spPr>
        <p:txBody>
          <a:bodyPr wrap="square" rtlCol="0" anchor="t">
            <a:spAutoFit/>
          </a:bodyPr>
          <a:p>
            <a:r>
              <a:rPr lang="zh-CN" altLang="en-US"/>
              <a:t>6.2.2  数据库对象标识符</a:t>
            </a:r>
            <a:endParaRPr lang="zh-CN" altLang="en-US"/>
          </a:p>
        </p:txBody>
      </p:sp>
    </p:spTree>
    <p:custDataLst>
      <p:tags r:id="rId11"/>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 界定标识符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对于不符合标识符规则的标识符，如标识符中包含SQL Server关键字或包含内嵌的空格和其他不符合规则规定的字符，就要使用界定符方括号（[]）或双引号（""）括住名字。例如，标识符"Coures num" [update]分别使用了“空格”和保留字update。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15" name="文本框 6"/>
          <p:cNvSpPr txBox="1"/>
          <p:nvPr>
            <p:custDataLst>
              <p:tags r:id="rId10"/>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文本框 15"/>
          <p:cNvSpPr txBox="1"/>
          <p:nvPr/>
        </p:nvSpPr>
        <p:spPr>
          <a:xfrm>
            <a:off x="457200" y="762000"/>
            <a:ext cx="6096000" cy="368300"/>
          </a:xfrm>
          <a:prstGeom prst="rect">
            <a:avLst/>
          </a:prstGeom>
          <a:noFill/>
        </p:spPr>
        <p:txBody>
          <a:bodyPr wrap="square" rtlCol="0" anchor="t">
            <a:spAutoFit/>
          </a:bodyPr>
          <a:p>
            <a:r>
              <a:rPr lang="zh-CN" altLang="en-US"/>
              <a:t>6.2.2  数据库对象标识符</a:t>
            </a:r>
            <a:endParaRPr lang="zh-CN" altLang="en-US"/>
          </a:p>
        </p:txBody>
      </p:sp>
    </p:spTree>
    <p:custDataLst>
      <p:tags r:id="rId11"/>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4"/>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6.2.3  数据库对象结构</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678815" y="1662430"/>
            <a:ext cx="10300335" cy="363982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Server实现了ANSI中有关架构的概念。架构是一种允许我们对数据库对象进行分组的容器对象。架构对如何引用数据库对象具有很大的影响，在SQL Server中，一个数据库对象通常由4个命名部分组成的结构来引用，即：</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[[[servername.][databasename].][schemaname].]objectname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完整的描述为：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&lt;服务器&gt;.&lt;数据库&gt;.&lt;架构&gt;.&lt;数据库对象&gt;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如果应用程序引用了一个没有限定架构的数据库对象，那么SQL Server将尝试在用户的默认架构（通常为dbo）中找出这个对象。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例如，引用服务器Prof上的数据库student中的学生课程表course时，完整的引用为Prof.student.dbo.course。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实际引用时，在能够区分对象的情况下，前3部分可能根据情况而省略。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15" name="文本框 6"/>
          <p:cNvSpPr txBox="1"/>
          <p:nvPr>
            <p:custDataLst>
              <p:tags r:id="rId6"/>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7"/>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6.2 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6.2.4  使用Management Studio创建数据库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83360"/>
            <a:ext cx="11278235" cy="499046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2016中的数据库包括两类，一类是系统数据库，另一类是用户数据库。系统数据库在SQL Server 2016安装时就被安装，和SQL Server 2016数据库管理系统共同完成管理操作。用户数据库是由SQL Server 2016的用户在SQL Server 2016安装后创建的，专门用于存储和管理用户的特定业务信息。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数据库类型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 2016中，系统数据库共有4个，即master、model、tempdb、msdb数据库。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（1）master 数据库用于记录 SQL Server 实例的所有系统级信息，不仅包含实例范围的元数据（如登录账户）、端点、链接服务器和系统配置设置，还保存了所有其他数据库的存在、数据库文件的位置及SQL Server 的初始化信息。如果 master 数据库不可用，SQL Server就无法启动。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（2）model 数据库是SQL Server实例上创建的所有数据库的模板。创建数据库时，SQL Server将通过复制 model 数据库中的内容来创建数据库的第一部分，然后用空页填充新数据库的剩余部分。如果修改了 model 数据库的大小、排序规则、恢复模式和其他选项，以后创建的所有数据库就将随之改变。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（3）tempdb 数据库供连接到 SQL Server 实例的所有用户使用，专门用于保存临时对象（全局或局部临时表、临时存储过程、表变量或游标）或中间结果集。每次启动 SQL Server 时都会重新创建 tempdb，并存储本次启动后所有产生的临时对象和中间结果集，在断开连接时又会将它们自动删除。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（4）msdb数据库用于SQL Server代理计划警报、作业、Service Broker 和数据库邮件等。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数据库的文件组成</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3665"/>
            <a:ext cx="11277600" cy="47802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Server数据库建立后，通常其包含的文件包括3类。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（1）主要数据文件。主要数据文件的文件扩展名是 .mdf。主要数据文件在数据库创建时生成，可存储用户数据和数据库中的对象。每个数据库有一个主要数据文件。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次要数据文件。次要数据文件的文件扩展名是.ndf。次要数据文件可在数据库创建时生成，也可在数据库创建后添加，可以存储用户数据。次要数据文件主要用于将数据分散到多个磁盘上。如果数据库文件过大，超过了单个 Windows 文件的最大尺寸，就可以使用次要数据文件将数据分开保存使用。每个数据库的次要数据文件个数可以是0至多个。</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事务日志。事务日志的文件扩展名是.ldf。事务日志文件在数据库创建时生成，用于记录所有事务以及每个事务对数据库所做的修改，这些记录就是恢复数据库的依据。在系统出现故障时，通过事务日志可将数据库恢复到正常状态。每个数据库必须至少有一个日志文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数据库文件的默认存储文件夹为C:\Program Files\Microsoft SQL Server\MSSQL.n\ MSSQL\Data（n代表已安装的SQL Server实例的唯一编号）。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3.事务和事务日志</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835" y="2189480"/>
            <a:ext cx="11276330" cy="38506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Server数据库文件中，事务日志文件是不可缺少的组成部分。使用事务日志可以恢复数据库，使其正常工作。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事务是SQL Server中最基本的工作单元，它由一个或多个T-SQL语句组成，执行一系列操作。事务中修改数据的语句要么全都执行，要么全都不执行。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2005 数据库中的事务日志用于记录所有事务以及每个事务对数据库所做的修改。事务日志中按时间顺序记录了各种类型的操作，分别包括：各个事务的开始和结束，插入、更新或删除数据，分配或释放区和页，创建、删除表或索引等。其中，数据修改的日志记录还记录操作前后的数据副本。</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事务和事务日志</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20660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在SQL Server数据库文件中，事务日志文件是不可缺少的组成部分。使用事务日志可以恢复数据库，使其正常工作。
事务是SQL Server中最基本的工作单元，它由一个或多个T-SQL语句组成，执行一系列操作。事务中修改数据的语句要么全都执行，要么全都不执行。
SQL Server 2005 数据库中的事务日志用于记录所有事务以及每个事务对数据库所做的修改。事务日志中按时间顺序记录了各种类型的操作，分别包括：各个事务的开始和结束，插入、更新或删除数据，分配或释放区和页，创建、删除表或索引等。其中，数据修改的日志记录还记录操作前后的数据副本。</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数据存储方式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84505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页是SQL Server 中数据存储的基本单位。区是由8个物理上连续的页构成的集合。区有助于有效管理页。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 中，页的大小为8KB。每页的开头是96字节的标头，用于存储有关页的系统信息。此信息包括页码、页类型、页的可用空间以及拥有该页的对象的分配单元ID。在SQL Server数据库中存储1MB需要128页。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Server以区作为管理页的基本单位。所有页都存储在区中。一个区包括8个物理上连续的页（即64KB）。SQL Server数据库中1MB 有16个区。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有两种类型的区，即统一区和混合区。统一区指该区仅属于一个对象所有，也就是说，区中的8页由一个所属对象使用。混合区指该区由多个对象共享（对象的个数最多是8），区中8页的每页由不同的所属对象使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Server在分配数据页时，通常首先从混合区分配页给表或索引，当表或索引的数据容量增长到8页时，就改为从统一区给表或索引的后续内容分配数据页。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5. 创建数据库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6565" y="1371600"/>
            <a:ext cx="11278235" cy="548576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创建数据库有两种途径：一种是在对象资源管理器中通过菜单创建数据库；另一种是在查询编辑器中输入创建数据库的T-SQL语句并运行，完成创建数据库操作。</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（1）在对象资源管理器中创建数据库</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在对象资源管理器中，连接到 SQL Server 数据库引擎实例，并展开该实例。右击【数据库】节点，然后在弹出的快捷菜单中选择【新建数据库】命令，这时弹出【新建数据库】对话框。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其具体操作步骤如下。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① 从【开始】菜单上选择【所有程序】→Microsoft SQL Server 2016→SQL Server Management Studio，在出现的【连接到服务器】对话框中，使用Windows身份验证或SQL Server身份验证，单击【连接】按钮，启动SQL Server Management Studio，并建立连接。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② 在SQL Server Management Studio 窗口的【对象资源管理器】窗格中选择【数据库】并右击，从弹出的快捷菜单中选择【新建数据库】项，如图6-12所示。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③ 在弹出的【新建数据库】窗口的【常规】选项页中，在【数据库名称】文本框中输入数据库名称D_sample1，再输入该数据库的所有者，这里使用【默认值】，如图6-13所示。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④ 单击【初始大小】列中的【行数据】行，设置初始大小为8MB。</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⑤ 单击【自动增长】列中的省略号按钮，在打开的【更改自动增长设置】对话框中进行设置，如图6-14所示。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⑥ 单击【路径】列中的省略号按钮，打开【定位文件夹】窗口，选择C盘的C:\Program Files\Microsoft SQL Server\MSSQL13.MSSQLSERVER\MSSQL\DATA文件夹，设置为数据库的存储路径，如图6-15所示。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⑦ 在【新建数据库】窗口中，选择【选项】选项页，在这里可以定义所创建数据库的排序规则、恢复模式、兼容级别、恢复、游标等其他选项，如图6-16所示。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⑧ 单击【确定】按钮，就完成了数据库的创建工作。</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5. 创建数据库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4" name="图片 3" descr="/data/temp/7a8fe72a-1557-11ee-b573-f66a8e0a4694.jpg7a8fe72a-1557-11ee-b573-f66a8e0a4694"/>
          <p:cNvPicPr>
            <a:picLocks noChangeAspect="1"/>
          </p:cNvPicPr>
          <p:nvPr>
            <p:custDataLst>
              <p:tags r:id="rId6"/>
            </p:custDataLst>
          </p:nvPr>
        </p:nvPicPr>
        <p:blipFill rotWithShape="1">
          <a:blip r:embed="rId7"/>
          <a:srcRect/>
          <a:stretch>
            <a:fillRect/>
          </a:stretch>
        </p:blipFill>
        <p:spPr>
          <a:xfrm>
            <a:off x="2793177" y="1530331"/>
            <a:ext cx="6605231" cy="4876837"/>
          </a:xfrm>
          <a:custGeom>
            <a:avLst/>
            <a:gdLst/>
            <a:ahLst/>
            <a:cxnLst>
              <a:cxn ang="3">
                <a:pos x="hc" y="t"/>
              </a:cxn>
              <a:cxn ang="cd2">
                <a:pos x="l" y="vc"/>
              </a:cxn>
              <a:cxn ang="cd4">
                <a:pos x="hc" y="b"/>
              </a:cxn>
              <a:cxn ang="0">
                <a:pos x="r" y="vc"/>
              </a:cxn>
            </a:cxnLst>
            <a:rect l="l" t="t" r="r" b="b"/>
            <a:pathLst>
              <a:path w="11520" h="7920">
                <a:moveTo>
                  <a:pt x="0" y="0"/>
                </a:moveTo>
                <a:lnTo>
                  <a:pt x="11520" y="0"/>
                </a:lnTo>
                <a:lnTo>
                  <a:pt x="11520" y="7920"/>
                </a:lnTo>
                <a:lnTo>
                  <a:pt x="0" y="7920"/>
                </a:lnTo>
                <a:lnTo>
                  <a:pt x="0" y="0"/>
                </a:lnTo>
                <a:close/>
              </a:path>
            </a:pathLst>
          </a:custGeom>
        </p:spPr>
      </p:pic>
      <p:cxnSp>
        <p:nvCxnSpPr>
          <p:cNvPr id="12" name="直接箭头连接符 11"/>
          <p:cNvCxnSpPr/>
          <p:nvPr>
            <p:custDataLst>
              <p:tags r:id="rId8"/>
            </p:custDataLst>
          </p:nvPr>
        </p:nvCxnSpPr>
        <p:spPr>
          <a:xfrm>
            <a:off x="4962082" y="5370945"/>
            <a:ext cx="166255" cy="0"/>
          </a:xfrm>
          <a:prstGeom prst="straightConnector1">
            <a:avLst/>
          </a:prstGeom>
          <a:ln w="25400" cap="flat">
            <a:solidFill>
              <a:schemeClr val="accent1"/>
            </a:solidFill>
            <a:round/>
            <a:tailEnd type="arrow" w="lg" len="med"/>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4004945" y="6407150"/>
            <a:ext cx="3694430" cy="3594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图6-12 选择【新建数据库】项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5. 创建数据库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4" name="图片 3" descr="/data/temp/7a89f9e6-1557-11ee-8348-eebcf3dea646.jpg7a89f9e6-1557-11ee-8348-eebcf3dea646"/>
          <p:cNvPicPr>
            <a:picLocks noChangeAspect="1"/>
          </p:cNvPicPr>
          <p:nvPr>
            <p:custDataLst>
              <p:tags r:id="rId6"/>
            </p:custDataLst>
          </p:nvPr>
        </p:nvPicPr>
        <p:blipFill rotWithShape="1">
          <a:blip r:embed="rId7"/>
          <a:srcRect/>
          <a:stretch>
            <a:fillRect/>
          </a:stretch>
        </p:blipFill>
        <p:spPr>
          <a:xfrm>
            <a:off x="3386623" y="1450917"/>
            <a:ext cx="5418703" cy="4546713"/>
          </a:xfrm>
          <a:custGeom>
            <a:avLst/>
            <a:gdLst/>
            <a:ahLst/>
            <a:cxnLst>
              <a:cxn ang="3">
                <a:pos x="hc" y="t"/>
              </a:cxn>
              <a:cxn ang="cd2">
                <a:pos x="l" y="vc"/>
              </a:cxn>
              <a:cxn ang="cd4">
                <a:pos x="hc" y="b"/>
              </a:cxn>
              <a:cxn ang="0">
                <a:pos x="r" y="vc"/>
              </a:cxn>
            </a:cxnLst>
            <a:rect l="l" t="t" r="r" b="b"/>
            <a:pathLst>
              <a:path w="12000" h="10800">
                <a:moveTo>
                  <a:pt x="0" y="0"/>
                </a:moveTo>
                <a:lnTo>
                  <a:pt x="12000" y="0"/>
                </a:lnTo>
                <a:lnTo>
                  <a:pt x="12000" y="10800"/>
                </a:lnTo>
                <a:lnTo>
                  <a:pt x="0" y="10800"/>
                </a:lnTo>
                <a:lnTo>
                  <a:pt x="0" y="0"/>
                </a:lnTo>
                <a:close/>
              </a:path>
            </a:pathLst>
          </a:custGeom>
        </p:spPr>
      </p:pic>
      <p:sp>
        <p:nvSpPr>
          <p:cNvPr id="5" name="Title 6"/>
          <p:cNvSpPr txBox="1"/>
          <p:nvPr>
            <p:custDataLst>
              <p:tags r:id="rId8"/>
            </p:custDataLst>
          </p:nvPr>
        </p:nvSpPr>
        <p:spPr>
          <a:xfrm>
            <a:off x="4191000" y="6064250"/>
            <a:ext cx="3642360" cy="36195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图6-13【新建数据库】窗口</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9"/>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创建数据库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22" name="椭圆 21"/>
          <p:cNvSpPr/>
          <p:nvPr>
            <p:custDataLst>
              <p:tags r:id="rId6"/>
            </p:custDataLst>
          </p:nvPr>
        </p:nvSpPr>
        <p:spPr>
          <a:xfrm>
            <a:off x="9672154" y="1676404"/>
            <a:ext cx="238379" cy="238379"/>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3" name="椭圆 22"/>
          <p:cNvSpPr/>
          <p:nvPr>
            <p:custDataLst>
              <p:tags r:id="rId7"/>
            </p:custDataLst>
          </p:nvPr>
        </p:nvSpPr>
        <p:spPr>
          <a:xfrm>
            <a:off x="10028727" y="1676404"/>
            <a:ext cx="238379" cy="238379"/>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4" name="椭圆 23"/>
          <p:cNvSpPr/>
          <p:nvPr>
            <p:custDataLst>
              <p:tags r:id="rId8"/>
            </p:custDataLst>
          </p:nvPr>
        </p:nvSpPr>
        <p:spPr>
          <a:xfrm>
            <a:off x="10387286" y="1676404"/>
            <a:ext cx="238379" cy="238379"/>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5" name="任意多边形 24"/>
          <p:cNvSpPr/>
          <p:nvPr>
            <p:custDataLst>
              <p:tags r:id="rId9"/>
            </p:custDataLst>
          </p:nvPr>
        </p:nvSpPr>
        <p:spPr>
          <a:xfrm>
            <a:off x="1566337" y="5284835"/>
            <a:ext cx="1444665" cy="1268862"/>
          </a:xfrm>
          <a:custGeom>
            <a:avLst/>
            <a:gdLst/>
            <a:ahLst/>
            <a:cxnLst>
              <a:cxn ang="3">
                <a:pos x="hc" y="t"/>
              </a:cxn>
              <a:cxn ang="cd2">
                <a:pos x="l" y="vc"/>
              </a:cxn>
              <a:cxn ang="cd4">
                <a:pos x="hc" y="b"/>
              </a:cxn>
              <a:cxn ang="0">
                <a:pos x="r" y="vc"/>
              </a:cxn>
            </a:cxnLst>
            <a:rect l="l" t="t" r="r" b="b"/>
            <a:pathLst>
              <a:path w="2858" h="2510">
                <a:moveTo>
                  <a:pt x="780" y="0"/>
                </a:moveTo>
                <a:cubicBezTo>
                  <a:pt x="1927" y="0"/>
                  <a:pt x="2858" y="931"/>
                  <a:pt x="2858" y="2079"/>
                </a:cubicBezTo>
                <a:cubicBezTo>
                  <a:pt x="2858" y="2222"/>
                  <a:pt x="2843" y="2362"/>
                  <a:pt x="2816" y="2497"/>
                </a:cubicBezTo>
                <a:lnTo>
                  <a:pt x="2813" y="2510"/>
                </a:lnTo>
                <a:lnTo>
                  <a:pt x="0" y="2510"/>
                </a:lnTo>
                <a:lnTo>
                  <a:pt x="0" y="151"/>
                </a:lnTo>
                <a:lnTo>
                  <a:pt x="17" y="144"/>
                </a:lnTo>
                <a:cubicBezTo>
                  <a:pt x="253" y="51"/>
                  <a:pt x="510" y="0"/>
                  <a:pt x="780"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26" name="AutoShape 3"/>
          <p:cNvSpPr>
            <a:spLocks noChangeAspect="1" noChangeArrowheads="1" noTextEdit="1"/>
          </p:cNvSpPr>
          <p:nvPr>
            <p:custDataLst>
              <p:tags r:id="rId10"/>
            </p:custDataLst>
          </p:nvPr>
        </p:nvSpPr>
        <p:spPr bwMode="auto">
          <a:xfrm>
            <a:off x="2166253" y="2381599"/>
            <a:ext cx="526913" cy="48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7" name="Freeform 5"/>
          <p:cNvSpPr>
            <a:spLocks noEditPoints="1"/>
          </p:cNvSpPr>
          <p:nvPr>
            <p:custDataLst>
              <p:tags r:id="rId11"/>
            </p:custDataLst>
          </p:nvPr>
        </p:nvSpPr>
        <p:spPr bwMode="auto">
          <a:xfrm>
            <a:off x="2044088" y="2153162"/>
            <a:ext cx="610345" cy="477748"/>
          </a:xfrm>
          <a:custGeom>
            <a:avLst/>
            <a:gdLst>
              <a:gd name="T0" fmla="*/ 87 w 234"/>
              <a:gd name="T1" fmla="*/ 122 h 217"/>
              <a:gd name="T2" fmla="*/ 87 w 234"/>
              <a:gd name="T3" fmla="*/ 217 h 217"/>
              <a:gd name="T4" fmla="*/ 0 w 234"/>
              <a:gd name="T5" fmla="*/ 217 h 217"/>
              <a:gd name="T6" fmla="*/ 0 w 234"/>
              <a:gd name="T7" fmla="*/ 142 h 217"/>
              <a:gd name="T8" fmla="*/ 14 w 234"/>
              <a:gd name="T9" fmla="*/ 55 h 217"/>
              <a:gd name="T10" fmla="*/ 74 w 234"/>
              <a:gd name="T11" fmla="*/ 0 h 217"/>
              <a:gd name="T12" fmla="*/ 94 w 234"/>
              <a:gd name="T13" fmla="*/ 32 h 217"/>
              <a:gd name="T14" fmla="*/ 58 w 234"/>
              <a:gd name="T15" fmla="*/ 63 h 217"/>
              <a:gd name="T16" fmla="*/ 44 w 234"/>
              <a:gd name="T17" fmla="*/ 122 h 217"/>
              <a:gd name="T18" fmla="*/ 87 w 234"/>
              <a:gd name="T19" fmla="*/ 122 h 217"/>
              <a:gd name="T20" fmla="*/ 227 w 234"/>
              <a:gd name="T21" fmla="*/ 122 h 217"/>
              <a:gd name="T22" fmla="*/ 227 w 234"/>
              <a:gd name="T23" fmla="*/ 217 h 217"/>
              <a:gd name="T24" fmla="*/ 140 w 234"/>
              <a:gd name="T25" fmla="*/ 217 h 217"/>
              <a:gd name="T26" fmla="*/ 140 w 234"/>
              <a:gd name="T27" fmla="*/ 142 h 217"/>
              <a:gd name="T28" fmla="*/ 154 w 234"/>
              <a:gd name="T29" fmla="*/ 55 h 217"/>
              <a:gd name="T30" fmla="*/ 214 w 234"/>
              <a:gd name="T31" fmla="*/ 0 h 217"/>
              <a:gd name="T32" fmla="*/ 234 w 234"/>
              <a:gd name="T33" fmla="*/ 32 h 217"/>
              <a:gd name="T34" fmla="*/ 198 w 234"/>
              <a:gd name="T35" fmla="*/ 63 h 217"/>
              <a:gd name="T36" fmla="*/ 185 w 234"/>
              <a:gd name="T37" fmla="*/ 122 h 217"/>
              <a:gd name="T38" fmla="*/ 227 w 234"/>
              <a:gd name="T39" fmla="*/ 12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217">
                <a:moveTo>
                  <a:pt x="87" y="122"/>
                </a:moveTo>
                <a:cubicBezTo>
                  <a:pt x="87" y="217"/>
                  <a:pt x="87" y="217"/>
                  <a:pt x="87" y="217"/>
                </a:cubicBezTo>
                <a:cubicBezTo>
                  <a:pt x="0" y="217"/>
                  <a:pt x="0" y="217"/>
                  <a:pt x="0" y="217"/>
                </a:cubicBezTo>
                <a:cubicBezTo>
                  <a:pt x="0" y="142"/>
                  <a:pt x="0" y="142"/>
                  <a:pt x="0" y="142"/>
                </a:cubicBezTo>
                <a:cubicBezTo>
                  <a:pt x="0" y="102"/>
                  <a:pt x="5" y="73"/>
                  <a:pt x="14" y="55"/>
                </a:cubicBezTo>
                <a:cubicBezTo>
                  <a:pt x="27" y="30"/>
                  <a:pt x="47" y="12"/>
                  <a:pt x="74" y="0"/>
                </a:cubicBezTo>
                <a:cubicBezTo>
                  <a:pt x="94" y="32"/>
                  <a:pt x="94" y="32"/>
                  <a:pt x="94" y="32"/>
                </a:cubicBezTo>
                <a:cubicBezTo>
                  <a:pt x="78" y="38"/>
                  <a:pt x="65" y="49"/>
                  <a:pt x="58" y="63"/>
                </a:cubicBezTo>
                <a:cubicBezTo>
                  <a:pt x="50" y="76"/>
                  <a:pt x="45" y="96"/>
                  <a:pt x="44" y="122"/>
                </a:cubicBezTo>
                <a:lnTo>
                  <a:pt x="87" y="122"/>
                </a:lnTo>
                <a:close/>
                <a:moveTo>
                  <a:pt x="227" y="122"/>
                </a:moveTo>
                <a:cubicBezTo>
                  <a:pt x="227" y="217"/>
                  <a:pt x="227" y="217"/>
                  <a:pt x="227" y="217"/>
                </a:cubicBezTo>
                <a:cubicBezTo>
                  <a:pt x="140" y="217"/>
                  <a:pt x="140" y="217"/>
                  <a:pt x="140" y="217"/>
                </a:cubicBezTo>
                <a:cubicBezTo>
                  <a:pt x="140" y="142"/>
                  <a:pt x="140" y="142"/>
                  <a:pt x="140" y="142"/>
                </a:cubicBezTo>
                <a:cubicBezTo>
                  <a:pt x="140" y="102"/>
                  <a:pt x="145" y="73"/>
                  <a:pt x="154" y="55"/>
                </a:cubicBezTo>
                <a:cubicBezTo>
                  <a:pt x="167" y="30"/>
                  <a:pt x="187" y="12"/>
                  <a:pt x="214" y="0"/>
                </a:cubicBezTo>
                <a:cubicBezTo>
                  <a:pt x="234" y="32"/>
                  <a:pt x="234" y="32"/>
                  <a:pt x="234" y="32"/>
                </a:cubicBezTo>
                <a:cubicBezTo>
                  <a:pt x="218" y="38"/>
                  <a:pt x="206" y="49"/>
                  <a:pt x="198" y="63"/>
                </a:cubicBezTo>
                <a:cubicBezTo>
                  <a:pt x="190" y="76"/>
                  <a:pt x="185" y="96"/>
                  <a:pt x="185" y="122"/>
                </a:cubicBezTo>
                <a:lnTo>
                  <a:pt x="227" y="122"/>
                </a:lnTo>
                <a:close/>
              </a:path>
            </a:pathLst>
          </a:custGeom>
          <a:solidFill>
            <a:schemeClr val="accent1">
              <a:alpha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 name="Title 6"/>
          <p:cNvSpPr txBox="1"/>
          <p:nvPr>
            <p:custDataLst>
              <p:tags r:id="rId12"/>
            </p:custDataLst>
          </p:nvPr>
        </p:nvSpPr>
        <p:spPr>
          <a:xfrm>
            <a:off x="3164205" y="5936615"/>
            <a:ext cx="7578725" cy="46482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图6-14 【更改自动增长设置】对话框 </a:t>
            </a: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图6-15 【定位文件夹】窗口</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descr="/data/temp/7a8a5b60-1557-11ee-9215-3ac49097c3cd.jpg7a8a5b60-1557-11ee-9215-3ac49097c3cd"/>
          <p:cNvPicPr>
            <a:picLocks noChangeAspect="1"/>
          </p:cNvPicPr>
          <p:nvPr>
            <p:custDataLst>
              <p:tags r:id="rId13"/>
            </p:custDataLst>
          </p:nvPr>
        </p:nvPicPr>
        <p:blipFill>
          <a:blip r:embed="rId14"/>
          <a:srcRect/>
          <a:stretch>
            <a:fillRect/>
          </a:stretch>
        </p:blipFill>
        <p:spPr>
          <a:xfrm>
            <a:off x="7639050" y="1991995"/>
            <a:ext cx="2726690" cy="3700780"/>
          </a:xfrm>
          <a:prstGeom prst="rect">
            <a:avLst/>
          </a:prstGeom>
        </p:spPr>
      </p:pic>
      <p:pic>
        <p:nvPicPr>
          <p:cNvPr id="6" name="图片 5" descr="/data/temp/7a8a5c02-1557-11ee-9215-3ac49097c3cd.jpg7a8a5c02-1557-11ee-9215-3ac49097c3cd"/>
          <p:cNvPicPr>
            <a:picLocks noChangeAspect="1"/>
          </p:cNvPicPr>
          <p:nvPr>
            <p:custDataLst>
              <p:tags r:id="rId15"/>
            </p:custDataLst>
          </p:nvPr>
        </p:nvPicPr>
        <p:blipFill>
          <a:blip r:embed="rId16"/>
          <a:srcRect/>
          <a:stretch>
            <a:fillRect/>
          </a:stretch>
        </p:blipFill>
        <p:spPr>
          <a:xfrm>
            <a:off x="3164840" y="3202305"/>
            <a:ext cx="3361690" cy="2490470"/>
          </a:xfrm>
          <a:prstGeom prst="rect">
            <a:avLst/>
          </a:prstGeom>
        </p:spPr>
      </p:pic>
    </p:spTree>
    <p:custDataLst>
      <p:tags r:id="rId17"/>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创建数据库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矩形 4"/>
          <p:cNvSpPr/>
          <p:nvPr>
            <p:custDataLst>
              <p:tags r:id="rId6"/>
            </p:custDataLst>
          </p:nvPr>
        </p:nvSpPr>
        <p:spPr>
          <a:xfrm>
            <a:off x="3343910" y="2334895"/>
            <a:ext cx="7234555" cy="3559810"/>
          </a:xfrm>
          <a:custGeom>
            <a:avLst/>
            <a:gdLst>
              <a:gd name="connsiteX0" fmla="*/ 0 w 9899943"/>
              <a:gd name="connsiteY0" fmla="*/ 0 h 4048220"/>
              <a:gd name="connsiteX1" fmla="*/ 9899943 w 9899943"/>
              <a:gd name="connsiteY1" fmla="*/ 0 h 4048220"/>
              <a:gd name="connsiteX2" fmla="*/ 9899943 w 9899943"/>
              <a:gd name="connsiteY2" fmla="*/ 4048220 h 4048220"/>
              <a:gd name="connsiteX3" fmla="*/ 0 w 9899943"/>
              <a:gd name="connsiteY3" fmla="*/ 4048220 h 4048220"/>
              <a:gd name="connsiteX4" fmla="*/ 0 w 9899943"/>
              <a:gd name="connsiteY4" fmla="*/ 0 h 4048220"/>
              <a:gd name="connsiteX0-1" fmla="*/ 0 w 9899943"/>
              <a:gd name="connsiteY0-2" fmla="*/ 0 h 4048220"/>
              <a:gd name="connsiteX1-3" fmla="*/ 9899943 w 9899943"/>
              <a:gd name="connsiteY1-4" fmla="*/ 0 h 4048220"/>
              <a:gd name="connsiteX2-5" fmla="*/ 9899943 w 9899943"/>
              <a:gd name="connsiteY2-6" fmla="*/ 4048220 h 4048220"/>
              <a:gd name="connsiteX3-7" fmla="*/ 808083 w 9899943"/>
              <a:gd name="connsiteY3-8" fmla="*/ 4043410 h 4048220"/>
              <a:gd name="connsiteX4-9" fmla="*/ 0 w 9899943"/>
              <a:gd name="connsiteY4-10" fmla="*/ 4048220 h 4048220"/>
              <a:gd name="connsiteX5" fmla="*/ 0 w 9899943"/>
              <a:gd name="connsiteY5" fmla="*/ 0 h 4048220"/>
              <a:gd name="connsiteX0-11" fmla="*/ 0 w 9899943"/>
              <a:gd name="connsiteY0-12" fmla="*/ 0 h 4048220"/>
              <a:gd name="connsiteX1-13" fmla="*/ 9899943 w 9899943"/>
              <a:gd name="connsiteY1-14" fmla="*/ 0 h 4048220"/>
              <a:gd name="connsiteX2-15" fmla="*/ 9899943 w 9899943"/>
              <a:gd name="connsiteY2-16" fmla="*/ 4048220 h 4048220"/>
              <a:gd name="connsiteX3-17" fmla="*/ 1730103 w 9899943"/>
              <a:gd name="connsiteY3-18" fmla="*/ 4043410 h 4048220"/>
              <a:gd name="connsiteX4-19" fmla="*/ 808083 w 9899943"/>
              <a:gd name="connsiteY4-20" fmla="*/ 4043410 h 4048220"/>
              <a:gd name="connsiteX5-21" fmla="*/ 0 w 9899943"/>
              <a:gd name="connsiteY5-22" fmla="*/ 4048220 h 4048220"/>
              <a:gd name="connsiteX6" fmla="*/ 0 w 9899943"/>
              <a:gd name="connsiteY6" fmla="*/ 0 h 4048220"/>
              <a:gd name="connsiteX0-23" fmla="*/ 808083 w 9899943"/>
              <a:gd name="connsiteY0-24" fmla="*/ 4043410 h 4134850"/>
              <a:gd name="connsiteX1-25" fmla="*/ 0 w 9899943"/>
              <a:gd name="connsiteY1-26" fmla="*/ 4048220 h 4134850"/>
              <a:gd name="connsiteX2-27" fmla="*/ 0 w 9899943"/>
              <a:gd name="connsiteY2-28" fmla="*/ 0 h 4134850"/>
              <a:gd name="connsiteX3-29" fmla="*/ 9899943 w 9899943"/>
              <a:gd name="connsiteY3-30" fmla="*/ 0 h 4134850"/>
              <a:gd name="connsiteX4-31" fmla="*/ 9899943 w 9899943"/>
              <a:gd name="connsiteY4-32" fmla="*/ 4048220 h 4134850"/>
              <a:gd name="connsiteX5-33" fmla="*/ 1730103 w 9899943"/>
              <a:gd name="connsiteY5-34" fmla="*/ 4043410 h 4134850"/>
              <a:gd name="connsiteX6-35" fmla="*/ 899523 w 9899943"/>
              <a:gd name="connsiteY6-36" fmla="*/ 4134850 h 4134850"/>
              <a:gd name="connsiteX0-37" fmla="*/ 808083 w 9899943"/>
              <a:gd name="connsiteY0-38" fmla="*/ 4043410 h 4048220"/>
              <a:gd name="connsiteX1-39" fmla="*/ 0 w 9899943"/>
              <a:gd name="connsiteY1-40" fmla="*/ 4048220 h 4048220"/>
              <a:gd name="connsiteX2-41" fmla="*/ 0 w 9899943"/>
              <a:gd name="connsiteY2-42" fmla="*/ 0 h 4048220"/>
              <a:gd name="connsiteX3-43" fmla="*/ 9899943 w 9899943"/>
              <a:gd name="connsiteY3-44" fmla="*/ 0 h 4048220"/>
              <a:gd name="connsiteX4-45" fmla="*/ 9899943 w 9899943"/>
              <a:gd name="connsiteY4-46" fmla="*/ 4048220 h 4048220"/>
              <a:gd name="connsiteX5-47" fmla="*/ 1730103 w 9899943"/>
              <a:gd name="connsiteY5-48" fmla="*/ 4043410 h 40482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9899943" h="4048220">
                <a:moveTo>
                  <a:pt x="808083" y="4043410"/>
                </a:moveTo>
                <a:lnTo>
                  <a:pt x="0" y="4048220"/>
                </a:lnTo>
                <a:lnTo>
                  <a:pt x="0" y="0"/>
                </a:lnTo>
                <a:lnTo>
                  <a:pt x="9899943" y="0"/>
                </a:lnTo>
                <a:lnTo>
                  <a:pt x="9899943" y="4048220"/>
                </a:lnTo>
                <a:lnTo>
                  <a:pt x="1730103" y="4043410"/>
                </a:lnTo>
              </a:path>
            </a:pathLst>
          </a:custGeom>
          <a:noFill/>
          <a:ln w="349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5" name="Oval 5"/>
          <p:cNvSpPr/>
          <p:nvPr>
            <p:custDataLst>
              <p:tags r:id="rId7"/>
            </p:custDataLst>
          </p:nvPr>
        </p:nvSpPr>
        <p:spPr>
          <a:xfrm>
            <a:off x="3991057" y="5630904"/>
            <a:ext cx="547665" cy="547665"/>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9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j-lt"/>
            </a:endParaRPr>
          </a:p>
        </p:txBody>
      </p:sp>
      <p:sp>
        <p:nvSpPr>
          <p:cNvPr id="6" name="文本框 5"/>
          <p:cNvSpPr txBox="1"/>
          <p:nvPr>
            <p:custDataLst>
              <p:tags r:id="rId8"/>
            </p:custDataLst>
          </p:nvPr>
        </p:nvSpPr>
        <p:spPr>
          <a:xfrm>
            <a:off x="3991057" y="5772077"/>
            <a:ext cx="547116" cy="265318"/>
          </a:xfrm>
          <a:prstGeom prst="rect">
            <a:avLst/>
          </a:prstGeom>
          <a:noFill/>
        </p:spPr>
        <p:txBody>
          <a:bodyPr wrap="square" rtlCol="0">
            <a:normAutofit fontScale="80000"/>
          </a:bodyPr>
          <a:lstStyle/>
          <a:p>
            <a:pPr algn="ctr"/>
            <a:r>
              <a:rPr lang="en-US" altLang="zh-CN" sz="1400" dirty="0">
                <a:solidFill>
                  <a:schemeClr val="lt1"/>
                </a:solidFill>
                <a:uFillTx/>
                <a:latin typeface="微软雅黑" panose="020B0503020204020204" charset="-122"/>
                <a:ea typeface="微软雅黑" panose="020B0503020204020204" charset="-122"/>
              </a:rPr>
              <a:t>logo</a:t>
            </a:r>
            <a:endParaRPr lang="en-US" altLang="zh-CN" sz="1400" dirty="0">
              <a:solidFill>
                <a:schemeClr val="lt1"/>
              </a:solidFill>
              <a:uFillTx/>
              <a:latin typeface="微软雅黑" panose="020B0503020204020204" charset="-122"/>
              <a:ea typeface="微软雅黑" panose="020B0503020204020204" charset="-122"/>
            </a:endParaRPr>
          </a:p>
        </p:txBody>
      </p:sp>
      <p:sp>
        <p:nvSpPr>
          <p:cNvPr id="7" name="衬底"/>
          <p:cNvSpPr/>
          <p:nvPr>
            <p:custDataLst>
              <p:tags r:id="rId9"/>
            </p:custDataLst>
          </p:nvPr>
        </p:nvSpPr>
        <p:spPr>
          <a:xfrm>
            <a:off x="5667856" y="1676416"/>
            <a:ext cx="4712555" cy="4876778"/>
          </a:xfrm>
          <a:prstGeom prst="rect">
            <a:avLst/>
          </a:prstGeom>
          <a:solidFill>
            <a:srgbClr val="FFFFFF"/>
          </a:solidFill>
          <a:ln>
            <a:noFill/>
          </a:ln>
          <a:effectLst>
            <a:outerShdw blurRad="127000" dist="38100" dir="5400000" algn="t" rotWithShape="0">
              <a:schemeClr val="dk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Title 6"/>
          <p:cNvSpPr txBox="1"/>
          <p:nvPr>
            <p:custDataLst>
              <p:tags r:id="rId10"/>
            </p:custDataLst>
          </p:nvPr>
        </p:nvSpPr>
        <p:spPr>
          <a:xfrm>
            <a:off x="6148705" y="5864860"/>
            <a:ext cx="3696335" cy="38798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图6-16 【新建数据库】窗口的【选项】页</a:t>
            </a:r>
            <a:endPar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9" name="图片 8" descr="/data/temp/7aa76b38-1557-11ee-aed3-8201e8884c01.jpg7aa76b38-1557-11ee-aed3-8201e8884c01"/>
          <p:cNvPicPr>
            <a:picLocks noChangeAspect="1"/>
          </p:cNvPicPr>
          <p:nvPr>
            <p:custDataLst>
              <p:tags r:id="rId11"/>
            </p:custDataLst>
          </p:nvPr>
        </p:nvPicPr>
        <p:blipFill rotWithShape="1">
          <a:blip r:embed="rId12"/>
          <a:srcRect/>
          <a:stretch>
            <a:fillRect/>
          </a:stretch>
        </p:blipFill>
        <p:spPr>
          <a:xfrm>
            <a:off x="5931236" y="2364689"/>
            <a:ext cx="4185786" cy="3500222"/>
          </a:xfrm>
          <a:custGeom>
            <a:avLst/>
            <a:gdLst/>
            <a:ahLst/>
            <a:cxnLst>
              <a:cxn ang="3">
                <a:pos x="hc" y="t"/>
              </a:cxn>
              <a:cxn ang="cd2">
                <a:pos x="l" y="vc"/>
              </a:cxn>
              <a:cxn ang="cd4">
                <a:pos x="hc" y="b"/>
              </a:cxn>
              <a:cxn ang="0">
                <a:pos x="r" y="vc"/>
              </a:cxn>
            </a:cxnLst>
            <a:rect l="l" t="t" r="r" b="b"/>
            <a:pathLst>
              <a:path w="6960" h="6960">
                <a:moveTo>
                  <a:pt x="0" y="0"/>
                </a:moveTo>
                <a:lnTo>
                  <a:pt x="6960" y="0"/>
                </a:lnTo>
                <a:lnTo>
                  <a:pt x="6960" y="6960"/>
                </a:lnTo>
                <a:lnTo>
                  <a:pt x="0" y="6960"/>
                </a:lnTo>
                <a:lnTo>
                  <a:pt x="0" y="0"/>
                </a:lnTo>
                <a:close/>
              </a:path>
            </a:pathLst>
          </a:custGeom>
        </p:spPr>
      </p:pic>
    </p:spTree>
    <p:custDataLst>
      <p:tags r:id="rId13"/>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在查询编辑器中创建数据库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40512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创建数据库的T-SQL语句是CREATE DATABASE语句。该语句的语法格式如下：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CREATE DATABASE database_name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ON  [ &lt;filespec&gt; [ ,...n ]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LOG ON { &lt;filespec&gt; [ ,...n ] } ]]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&lt;filespec&gt; ::=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NAME = logical_file_name,FILENAME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 SIZE = size [ KB | MB | GB | TB ] ]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 MAXSIZE = { max_size [ KB | MB | GB | TB ] | UNLIMITED } ]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 FILEGROWTH = growth_increment [ KB | MB | GB | TB | % ]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,...n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其中，各参数的含义说明如下。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database_name：新数据库的名称。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filespec：数据文件或日志文件的描述。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logical_file_name：文件的逻辑名称。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FILENAME：文件的物理名称，必须包含完整路径名。</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SIZE：文件的大小。</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MAXSIZE：文件的最大尺寸。</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FILEGROWTH：文件的增长。</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使用Management Studio创建数据库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在查询编辑器中创建数据库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71600"/>
            <a:ext cx="11277600" cy="479234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【例6.1】创建数据库Student。其中，主数据文件的逻辑名称是Studentdata，对应的物理文件是C:\Program Files\Microsoft SQL Server\MSSQL13.MSSQLSERVER\ MSSQL\DATA\St-udentdata.mdf，初始大小是10MB，最大尺寸50 MB，增长幅度是5%。日志文件的逻辑名称是Studentlog，对应的物理文件是C:\Program Files\Microsoft SQL Server\MSSQL13. MSSQL SERVER\MSSQL\DATA\Studentlog.ldf，初始大小是5MB，最大尺寸是10MB，增长幅度是1MB。</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master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DATABASE Student ON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NAME = Studentdata, FILENAME = ' C:\Program Files\Microsoft SQL Server\MSSQL13.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MSSQLSERVER\MSSQL\DATA\Studentdata.mdf',</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SIZE = 10,MAXSIZE = 50,FILEGROWTH = 5 )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LOG 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NAME = Studentlog,FILENAME = ' C:\Program Files\Microsoft SQL Server\MSSQL13.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MSSQLSERVER\MSSQL\DATA\Studentlog.ldf',</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SIZE = 5MB,MAXSIZE = 10MB,FILEGROWTH = 1MB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normAutofit fontScale="90000"/>
          </a:bodyPr>
          <a:lstStyle/>
          <a:p>
            <a:r>
              <a:rPr lang="zh-CN" altLang="en-US" sz="6555" dirty="0">
                <a:solidFill>
                  <a:schemeClr val="accent1"/>
                </a:solidFill>
                <a:sym typeface="Arial" panose="020B0604020202020204" pitchFamily="34" charset="0"/>
              </a:rPr>
              <a:t>6.3 文件组及其创建与使用</a:t>
            </a:r>
            <a:endParaRPr lang="zh-CN" altLang="en-US" sz="6555"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3.1 文件组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折角形 4"/>
          <p:cNvSpPr/>
          <p:nvPr>
            <p:custDataLst>
              <p:tags r:id="rId5"/>
            </p:custDataLst>
          </p:nvPr>
        </p:nvSpPr>
        <p:spPr>
          <a:xfrm>
            <a:off x="1535573" y="2547089"/>
            <a:ext cx="2749184" cy="2887591"/>
          </a:xfrm>
          <a:prstGeom prst="foldedCorner">
            <a:avLst>
              <a:gd name="adj" fmla="val 12009"/>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 name="文本框 1"/>
          <p:cNvSpPr txBox="1"/>
          <p:nvPr>
            <p:custDataLst>
              <p:tags r:id="rId6"/>
            </p:custDataLst>
          </p:nvPr>
        </p:nvSpPr>
        <p:spPr>
          <a:xfrm>
            <a:off x="1744238" y="2655988"/>
            <a:ext cx="2540518" cy="2643797"/>
          </a:xfrm>
          <a:prstGeom prst="rect">
            <a:avLst/>
          </a:prstGeom>
          <a:noFill/>
        </p:spPr>
        <p:txBody>
          <a:bodyPr wrap="square" rtlCol="0">
            <a:normAutofit/>
          </a:bodyPr>
          <a:p>
            <a:pPr algn="l">
              <a:lnSpc>
                <a:spcPct val="130000"/>
              </a:lnSpc>
            </a:pPr>
            <a:r>
              <a:rPr lang="zh-CN" altLang="en-US" sz="1300" spc="150">
                <a:solidFill>
                  <a:schemeClr val="dk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SQL Server 数据库是由一组文件组成的，数据和日志信息分属不同文件，每个文件属于一个数据库。文件组是数据库中数据文件的逻辑组合，可以通过文件组将数据文件分组，便于存放和管理数据。</a:t>
            </a:r>
            <a:endParaRPr lang="zh-CN" altLang="en-US" sz="1300" spc="150">
              <a:solidFill>
                <a:schemeClr val="dk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6" name="椭圆 5"/>
          <p:cNvSpPr/>
          <p:nvPr>
            <p:custDataLst>
              <p:tags r:id="rId7"/>
            </p:custDataLst>
          </p:nvPr>
        </p:nvSpPr>
        <p:spPr>
          <a:xfrm>
            <a:off x="1303020" y="2337018"/>
            <a:ext cx="564872" cy="5648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en-US" altLang="zh-CN" b="1" dirty="0">
              <a:solidFill>
                <a:schemeClr val="lt1"/>
              </a:solidFill>
              <a:latin typeface="微软雅黑" panose="020B0503020204020204" charset="-122"/>
              <a:ea typeface="微软雅黑" panose="020B0503020204020204" charset="-122"/>
            </a:endParaRPr>
          </a:p>
        </p:txBody>
      </p:sp>
      <p:sp>
        <p:nvSpPr>
          <p:cNvPr id="13" name="折角形 12"/>
          <p:cNvSpPr/>
          <p:nvPr>
            <p:custDataLst>
              <p:tags r:id="rId8"/>
            </p:custDataLst>
          </p:nvPr>
        </p:nvSpPr>
        <p:spPr>
          <a:xfrm>
            <a:off x="4837685" y="2547089"/>
            <a:ext cx="2749184" cy="2887591"/>
          </a:xfrm>
          <a:prstGeom prst="foldedCorner">
            <a:avLst>
              <a:gd name="adj" fmla="val 12009"/>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 name="文本框 13"/>
          <p:cNvSpPr txBox="1"/>
          <p:nvPr>
            <p:custDataLst>
              <p:tags r:id="rId9"/>
            </p:custDataLst>
          </p:nvPr>
        </p:nvSpPr>
        <p:spPr>
          <a:xfrm>
            <a:off x="5046350" y="2655988"/>
            <a:ext cx="2540518" cy="2643797"/>
          </a:xfrm>
          <a:prstGeom prst="rect">
            <a:avLst/>
          </a:prstGeom>
          <a:noFill/>
        </p:spPr>
        <p:txBody>
          <a:bodyPr wrap="square" rtlCol="0">
            <a:normAutofit/>
          </a:bodyPr>
          <a:p>
            <a:pPr algn="l">
              <a:lnSpc>
                <a:spcPct val="130000"/>
              </a:lnSpc>
            </a:pPr>
            <a:r>
              <a:rPr lang="zh-CN" altLang="en-US" sz="1300" spc="150">
                <a:solidFill>
                  <a:schemeClr val="dk1">
                    <a:lumMod val="85000"/>
                    <a:lumOff val="15000"/>
                  </a:schemeClr>
                </a:solidFill>
                <a:uFillTx/>
                <a:latin typeface="微软雅黑" panose="020B0503020204020204" charset="-122"/>
                <a:ea typeface="微软雅黑" panose="020B0503020204020204" charset="-122"/>
                <a:sym typeface="+mn-ea"/>
              </a:rPr>
              <a:t>一个文件只能是一个文件组的成员。如果指定表、索引和大型对象数据所属的文件组相关联，那么它们的数据页或者分区后的数据单元将被分配到该文件组。文件组内不包括日志文件。日志空间与数据空间分开管理。</a:t>
            </a:r>
            <a:endParaRPr lang="zh-CN" altLang="en-US" sz="1300" spc="150">
              <a:solidFill>
                <a:schemeClr val="dk1">
                  <a:lumMod val="85000"/>
                  <a:lumOff val="15000"/>
                </a:schemeClr>
              </a:solidFill>
              <a:uFillTx/>
              <a:latin typeface="微软雅黑" panose="020B0503020204020204" charset="-122"/>
              <a:ea typeface="微软雅黑" panose="020B0503020204020204" charset="-122"/>
              <a:sym typeface="+mn-ea"/>
            </a:endParaRPr>
          </a:p>
        </p:txBody>
      </p:sp>
      <p:sp>
        <p:nvSpPr>
          <p:cNvPr id="15" name="椭圆 14"/>
          <p:cNvSpPr/>
          <p:nvPr>
            <p:custDataLst>
              <p:tags r:id="rId10"/>
            </p:custDataLst>
          </p:nvPr>
        </p:nvSpPr>
        <p:spPr>
          <a:xfrm>
            <a:off x="4605132" y="2337018"/>
            <a:ext cx="564872" cy="564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en-US" altLang="zh-CN" b="1" dirty="0">
              <a:solidFill>
                <a:schemeClr val="lt1"/>
              </a:solidFill>
              <a:latin typeface="微软雅黑" panose="020B0503020204020204" charset="-122"/>
              <a:ea typeface="微软雅黑" panose="020B0503020204020204" charset="-122"/>
            </a:endParaRPr>
          </a:p>
        </p:txBody>
      </p:sp>
      <p:sp>
        <p:nvSpPr>
          <p:cNvPr id="17" name="折角形 16"/>
          <p:cNvSpPr/>
          <p:nvPr>
            <p:custDataLst>
              <p:tags r:id="rId11"/>
            </p:custDataLst>
          </p:nvPr>
        </p:nvSpPr>
        <p:spPr>
          <a:xfrm>
            <a:off x="8139796" y="2547089"/>
            <a:ext cx="2749184" cy="2887591"/>
          </a:xfrm>
          <a:prstGeom prst="foldedCorner">
            <a:avLst>
              <a:gd name="adj" fmla="val 12009"/>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8" name="文本框 17"/>
          <p:cNvSpPr txBox="1"/>
          <p:nvPr>
            <p:custDataLst>
              <p:tags r:id="rId12"/>
            </p:custDataLst>
          </p:nvPr>
        </p:nvSpPr>
        <p:spPr>
          <a:xfrm>
            <a:off x="8348462" y="2655988"/>
            <a:ext cx="2540518" cy="2643797"/>
          </a:xfrm>
          <a:prstGeom prst="rect">
            <a:avLst/>
          </a:prstGeom>
          <a:noFill/>
        </p:spPr>
        <p:txBody>
          <a:bodyPr wrap="square" rtlCol="0">
            <a:normAutofit lnSpcReduction="20000"/>
          </a:bodyPr>
          <a:p>
            <a:pPr algn="l">
              <a:lnSpc>
                <a:spcPct val="130000"/>
              </a:lnSpc>
            </a:pPr>
            <a:r>
              <a:rPr lang="zh-CN" altLang="en-US" sz="1300" spc="150">
                <a:solidFill>
                  <a:schemeClr val="dk1">
                    <a:lumMod val="85000"/>
                    <a:lumOff val="15000"/>
                  </a:schemeClr>
                </a:solidFill>
                <a:uFillTx/>
                <a:latin typeface="微软雅黑" panose="020B0503020204020204" charset="-122"/>
                <a:ea typeface="微软雅黑" panose="020B0503020204020204" charset="-122"/>
                <a:sym typeface="+mn-ea"/>
              </a:rPr>
              <a:t>使用文件和文件组可以改善数据库的性能，因为可以将数据库的数据文件分别放置在多个磁盘上，所以可以同时对所有磁盘并行地访问数据库中的数据，大大加快了数据库操作的速度。也可以通过指定表所属的文件组来调整数据的存放位置，从而使数据库得到良好的存储配置。</a:t>
            </a:r>
            <a:endParaRPr lang="zh-CN" altLang="en-US" sz="1300" spc="150">
              <a:solidFill>
                <a:schemeClr val="dk1">
                  <a:lumMod val="85000"/>
                  <a:lumOff val="15000"/>
                </a:schemeClr>
              </a:solidFill>
              <a:uFillTx/>
              <a:latin typeface="微软雅黑" panose="020B0503020204020204" charset="-122"/>
              <a:ea typeface="微软雅黑" panose="020B0503020204020204" charset="-122"/>
              <a:sym typeface="+mn-ea"/>
            </a:endParaRPr>
          </a:p>
        </p:txBody>
      </p:sp>
      <p:sp>
        <p:nvSpPr>
          <p:cNvPr id="19" name="椭圆 18"/>
          <p:cNvSpPr/>
          <p:nvPr>
            <p:custDataLst>
              <p:tags r:id="rId13"/>
            </p:custDataLst>
          </p:nvPr>
        </p:nvSpPr>
        <p:spPr>
          <a:xfrm>
            <a:off x="7907243" y="2337018"/>
            <a:ext cx="564872" cy="5648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en-US" altLang="zh-CN" b="1" dirty="0">
              <a:solidFill>
                <a:schemeClr val="lt1"/>
              </a:solidFill>
              <a:latin typeface="微软雅黑" panose="020B0503020204020204" charset="-122"/>
              <a:ea typeface="微软雅黑" panose="020B0503020204020204" charset="-122"/>
            </a:endParaRPr>
          </a:p>
        </p:txBody>
      </p:sp>
      <p:sp>
        <p:nvSpPr>
          <p:cNvPr id="4" name="文本框 3"/>
          <p:cNvSpPr txBox="1"/>
          <p:nvPr>
            <p:custDataLst>
              <p:tags r:id="rId14"/>
            </p:custDataLst>
          </p:nvPr>
        </p:nvSpPr>
        <p:spPr>
          <a:xfrm>
            <a:off x="1396913" y="2436213"/>
            <a:ext cx="304468" cy="408636"/>
          </a:xfrm>
          <a:prstGeom prst="rect">
            <a:avLst/>
          </a:prstGeom>
          <a:noFill/>
        </p:spPr>
        <p:txBody>
          <a:bodyPr wrap="square" rtlCol="0">
            <a:normAutofit fontScale="90000"/>
          </a:bodyPr>
          <a:p>
            <a:r>
              <a:rPr lang="en-US" altLang="zh-CN" b="1" dirty="0">
                <a:solidFill>
                  <a:schemeClr val="lt1"/>
                </a:solidFill>
                <a:latin typeface="微软雅黑" panose="020B0503020204020204" charset="-122"/>
                <a:ea typeface="微软雅黑" panose="020B0503020204020204" charset="-122"/>
              </a:rPr>
              <a:t>1</a:t>
            </a:r>
            <a:endParaRPr lang="en-US" altLang="zh-CN" b="1" dirty="0">
              <a:solidFill>
                <a:schemeClr val="lt1"/>
              </a:solidFill>
              <a:latin typeface="微软雅黑" panose="020B0503020204020204" charset="-122"/>
              <a:ea typeface="微软雅黑" panose="020B0503020204020204" charset="-122"/>
            </a:endParaRPr>
          </a:p>
        </p:txBody>
      </p:sp>
      <p:sp>
        <p:nvSpPr>
          <p:cNvPr id="7" name="文本框 6"/>
          <p:cNvSpPr txBox="1"/>
          <p:nvPr>
            <p:custDataLst>
              <p:tags r:id="rId15"/>
            </p:custDataLst>
          </p:nvPr>
        </p:nvSpPr>
        <p:spPr>
          <a:xfrm>
            <a:off x="4717066" y="2436213"/>
            <a:ext cx="304468" cy="408636"/>
          </a:xfrm>
          <a:prstGeom prst="rect">
            <a:avLst/>
          </a:prstGeom>
          <a:noFill/>
        </p:spPr>
        <p:txBody>
          <a:bodyPr wrap="square" rtlCol="0">
            <a:normAutofit fontScale="90000"/>
          </a:bodyPr>
          <a:p>
            <a:r>
              <a:rPr lang="en-US" altLang="zh-CN" b="1" dirty="0">
                <a:solidFill>
                  <a:schemeClr val="lt1"/>
                </a:solidFill>
                <a:latin typeface="微软雅黑" panose="020B0503020204020204" charset="-122"/>
                <a:ea typeface="微软雅黑" panose="020B0503020204020204" charset="-122"/>
              </a:rPr>
              <a:t>2</a:t>
            </a:r>
            <a:endParaRPr lang="en-US" altLang="zh-CN" b="1" dirty="0">
              <a:solidFill>
                <a:schemeClr val="lt1"/>
              </a:solidFill>
              <a:latin typeface="微软雅黑" panose="020B0503020204020204" charset="-122"/>
              <a:ea typeface="微软雅黑" panose="020B0503020204020204" charset="-122"/>
            </a:endParaRPr>
          </a:p>
        </p:txBody>
      </p:sp>
      <p:sp>
        <p:nvSpPr>
          <p:cNvPr id="8" name="文本框 7"/>
          <p:cNvSpPr txBox="1"/>
          <p:nvPr>
            <p:custDataLst>
              <p:tags r:id="rId16"/>
            </p:custDataLst>
          </p:nvPr>
        </p:nvSpPr>
        <p:spPr>
          <a:xfrm>
            <a:off x="8014963" y="2441131"/>
            <a:ext cx="304468" cy="408636"/>
          </a:xfrm>
          <a:prstGeom prst="rect">
            <a:avLst/>
          </a:prstGeom>
          <a:noFill/>
        </p:spPr>
        <p:txBody>
          <a:bodyPr wrap="square" rtlCol="0">
            <a:normAutofit fontScale="90000"/>
          </a:bodyPr>
          <a:p>
            <a:r>
              <a:rPr lang="en-US" altLang="zh-CN" b="1" dirty="0">
                <a:solidFill>
                  <a:schemeClr val="lt1"/>
                </a:solidFill>
                <a:latin typeface="微软雅黑" panose="020B0503020204020204" charset="-122"/>
                <a:ea typeface="微软雅黑" panose="020B0503020204020204" charset="-122"/>
              </a:rPr>
              <a:t>3</a:t>
            </a:r>
            <a:endParaRPr lang="en-US" altLang="zh-CN" b="1" dirty="0">
              <a:solidFill>
                <a:schemeClr val="lt1"/>
              </a:solidFill>
              <a:latin typeface="微软雅黑" panose="020B0503020204020204" charset="-122"/>
              <a:ea typeface="微软雅黑" panose="020B0503020204020204" charset="-122"/>
            </a:endParaRPr>
          </a:p>
        </p:txBody>
      </p:sp>
    </p:spTree>
    <p:custDataLst>
      <p:tags r:id="rId17"/>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3.1 文件组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文件组有两种类型：一种是主文件组，其默认名称为PRIMARY；另一种是用户定义文件组，名称由用户在创建时自定义。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主文件组在创建数据库时自动生成，包含主数据文件和所有未设置文件组的其他文件。系统表存储在主文件组中。用户定义的文件组是在创建数据库时或数据库创建后由用户添加的文件组。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常情况下，数据库只需要一个数据文件和一个事务日志文件。如果需要增加次要数据文件，可以添加用户定义文件组，并将次要数据文件加入用户定义文件组中。根据具体的业务需求来添加文件组和设置文件所属的文件组，让不同的文件组位于不同的物理磁盘上。事务日志不能与数据库中其他文件和文件组共用一个物理磁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创建文件组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835" y="983615"/>
            <a:ext cx="11276965" cy="284289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在创建数据库时创建文件组，因此创建文件组和创建数据库的方法是一样的。一种是在对象资源管理器中通过菜单创建数据库，另一种是在查询编辑器中输入创建数据库的T-SQL语句并运行，完成创建数据库的操作。</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在对象资源管理器中创建数据库时创建文件组</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新建数据库】对话框中选择【文件组】选项页进行设置，如图6-17所示。单击【添加文件组】按钮，然后在文件组记录行中添加新的文件组。也可以选中现有的文件组，单击【删除】按钮，删除所选中的文件组。设置结束后单击【确定】按钮，完成设置操作。</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创建文件组后，选择对话框中的【常规】选项页，如图6-18所示，添加新的数据文件，并将其所属文件组设置为新创建的文件组。设置结束后单击【确定】按钮，完成设置操作。</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custDataLst>
              <p:tags r:id="rId6"/>
            </p:custDataLst>
          </p:nvPr>
        </p:nvPicPr>
        <p:blipFill>
          <a:blip r:embed="rId7"/>
          <a:stretch>
            <a:fillRect/>
          </a:stretch>
        </p:blipFill>
        <p:spPr>
          <a:xfrm>
            <a:off x="6988810" y="3444240"/>
            <a:ext cx="4019550" cy="3000375"/>
          </a:xfrm>
          <a:prstGeom prst="rect">
            <a:avLst/>
          </a:prstGeom>
        </p:spPr>
      </p:pic>
      <p:sp>
        <p:nvSpPr>
          <p:cNvPr id="4" name="文本框 3"/>
          <p:cNvSpPr txBox="1"/>
          <p:nvPr/>
        </p:nvSpPr>
        <p:spPr>
          <a:xfrm>
            <a:off x="6988810" y="6444615"/>
            <a:ext cx="6096000" cy="275590"/>
          </a:xfrm>
          <a:prstGeom prst="rect">
            <a:avLst/>
          </a:prstGeom>
          <a:noFill/>
        </p:spPr>
        <p:txBody>
          <a:bodyPr wrap="square" rtlCol="0" anchor="t">
            <a:spAutoFit/>
          </a:bodyPr>
          <a:p>
            <a:r>
              <a:rPr lang="zh-CN" altLang="en-US" sz="1200"/>
              <a:t>图6-17  【新建数据库】对话框的【文件组】选项页</a:t>
            </a:r>
            <a:endParaRPr lang="zh-CN" altLang="en-US" sz="1200"/>
          </a:p>
        </p:txBody>
      </p:sp>
    </p:spTree>
    <p:custDataLst>
      <p:tags r:id="rId8"/>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创建文件组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在对象资源管理器中创建数据库时创建文件组</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2" name="Rectangle 10"/>
          <p:cNvSpPr/>
          <p:nvPr>
            <p:custDataLst>
              <p:tags r:id="rId6"/>
            </p:custDataLst>
          </p:nvPr>
        </p:nvSpPr>
        <p:spPr>
          <a:xfrm>
            <a:off x="3380169" y="1472582"/>
            <a:ext cx="5994439" cy="4876838"/>
          </a:xfrm>
          <a:custGeom>
            <a:avLst/>
            <a:gdLst>
              <a:gd name="connsiteX0" fmla="*/ 4495837 w 4495837"/>
              <a:gd name="connsiteY0" fmla="*/ 0 h 4495834"/>
              <a:gd name="connsiteX1" fmla="*/ 4495834 w 4495837"/>
              <a:gd name="connsiteY1" fmla="*/ 4495834 h 4495834"/>
              <a:gd name="connsiteX2" fmla="*/ 1 w 4495837"/>
              <a:gd name="connsiteY2" fmla="*/ 4495834 h 4495834"/>
              <a:gd name="connsiteX3" fmla="*/ 0 w 4495837"/>
              <a:gd name="connsiteY3" fmla="*/ 1 h 4495834"/>
            </a:gdLst>
            <a:ahLst/>
            <a:cxnLst>
              <a:cxn ang="0">
                <a:pos x="connsiteX0" y="connsiteY0"/>
              </a:cxn>
              <a:cxn ang="0">
                <a:pos x="connsiteX1" y="connsiteY1"/>
              </a:cxn>
              <a:cxn ang="0">
                <a:pos x="connsiteX2" y="connsiteY2"/>
              </a:cxn>
              <a:cxn ang="0">
                <a:pos x="connsiteX3" y="connsiteY3"/>
              </a:cxn>
            </a:cxnLst>
            <a:rect l="l" t="t" r="r" b="b"/>
            <a:pathLst>
              <a:path w="4495837" h="4495834">
                <a:moveTo>
                  <a:pt x="4495837" y="0"/>
                </a:moveTo>
                <a:lnTo>
                  <a:pt x="4495834" y="4495834"/>
                </a:lnTo>
                <a:lnTo>
                  <a:pt x="1" y="4495834"/>
                </a:lnTo>
                <a:lnTo>
                  <a:pt x="0" y="1"/>
                </a:lnTo>
                <a:close/>
              </a:path>
            </a:pathLst>
          </a:custGeom>
          <a:solidFill>
            <a:schemeClr val="lt2"/>
          </a:solidFill>
          <a:ln>
            <a:noFill/>
          </a:ln>
          <a:effectLst>
            <a:outerShdw blurRad="190500" sx="102000" sy="102000" algn="ctr" rotWithShape="0">
              <a:schemeClr val="dk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4" name="图片 3" descr="/data/temp/bc118492-1557-11ee-8348-eebcf3dea646.jpgbc118492-1557-11ee-8348-eebcf3dea646"/>
          <p:cNvPicPr>
            <a:picLocks noChangeAspect="1"/>
          </p:cNvPicPr>
          <p:nvPr>
            <p:custDataLst>
              <p:tags r:id="rId7"/>
            </p:custDataLst>
          </p:nvPr>
        </p:nvPicPr>
        <p:blipFill rotWithShape="1">
          <a:blip r:embed="rId8"/>
          <a:srcRect/>
          <a:stretch>
            <a:fillRect/>
          </a:stretch>
        </p:blipFill>
        <p:spPr>
          <a:xfrm>
            <a:off x="3917960" y="2012837"/>
            <a:ext cx="4958080" cy="3549904"/>
          </a:xfrm>
          <a:custGeom>
            <a:avLst/>
            <a:gdLst/>
            <a:ahLst/>
            <a:cxnLst>
              <a:cxn ang="3">
                <a:pos x="hc" y="t"/>
              </a:cxn>
              <a:cxn ang="cd2">
                <a:pos x="l" y="vc"/>
              </a:cxn>
              <a:cxn ang="cd4">
                <a:pos x="hc" y="b"/>
              </a:cxn>
              <a:cxn ang="0">
                <a:pos x="r" y="vc"/>
              </a:cxn>
            </a:cxnLst>
            <a:rect l="l" t="t" r="r" b="b"/>
            <a:pathLst>
              <a:path w="8640" h="5280">
                <a:moveTo>
                  <a:pt x="0" y="0"/>
                </a:moveTo>
                <a:lnTo>
                  <a:pt x="8640" y="0"/>
                </a:lnTo>
                <a:lnTo>
                  <a:pt x="8640" y="5280"/>
                </a:lnTo>
                <a:lnTo>
                  <a:pt x="0" y="5280"/>
                </a:lnTo>
                <a:lnTo>
                  <a:pt x="0" y="0"/>
                </a:lnTo>
                <a:close/>
              </a:path>
            </a:pathLst>
          </a:custGeom>
        </p:spPr>
      </p:pic>
      <p:sp>
        <p:nvSpPr>
          <p:cNvPr id="5" name="Title 6"/>
          <p:cNvSpPr txBox="1"/>
          <p:nvPr>
            <p:custDataLst>
              <p:tags r:id="rId9"/>
            </p:custDataLst>
          </p:nvPr>
        </p:nvSpPr>
        <p:spPr>
          <a:xfrm>
            <a:off x="4080510" y="5562600"/>
            <a:ext cx="4795520" cy="575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图6-18 【数据库属性】对话框的【文件】选项页</a:t>
            </a:r>
            <a:endParaRPr lang="zh-CN" altLang="en-US" sz="1555"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9"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创建文件组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在查询编辑器中创建文件组</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31" name="文本框 30"/>
          <p:cNvSpPr txBox="1"/>
          <p:nvPr/>
        </p:nvSpPr>
        <p:spPr>
          <a:xfrm>
            <a:off x="457835" y="1616710"/>
            <a:ext cx="11276965" cy="384619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可以使用CREATE DATABASE语句创建带文件组的数据库。</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CREATE DATABASE语句的语法格式如下：</a:t>
            </a:r>
            <a:endParaRPr lang="zh-CN" altLang="en-US">
              <a:latin typeface="Times New Roman" panose="02020603050405020304" charset="0"/>
              <a:cs typeface="Times New Roman" panose="02020603050405020304" charset="0"/>
            </a:endParaRPr>
          </a:p>
          <a:p>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CREATE DATABASE database_name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a:t>
            </a:r>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 ON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a:t>
            </a:r>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 [ PRIMARY ] [ &lt;filespec&gt; [ ,...n ]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a:t>
            </a:r>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 , &lt;filegroup&gt; [ ,...n ] ]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a:t>
            </a:r>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 LOG ON { &lt;filespec&gt; [ ,...n ] } ]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a:t>
            </a:r>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 ]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&lt;filespec&gt; ::=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a:t>
            </a:r>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NAME = logical_file_name ,FILENAME </a:t>
            </a:r>
            <a:endParaRPr lang="zh-CN" altLang="en-US"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 , SIZE = size [ KB | MB | GB | TB ] ]</a:t>
            </a:r>
            <a:endParaRPr lang="zh-CN" altLang="en-US"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 , MAXSIZE = { max_size [ KB | MB | GB | TB ] | UNLIMITED } ] </a:t>
            </a:r>
            <a:endParaRPr lang="zh-CN" altLang="en-US"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 , FILEGROWTH = growth_increment [ KB | MB | GB | TB | % ] ]</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 [ ,...n ]}</a:t>
            </a:r>
            <a:endParaRPr lang="zh-CN" altLang="en-US" sz="1600">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1800" dirty="0" err="1">
                <a:solidFill>
                  <a:schemeClr val="dk1"/>
                </a:solidFill>
                <a:latin typeface="微软雅黑" panose="020B0503020204020204" charset="-122"/>
                <a:ea typeface="微软雅黑" panose="020B0503020204020204" charset="-122"/>
                <a:sym typeface="微软雅黑" panose="020B0503020204020204" charset="-122"/>
              </a:rPr>
              <a:t>在查询编辑器中创建文件组</a:t>
            </a:r>
            <a:endParaRPr lang="zh-CN" sz="18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61" y="1602604"/>
            <a:ext cx="11277678" cy="456719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其中，各参数的含义说明如下。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database_name：数据库名称。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filespec：数据文件或日志文件的描述。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filegroup：文件组名称。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logical_file_name：文件的逻辑名称。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FILENAME：文件的物理名称，必须包含完整路径名。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SIZE：文件的大小。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MAXSIZE：文件的最大尺寸。</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FILEGROWTH：文件的增长。</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1800" dirty="0" err="1">
                <a:solidFill>
                  <a:schemeClr val="dk1"/>
                </a:solidFill>
                <a:latin typeface="微软雅黑" panose="020B0503020204020204" charset="-122"/>
                <a:ea typeface="微软雅黑" panose="020B0503020204020204" charset="-122"/>
                <a:sym typeface="微软雅黑" panose="020B0503020204020204" charset="-122"/>
              </a:rPr>
              <a:t>在查询编辑器中创建文件组</a:t>
            </a:r>
            <a:endParaRPr lang="zh-CN" sz="18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6.2】创建数据库Student。其中，主要数据文件的逻辑名称是Studentdata，对应的物理文件是D:\Studentdata.mdf，初始大小是10MB，最大尺寸是50MB，增长幅度是5%。日志文件的逻辑名称是Studentlog，对应的物理文件是D:\Studentlog.ldf，初始大小是5MB，最大尺寸是10MB，增长幅度是1MB。添加文件组STUDENTGROUP，添加次要数据文件Studentadddata，物理文件为D:\Studentadd.ndf，初始大小为10MB，最大尺寸为50MB，自动增长为5MB。
USE master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DATABASE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 PRIMARY</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 NAME = Studentdata, FILENAME = 'D:\ Studentdata.mdf',</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SIZE = 10,MAXSIZE = 50,FILEGROWTH = 5 ),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FILEGROUP STUDENTGROUP</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NAME = Studentadddata,</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FILENAME = 'D:\Studentadddata.ndf',</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SIZE = 10,MAXSIZE = 50,FILEGROWTH = 5 )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LOG 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NAME = Studentlog,FILENAME = 'D:\Studentlog.ldf',</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SIZE = 5MB,MAXSIZE = 10MB,FILEGROWTH = 1MB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3.3 使用文件组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6565" y="1079500"/>
            <a:ext cx="11278235" cy="22326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创建数据库后，可以添加文件组和文件组中的数据文件，方法有两种：一种是在对象资源管理器中通过菜单添加文件组；另一种是在查询编辑器中输入修改数据库的T-SQL语句并运行，完成添加文件组操作。</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在对象资源管理器中添加文件组</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数据库属性】对话框中选择【文件组】选项页进行设置，如图6-19所示。单击【添加文件组】按钮，然后在文件组记录行中添加新的文件组。也可以选中现有的文件组，单击【删除】按钮，删除所选中的文件组。设置结束后单击【确定】按钮，完成设置操作。</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6"/>
          <a:stretch>
            <a:fillRect/>
          </a:stretch>
        </p:blipFill>
        <p:spPr>
          <a:xfrm>
            <a:off x="4650740" y="2860040"/>
            <a:ext cx="3636645" cy="2900680"/>
          </a:xfrm>
          <a:prstGeom prst="rect">
            <a:avLst/>
          </a:prstGeom>
        </p:spPr>
      </p:pic>
      <p:sp>
        <p:nvSpPr>
          <p:cNvPr id="4" name="文本框 3"/>
          <p:cNvSpPr txBox="1"/>
          <p:nvPr/>
        </p:nvSpPr>
        <p:spPr>
          <a:xfrm>
            <a:off x="4329430" y="5760720"/>
            <a:ext cx="4195445" cy="306705"/>
          </a:xfrm>
          <a:prstGeom prst="rect">
            <a:avLst/>
          </a:prstGeom>
          <a:noFill/>
        </p:spPr>
        <p:txBody>
          <a:bodyPr wrap="square" rtlCol="0" anchor="t">
            <a:spAutoFit/>
          </a:bodyPr>
          <a:p>
            <a:r>
              <a:rPr lang="zh-CN" altLang="en-US" sz="1400"/>
              <a:t>图6-19  【数据库属性】对话框的【文件组】选项页</a:t>
            </a:r>
            <a:endParaRPr lang="zh-CN" altLang="en-US" sz="1400"/>
          </a:p>
        </p:txBody>
      </p:sp>
      <p:sp>
        <p:nvSpPr>
          <p:cNvPr id="5" name="文本框 4"/>
          <p:cNvSpPr txBox="1"/>
          <p:nvPr/>
        </p:nvSpPr>
        <p:spPr>
          <a:xfrm>
            <a:off x="457200" y="6067425"/>
            <a:ext cx="11277600" cy="583565"/>
          </a:xfrm>
          <a:prstGeom prst="rect">
            <a:avLst/>
          </a:prstGeom>
          <a:noFill/>
        </p:spPr>
        <p:txBody>
          <a:bodyPr wrap="square" rtlCol="0" anchor="t">
            <a:spAutoFit/>
          </a:bodyPr>
          <a:p>
            <a:r>
              <a:rPr lang="zh-CN" altLang="en-US" sz="1600">
                <a:latin typeface="Times New Roman" panose="02020603050405020304" charset="0"/>
              </a:rPr>
              <a:t>可以在创建数据库时创建文件组，也可以为已创建的数据库添加文件组，操作的位置可以是对象资源管理器，也可以是查询编辑器。</a:t>
            </a:r>
            <a:endParaRPr lang="zh-CN" altLang="en-US" sz="1600">
              <a:latin typeface="Times New Roman" panose="02020603050405020304" charset="0"/>
            </a:endParaRPr>
          </a:p>
        </p:txBody>
      </p:sp>
    </p:spTree>
    <p:custDataLst>
      <p:tags r:id="rId7"/>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5"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1430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6731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3.3 使用文件组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558172"/>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在查询编辑器中创建文件组</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37" name="Title 6"/>
          <p:cNvSpPr txBox="1"/>
          <p:nvPr>
            <p:custDataLst>
              <p:tags r:id="rId6"/>
            </p:custDataLst>
          </p:nvPr>
        </p:nvSpPr>
        <p:spPr>
          <a:xfrm>
            <a:off x="457200" y="1143000"/>
            <a:ext cx="11277600" cy="571500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可以使用ALTER DATABASE语句为数据库添加文件组。</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ALTER DATABASE语句的语法格式如下：</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ALTER DATABASE database_name </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&lt;add_or_modify_files&gt;</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&lt;add_or_modify_filegroups&gt;</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其中，各参数的含义说明如下。</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database_name：数据库名称。</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add_or_modify_files：指定要添加、删除或修改的文件。</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Wingdings" panose="05000000000000000000" charset="0"/>
              <a:buChar char="Ø"/>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add_or_modify_filegroups：在数据库中添加、修改或删除文件组。</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【例6.3】为数据库Student添加文件组STUDENTGROUP，添加次要数据文件Studentadddata，物理文件为D:\Studentadddata.ndf，初始大小为10MB，最大尺寸为50MB，自动增长为5MB，其他采用默认设置。</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USE master</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GO</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ALTER DATABASE Student</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ADD FILEGROUP STUDENTGROUP</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GO</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ALTER DATABASE Student</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ADD FILE </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NAME = Studentadddata,</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FILENAME = 'D:\Studentadddata.ndf',</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SIZE = 10,MAXSIZE = 50,FILEGROWTH = 5 )</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TO FILEGROUP STUDENTGROUP</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GO</a:t>
            </a:r>
            <a:endParaRPr lang="zh-CN" altLang="en-US" sz="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06</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4 管理数据库</a:t>
            </a:r>
            <a:endParaRPr lang="zh-CN" altLang="en-US" sz="5445">
              <a:solidFill>
                <a:schemeClr val="accent1"/>
              </a:solidFill>
            </a:endParaRPr>
          </a:p>
        </p:txBody>
      </p:sp>
    </p:spTree>
    <p:custDataLst>
      <p:tags r:id="rId3"/>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查看数据库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61" y="1079364"/>
            <a:ext cx="11277678" cy="4567193"/>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可以使用系统存储过程sp_helpdb查看所有或特定数据库的信息，数据库的信息包括数据库的名称、大小、所有者、ID、创建日期、数据库选项及数据库所有文件的信息。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【例6.4】使用系统存储过程sp_helpdb查看所有数据库的信息。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master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sp_helpdb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如图6-20所示，使用系统存储过程sp_helpdb查看所有数据库信息。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【例6.5】使用系统存储过程sp_helpdb查看Student数据库的信息。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master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sp_helpdb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如图6-21所示，使用系统存储过程sp_helpdb查看Student数据库的信息。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查看数据库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bc9c87be-1557-11ee-b573-f66a8e0a4694.jpgbc9c87be-1557-11ee-b573-f66a8e0a4694"/>
          <p:cNvPicPr>
            <a:picLocks noChangeAspect="1"/>
          </p:cNvPicPr>
          <p:nvPr>
            <p:custDataLst>
              <p:tags r:id="rId5"/>
            </p:custDataLst>
          </p:nvPr>
        </p:nvPicPr>
        <p:blipFill rotWithShape="1">
          <a:blip r:embed="rId6"/>
          <a:srcRect/>
          <a:stretch>
            <a:fillRect/>
          </a:stretch>
        </p:blipFill>
        <p:spPr>
          <a:xfrm>
            <a:off x="456898" y="1177350"/>
            <a:ext cx="5927972" cy="4302640"/>
          </a:xfrm>
          <a:custGeom>
            <a:avLst/>
            <a:gdLst/>
            <a:ahLst/>
            <a:cxnLst>
              <a:cxn ang="3">
                <a:pos x="hc" y="t"/>
              </a:cxn>
              <a:cxn ang="cd2">
                <a:pos x="l" y="vc"/>
              </a:cxn>
              <a:cxn ang="cd4">
                <a:pos x="hc" y="b"/>
              </a:cxn>
              <a:cxn ang="0">
                <a:pos x="r" y="vc"/>
              </a:cxn>
            </a:cxnLst>
            <a:rect l="l" t="t" r="r" b="b"/>
            <a:pathLst>
              <a:path w="7680" h="7440">
                <a:moveTo>
                  <a:pt x="0" y="0"/>
                </a:moveTo>
                <a:lnTo>
                  <a:pt x="7680" y="0"/>
                </a:lnTo>
                <a:lnTo>
                  <a:pt x="7680" y="7440"/>
                </a:lnTo>
                <a:lnTo>
                  <a:pt x="0" y="7440"/>
                </a:lnTo>
                <a:lnTo>
                  <a:pt x="0" y="0"/>
                </a:lnTo>
                <a:close/>
              </a:path>
            </a:pathLst>
          </a:custGeom>
        </p:spPr>
      </p:pic>
      <p:pic>
        <p:nvPicPr>
          <p:cNvPr id="5" name="图片 4"/>
          <p:cNvPicPr>
            <a:picLocks noChangeAspect="1"/>
          </p:cNvPicPr>
          <p:nvPr/>
        </p:nvPicPr>
        <p:blipFill>
          <a:blip r:embed="rId7"/>
          <a:stretch>
            <a:fillRect/>
          </a:stretch>
        </p:blipFill>
        <p:spPr>
          <a:xfrm>
            <a:off x="6556375" y="1177925"/>
            <a:ext cx="5296535" cy="4344035"/>
          </a:xfrm>
          <a:prstGeom prst="rect">
            <a:avLst/>
          </a:prstGeom>
        </p:spPr>
      </p:pic>
      <p:sp>
        <p:nvSpPr>
          <p:cNvPr id="8" name="文本框 7"/>
          <p:cNvSpPr txBox="1"/>
          <p:nvPr/>
        </p:nvSpPr>
        <p:spPr>
          <a:xfrm>
            <a:off x="373380" y="5521960"/>
            <a:ext cx="6096000" cy="306705"/>
          </a:xfrm>
          <a:prstGeom prst="rect">
            <a:avLst/>
          </a:prstGeom>
          <a:noFill/>
        </p:spPr>
        <p:txBody>
          <a:bodyPr wrap="square" rtlCol="0" anchor="t">
            <a:spAutoFit/>
          </a:bodyPr>
          <a:p>
            <a:r>
              <a:rPr lang="zh-CN" altLang="en-US" sz="1400"/>
              <a:t>图6-20  使用系统存储过程</a:t>
            </a:r>
            <a:r>
              <a:rPr lang="zh-CN" altLang="en-US" sz="1400"/>
              <a:t>sp_helpdb查看所有数据库信息</a:t>
            </a:r>
            <a:endParaRPr lang="zh-CN" altLang="en-US" sz="1400"/>
          </a:p>
        </p:txBody>
      </p:sp>
      <p:sp>
        <p:nvSpPr>
          <p:cNvPr id="10" name="文本框 9"/>
          <p:cNvSpPr txBox="1"/>
          <p:nvPr/>
        </p:nvSpPr>
        <p:spPr>
          <a:xfrm>
            <a:off x="6384925" y="5480050"/>
            <a:ext cx="6096000" cy="306705"/>
          </a:xfrm>
          <a:prstGeom prst="rect">
            <a:avLst/>
          </a:prstGeom>
          <a:noFill/>
        </p:spPr>
        <p:txBody>
          <a:bodyPr wrap="square" rtlCol="0" anchor="t">
            <a:spAutoFit/>
          </a:bodyPr>
          <a:p>
            <a:r>
              <a:rPr lang="zh-CN" altLang="en-US" sz="1400"/>
              <a:t>图6-21  使用系统存储过程sp_helpdb查看Student数据库的信息</a:t>
            </a:r>
            <a:endParaRPr lang="zh-CN" altLang="en-US" sz="1400"/>
          </a:p>
        </p:txBody>
      </p:sp>
    </p:spTree>
    <p:custDataLst>
      <p:tags r:id="rId8"/>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修改数据库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6565" y="1000125"/>
            <a:ext cx="11278870" cy="19526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修改数据库有两种途径：一种是在对象资源管理器中通过菜单修改数据库；另一种是在查询编辑器中输入修改数据库的T-SQL语句并运行，完成修改数据库操作。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在对象资源管理器中修改数据库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可以在对象资源管理器中右击需要修改选项的数据库，在弹出的快捷菜单中选择【属性】命令，打开【数据库属性】对话框进行设置，如图6-22所示。设置结束后单击【确定】按钮，完成修改操作。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6"/>
          <a:stretch>
            <a:fillRect/>
          </a:stretch>
        </p:blipFill>
        <p:spPr>
          <a:xfrm>
            <a:off x="4071620" y="3025775"/>
            <a:ext cx="4284980" cy="3448050"/>
          </a:xfrm>
          <a:prstGeom prst="rect">
            <a:avLst/>
          </a:prstGeom>
        </p:spPr>
      </p:pic>
      <p:sp>
        <p:nvSpPr>
          <p:cNvPr id="4" name="文本框 3"/>
          <p:cNvSpPr txBox="1"/>
          <p:nvPr/>
        </p:nvSpPr>
        <p:spPr>
          <a:xfrm>
            <a:off x="4329430" y="6473825"/>
            <a:ext cx="6096000" cy="368300"/>
          </a:xfrm>
          <a:prstGeom prst="rect">
            <a:avLst/>
          </a:prstGeom>
          <a:noFill/>
        </p:spPr>
        <p:txBody>
          <a:bodyPr wrap="square" rtlCol="0" anchor="t">
            <a:spAutoFit/>
          </a:bodyPr>
          <a:p>
            <a:r>
              <a:rPr lang="zh-CN" altLang="en-US"/>
              <a:t>图6-22  【数据库属性】对话框</a:t>
            </a:r>
            <a:endParaRPr lang="zh-CN" altLang="en-US"/>
          </a:p>
        </p:txBody>
      </p:sp>
    </p:spTree>
    <p:custDataLst>
      <p:tags r:id="rId7"/>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修改数据库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在查询编辑器中修改数据库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修改数据库的T-SQL语句是ALTER DATABASE语句。该语句的语法格式如下：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ALTER DATABASE database_name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MODIFY NAME = new_database_name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COLLATE collation_name</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&lt;file_and_filegroup_options&gt;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 &lt;set_database_options&gt;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其中，各参数的含义说明如下：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database_name：数据库的原有名称。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new_database_name：数据库的新名称。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collation_name：指定数据库的排序规则。</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file_and_filegroup_options：文件和文件组选项。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set_database_options：数据库设置选项。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修改数据库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在查询编辑器中修改数据库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65580"/>
            <a:ext cx="11277600" cy="506857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例6.6</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】设置数据库Student的名称为MyStudent。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master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DATABASE Student Modify Name = MyStudent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例6.7</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】设置数据库Student的排序规则为法语排序规则。</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master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DATABASE Student COLLATE French_CI_AI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例6.8</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】设置数据库Student为只读数据库。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master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DATABASE Student SET READ_ONLY</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4.3 删除数据库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213427" y="1908163"/>
            <a:ext cx="776514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删除数据库有两种途径：一种是在对象资源管理器中右击数据库，然后在弹出的快捷菜单中选择【删除】命令来删除数据库；另一种是在查询编辑器中输入删除数据库的T-SQL语句并运行，完成修改数据库操作。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4.3 删除数据库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在对象资源管理器中删除数据库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767022" y="2493633"/>
            <a:ext cx="865795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可以在对象资源管理器中右击需要删除的数据库，在弹出的快捷菜单中选择【删除】命令，打开【删除对象】对话框进行设置。单击【确定】按钮，完成删除操作。</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9"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4.3 删除数据库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在查询编辑器中删除数据库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31" name="文本框 30"/>
          <p:cNvSpPr txBox="1"/>
          <p:nvPr/>
        </p:nvSpPr>
        <p:spPr>
          <a:xfrm>
            <a:off x="1096010" y="2136775"/>
            <a:ext cx="10288270" cy="313817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删除数据库的T-SQL语句是DROP DATABASE语句。该语句的语法格式如下：</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DROP DATABASE { database_name } [ ,...n ] </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其中，参数database_name的含义是数据库名称。</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【例6.9】删除数据库Student：</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USE master</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GO</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DROP DATABASE Student </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GO</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06</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fontScale="90000"/>
          </a:bodyPr>
          <a:lstStyle/>
          <a:p>
            <a:r>
              <a:rPr lang="zh-CN" altLang="en-US" sz="5445">
                <a:solidFill>
                  <a:schemeClr val="accent1"/>
                </a:solidFill>
              </a:rPr>
              <a:t>5 扩大和收缩数据库</a:t>
            </a:r>
            <a:endParaRPr lang="zh-CN" altLang="en-US" sz="5445">
              <a:solidFill>
                <a:schemeClr val="accent1"/>
              </a:solidFill>
            </a:endParaRPr>
          </a:p>
        </p:txBody>
      </p:sp>
    </p:spTree>
    <p:custDataLst>
      <p:tags r:id="rId3"/>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5.1 扩大数据库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随着数据量不断地增加，创建数据库文件时指定的大小不再能满足用户的需求，这时需要通过扩大数据库文件的方式满足用户的需求。解决办法有两个，一个是在图形界面的属性窗口中实现；另一种是使用语句实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通过属性窗口扩大数据库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假设要对Student数据库的大小进行扩充，步骤如下：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（1）在【对象资源管理器】窗格中右击【Student】数据库，执行【属性】命令，打开【数据库属性】窗口。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（2）在弹出的属性窗口中的【初始大小】列中输入需要修改的初始值，如图6-18所示。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（3）使用同样的方法修改事务日志文件的初始大小。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（4）通过单击【自动增长】列的按钮，在打开的【更改自动增长设置】对话框中可分别设置数据文件和事务日志文件的自动增长方式及大小，如图6-14所示。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（5）单击【确定】按钮关闭对话框，然后再次单击【确定】按钮完成操作。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5.1 扩大数据库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通过语句扩大数据库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61" y="1610224"/>
            <a:ext cx="11277678" cy="4567193"/>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通过ALTER DATABASE语句的ADD FILE选项为数据库添加数据文件或事务日志文件来扩大数据库。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例6.10</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】假设要对Student数据库增加一个名为Studentdata1的数据文件来扩大数据库。使用ALTER DATABASE的实现语句如下：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DATABASE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ADD  FILE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NAME=Studentdata1，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FILENAME = ' C:\Program Files\Microsoft SQL Server\MSSQL13.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MSSQLSERVER\MSSQL\DATA\Studentdata1.ndf '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SIZE=10MB,</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MAXSIZE=20MB,</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FILEGROWTH=5%</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如果要增加事务日志文件，那么可以使用ADD LOG FILE 子句，在一个ALTER DATABASE语句中，一次可以增加多个数据库文件或事务日志文件。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收缩数据库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在SQL Server 2016中主要有3种收缩数据库的方法，它们分别是自动数据库收缩、手动数据库收缩和图形界面数据库收缩。操作时要注意收缩后的数据库不能小于数据库的最小值。最小值是在数据库最初创建时指定的大小，或者上一次使用文件大小更改操作设置时显示的值。</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收缩数据库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自动数据库收缩</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034540" y="2493645"/>
            <a:ext cx="727456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默认数据库AUTO_SHRINK选项为OFF，表示没有启用自动收缩。可以在ALTER DATABASE语句中将AUTO_SHRINK选项设置为ON，此时数据库引擎将自动收缩有可用空间的数据库，并减少数据库中文件的大小。该活动在后台进行，并且不影响数据库内的用户活动。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收缩数据库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手动数据库收缩</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手动收缩数据库是指在需要的时候运行DBCC SHRINKDATABASE语句进行收缩。该语句的语法如下：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DBCC SHRINKDATABASE(database_name|database_id|0[,target_percent])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Database_name|database_id|0  要收缩的数据库的名称或ID号。如果指定0，就使用当前数据库。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Target_percent  数据库收缩后，数据库文件中所需的剩余可用空间百分比。</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【例6.11】使用DBCC SHRINKDATABASE语句对Student数据库进行手动收缩，实现语句如下：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DBCC SHRINKDATABASE（Student）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或者</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DBCC SHRINKDATABASE（0,5）</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收缩数据库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图形界面数据库收缩</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5337871" y="2271506"/>
            <a:ext cx="5039416" cy="3686587"/>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也可以采用图形界面对Student数据库进行收缩，步骤如下。
（1）在【对象资源管理器】中的【数据库】节点下右击Student数据库，然后执行【任务】|【收缩】|【数据库】命令。
（2）在打开的对话框中启用【在释放未使用的空间前重新组织文件】复选框，然后为【收缩后文件中的最大可用空间】指定值（值介于0~99），如图6-23所示。</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（3）完成设置后单击【确定】按钮即可。</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6" name="图片 5" descr="/data/temp/bd28ae43-1557-11ee-99a7-a2d6284a62e3.jpgbd28ae43-1557-11ee-99a7-a2d6284a62e3"/>
          <p:cNvPicPr>
            <a:picLocks noChangeAspect="1"/>
          </p:cNvPicPr>
          <p:nvPr>
            <p:custDataLst>
              <p:tags r:id="rId7"/>
            </p:custDataLst>
          </p:nvPr>
        </p:nvPicPr>
        <p:blipFill rotWithShape="1">
          <a:blip r:embed="rId8"/>
          <a:srcRect/>
          <a:stretch>
            <a:fillRect/>
          </a:stretch>
        </p:blipFill>
        <p:spPr>
          <a:xfrm>
            <a:off x="813226" y="1728324"/>
            <a:ext cx="4066279" cy="3407281"/>
          </a:xfrm>
          <a:custGeom>
            <a:avLst/>
            <a:gdLst/>
            <a:ahLst/>
            <a:cxnLst>
              <a:cxn ang="3">
                <a:pos x="hc" y="t"/>
              </a:cxn>
              <a:cxn ang="cd2">
                <a:pos x="l" y="vc"/>
              </a:cxn>
              <a:cxn ang="cd4">
                <a:pos x="hc" y="b"/>
              </a:cxn>
              <a:cxn ang="0">
                <a:pos x="r" y="vc"/>
              </a:cxn>
            </a:cxnLst>
            <a:rect l="l" t="t" r="r" b="b"/>
            <a:pathLst>
              <a:path w="3120" h="3120">
                <a:moveTo>
                  <a:pt x="0" y="0"/>
                </a:moveTo>
                <a:lnTo>
                  <a:pt x="3120" y="0"/>
                </a:lnTo>
                <a:lnTo>
                  <a:pt x="3120" y="3120"/>
                </a:lnTo>
                <a:lnTo>
                  <a:pt x="0" y="3120"/>
                </a:lnTo>
                <a:lnTo>
                  <a:pt x="0" y="0"/>
                </a:lnTo>
                <a:close/>
              </a:path>
            </a:pathLst>
          </a:custGeom>
        </p:spPr>
      </p:pic>
      <p:sp>
        <p:nvSpPr>
          <p:cNvPr id="4" name="文本框 3"/>
          <p:cNvSpPr txBox="1"/>
          <p:nvPr/>
        </p:nvSpPr>
        <p:spPr>
          <a:xfrm>
            <a:off x="1588135" y="5290820"/>
            <a:ext cx="2217420" cy="368300"/>
          </a:xfrm>
          <a:prstGeom prst="rect">
            <a:avLst/>
          </a:prstGeom>
          <a:noFill/>
        </p:spPr>
        <p:txBody>
          <a:bodyPr wrap="square" rtlCol="0" anchor="t">
            <a:spAutoFit/>
          </a:bodyPr>
          <a:p>
            <a:r>
              <a:rPr lang="zh-CN" altLang="en-US"/>
              <a:t>图6-23  收缩数据库</a:t>
            </a:r>
            <a:endParaRPr lang="zh-CN" altLang="en-US"/>
          </a:p>
        </p:txBody>
      </p:sp>
    </p:spTree>
    <p:custDataLst>
      <p:tags r:id="rId9"/>
    </p:custData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06</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6 导入/导出数据</a:t>
            </a:r>
            <a:endParaRPr lang="zh-CN" altLang="en-US" sz="5445">
              <a:solidFill>
                <a:schemeClr val="accent1"/>
              </a:solidFill>
            </a:endParaRPr>
          </a:p>
        </p:txBody>
      </p:sp>
    </p:spTree>
    <p:custDataLst>
      <p:tags r:id="rId3"/>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导入/导出数据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006475"/>
            <a:ext cx="11277600" cy="5026660"/>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在实际使用SQL Server 2016数据库的系统中，用户可能希望将自己存储的数据转移到SQL Server 2016，或者因为特殊原因想实现SQL Server 2016数据库中的数据转移到别的数据库系统中。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2016提供了导入数据和导出数据功能，可以在数据源及数据目标处使用以下类型数据源。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大多数OLE DB和ODBC数据源及指定的OLE DB数据源（包括Microsoft ODBC Driver for Orac1e、Microsoft ODBC Driver for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Server、Microsoft OLE DB Provider for OLAP Services、Microsoft OLE DB Provider for Oracle、Microsoft OLE DB Provider for SQL Server 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Orac1e和Informix数据库。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Microsoft Excel电子表格。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Microsoft Access数据库。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Microsoft FoxPro数据库。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dBASE数据库。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Paradox数据库(包括Paradox 3.x、Paradox 4.x 、Paradox 5.x)。</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其他ODBC数据源。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文本文件。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导入/导出数据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6565" y="1079500"/>
            <a:ext cx="11278235" cy="5579110"/>
          </a:xfrm>
          <a:prstGeom prst="rect">
            <a:avLst/>
          </a:prstGeom>
          <a:noFill/>
          <a:ln w="3175">
            <a:noFill/>
            <a:prstDash val="dash"/>
          </a:ln>
        </p:spPr>
        <p:txBody>
          <a:bodyPr wrap="square" lIns="63500" tIns="25400" rIns="63500" bIns="25400" anchor="t"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在【对象资源管理器】中的【数据库】节点下右击Student数据库，然后执行【任务】|【导出数据】命令，打开【SQL Server导入和导出向导】窗口。</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在【SQL Server导入和导出向导】窗口显示了使用向导可以完成的功能，单击【下一步】按钮继续。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选择数据源】页选择要导出数据库所在的服务器名称、身份验证方式及源数据库名称，如图6-24所示。在【数据源】下拉列表框中提供了向导所支持的各种数据源的类型供用户选择；在【服务器名称】下拉列表框中可以选择数据源所在的服务器的名称；如果启用【使用SQL Server身份认证】选项，就必须分别在【用户名】和【密码】框中输入登录SQL Server的用户名和密码；【数据库】下拉列表框中是可选的数据库的名称，单击【刷新】按钮可使该窗口的内容恢复为系统默认设置的值。在这里使用Windows身份验证并选择Student数据库，再单击【下一步】按钮。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在【选择目标】页中对数据导出的目的地进行设置，这里要把数据导出到Access中，因此从【目标】下拉列表中选择【Microsoft Access】。然后单击【浏览】按钮，指定导出数据库的名称和保存位置，如图6-25所示。完成设置之后，还可以单击【高级】按钮，在弹出的对话框中单击【测试连接】按钮进行测试。</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单击【下一步】按钮，进入【指定表复制或查询】页，设置从表、视图或者查询结果中进行复制。在这里单击【复制一个或多个表或视图的数据】单选按钮，然后单击【下一步】按钮。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进入的【选择源表和源视图】页中列出了当前数据库中的所有表和视图，通过复选框来选择要复制的表或视图。单击【编辑映射】按钮可以修改源表和目标表之间的复制关系，也可以修改复制时目标表的名称。单击【预览】按钮可以查看表中的数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单击【下一步】按钮，查看具体每个源表与目标表的数据类型映射关系。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单击【下一步】按钮，在进入的【保存并运行包】页中设置是立即执行导出，还是保存到SSIS稍后导出。在这里启用【立即运行】复选框。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单击【下一步】按钮，在进入的【完成该向导】页中查看要导出数据的细节。</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如果没有继续需要修改的设置，就单击【完成】按钮开始执行导出功能。执行完成后单击【关闭】按钮结束。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数据都导出到Access数据库之后，打开D:\目录下的Access数据库S-C-SC.mdb。在其中可以看到各个数据表的内容均与源数据库相同。</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280" name="图片 62" descr="步骤1"/>
          <p:cNvPicPr>
            <a:picLocks noChangeAspect="1"/>
          </p:cNvPicPr>
          <p:nvPr/>
        </p:nvPicPr>
        <p:blipFill>
          <a:blip r:embed="rId6"/>
          <a:stretch>
            <a:fillRect/>
          </a:stretch>
        </p:blipFill>
        <p:spPr>
          <a:xfrm>
            <a:off x="982663" y="1164273"/>
            <a:ext cx="429895" cy="140335"/>
          </a:xfrm>
          <a:prstGeom prst="rect">
            <a:avLst/>
          </a:prstGeom>
          <a:noFill/>
          <a:ln>
            <a:noFill/>
          </a:ln>
        </p:spPr>
      </p:pic>
      <p:pic>
        <p:nvPicPr>
          <p:cNvPr id="281" name="图片 63" descr="步骤2"/>
          <p:cNvPicPr>
            <a:picLocks noChangeAspect="1"/>
          </p:cNvPicPr>
          <p:nvPr/>
        </p:nvPicPr>
        <p:blipFill>
          <a:blip r:embed="rId7"/>
          <a:stretch>
            <a:fillRect/>
          </a:stretch>
        </p:blipFill>
        <p:spPr>
          <a:xfrm>
            <a:off x="982663" y="1448753"/>
            <a:ext cx="429895" cy="140335"/>
          </a:xfrm>
          <a:prstGeom prst="rect">
            <a:avLst/>
          </a:prstGeom>
          <a:noFill/>
          <a:ln>
            <a:noFill/>
          </a:ln>
        </p:spPr>
      </p:pic>
      <p:pic>
        <p:nvPicPr>
          <p:cNvPr id="282" name="图片 64" descr="步骤3"/>
          <p:cNvPicPr>
            <a:picLocks noChangeAspect="1"/>
          </p:cNvPicPr>
          <p:nvPr/>
        </p:nvPicPr>
        <p:blipFill>
          <a:blip r:embed="rId8"/>
          <a:stretch>
            <a:fillRect/>
          </a:stretch>
        </p:blipFill>
        <p:spPr>
          <a:xfrm>
            <a:off x="982663" y="1758315"/>
            <a:ext cx="429895" cy="143510"/>
          </a:xfrm>
          <a:prstGeom prst="rect">
            <a:avLst/>
          </a:prstGeom>
          <a:noFill/>
          <a:ln>
            <a:noFill/>
          </a:ln>
        </p:spPr>
      </p:pic>
      <p:pic>
        <p:nvPicPr>
          <p:cNvPr id="283" name="图片 65" descr="步骤4"/>
          <p:cNvPicPr>
            <a:picLocks noChangeAspect="1"/>
          </p:cNvPicPr>
          <p:nvPr/>
        </p:nvPicPr>
        <p:blipFill>
          <a:blip r:embed="rId9"/>
          <a:stretch>
            <a:fillRect/>
          </a:stretch>
        </p:blipFill>
        <p:spPr>
          <a:xfrm>
            <a:off x="982663" y="2655888"/>
            <a:ext cx="429895" cy="140335"/>
          </a:xfrm>
          <a:prstGeom prst="rect">
            <a:avLst/>
          </a:prstGeom>
          <a:noFill/>
          <a:ln>
            <a:noFill/>
          </a:ln>
        </p:spPr>
      </p:pic>
      <p:pic>
        <p:nvPicPr>
          <p:cNvPr id="284" name="图片 66" descr="步骤5"/>
          <p:cNvPicPr>
            <a:picLocks noChangeAspect="1"/>
          </p:cNvPicPr>
          <p:nvPr/>
        </p:nvPicPr>
        <p:blipFill>
          <a:blip r:embed="rId10"/>
          <a:stretch>
            <a:fillRect/>
          </a:stretch>
        </p:blipFill>
        <p:spPr>
          <a:xfrm>
            <a:off x="982663" y="3133408"/>
            <a:ext cx="429895" cy="140335"/>
          </a:xfrm>
          <a:prstGeom prst="rect">
            <a:avLst/>
          </a:prstGeom>
          <a:noFill/>
          <a:ln>
            <a:noFill/>
          </a:ln>
        </p:spPr>
      </p:pic>
      <p:pic>
        <p:nvPicPr>
          <p:cNvPr id="285" name="图片 67" descr="步骤6"/>
          <p:cNvPicPr>
            <a:picLocks noChangeAspect="1"/>
          </p:cNvPicPr>
          <p:nvPr/>
        </p:nvPicPr>
        <p:blipFill>
          <a:blip r:embed="rId11"/>
          <a:stretch>
            <a:fillRect/>
          </a:stretch>
        </p:blipFill>
        <p:spPr>
          <a:xfrm>
            <a:off x="979805" y="3619500"/>
            <a:ext cx="433070" cy="143510"/>
          </a:xfrm>
          <a:prstGeom prst="rect">
            <a:avLst/>
          </a:prstGeom>
          <a:noFill/>
          <a:ln>
            <a:noFill/>
          </a:ln>
        </p:spPr>
      </p:pic>
      <p:pic>
        <p:nvPicPr>
          <p:cNvPr id="286" name="officeArt object"/>
          <p:cNvPicPr>
            <a:picLocks noChangeAspect="1"/>
          </p:cNvPicPr>
          <p:nvPr/>
        </p:nvPicPr>
        <p:blipFill>
          <a:blip r:embed="rId12"/>
          <a:stretch>
            <a:fillRect/>
          </a:stretch>
        </p:blipFill>
        <p:spPr>
          <a:xfrm>
            <a:off x="979488" y="4147503"/>
            <a:ext cx="429895" cy="140335"/>
          </a:xfrm>
          <a:prstGeom prst="rect">
            <a:avLst/>
          </a:prstGeom>
          <a:noFill/>
          <a:ln>
            <a:noFill/>
          </a:ln>
        </p:spPr>
      </p:pic>
      <p:pic>
        <p:nvPicPr>
          <p:cNvPr id="287" name="officeArt object"/>
          <p:cNvPicPr>
            <a:picLocks noChangeAspect="1"/>
          </p:cNvPicPr>
          <p:nvPr/>
        </p:nvPicPr>
        <p:blipFill>
          <a:blip r:embed="rId13"/>
          <a:stretch>
            <a:fillRect/>
          </a:stretch>
        </p:blipFill>
        <p:spPr>
          <a:xfrm>
            <a:off x="982663" y="4453573"/>
            <a:ext cx="429895" cy="140335"/>
          </a:xfrm>
          <a:prstGeom prst="rect">
            <a:avLst/>
          </a:prstGeom>
          <a:noFill/>
          <a:ln>
            <a:noFill/>
          </a:ln>
        </p:spPr>
      </p:pic>
      <p:pic>
        <p:nvPicPr>
          <p:cNvPr id="288" name="officeArt object"/>
          <p:cNvPicPr>
            <a:picLocks noChangeAspect="1"/>
          </p:cNvPicPr>
          <p:nvPr/>
        </p:nvPicPr>
        <p:blipFill>
          <a:blip r:embed="rId14"/>
          <a:stretch>
            <a:fillRect/>
          </a:stretch>
        </p:blipFill>
        <p:spPr>
          <a:xfrm>
            <a:off x="982663" y="4759960"/>
            <a:ext cx="429895" cy="143510"/>
          </a:xfrm>
          <a:prstGeom prst="rect">
            <a:avLst/>
          </a:prstGeom>
          <a:noFill/>
          <a:ln>
            <a:noFill/>
          </a:ln>
        </p:spPr>
      </p:pic>
      <p:pic>
        <p:nvPicPr>
          <p:cNvPr id="289" name="officeArt object"/>
          <p:cNvPicPr>
            <a:picLocks noChangeAspect="1"/>
          </p:cNvPicPr>
          <p:nvPr/>
        </p:nvPicPr>
        <p:blipFill>
          <a:blip r:embed="rId15"/>
          <a:stretch>
            <a:fillRect/>
          </a:stretch>
        </p:blipFill>
        <p:spPr>
          <a:xfrm>
            <a:off x="982663" y="5069205"/>
            <a:ext cx="429895" cy="143510"/>
          </a:xfrm>
          <a:prstGeom prst="rect">
            <a:avLst/>
          </a:prstGeom>
          <a:noFill/>
          <a:ln>
            <a:noFill/>
          </a:ln>
        </p:spPr>
      </p:pic>
      <p:pic>
        <p:nvPicPr>
          <p:cNvPr id="290" name="officeArt object"/>
          <p:cNvPicPr>
            <a:picLocks noChangeAspect="1"/>
          </p:cNvPicPr>
          <p:nvPr/>
        </p:nvPicPr>
        <p:blipFill>
          <a:blip r:embed="rId16"/>
          <a:stretch>
            <a:fillRect/>
          </a:stretch>
        </p:blipFill>
        <p:spPr>
          <a:xfrm>
            <a:off x="982663" y="5375275"/>
            <a:ext cx="429895" cy="143510"/>
          </a:xfrm>
          <a:prstGeom prst="rect">
            <a:avLst/>
          </a:prstGeom>
          <a:noFill/>
          <a:ln>
            <a:noFill/>
          </a:ln>
        </p:spPr>
      </p:pic>
    </p:spTree>
    <p:custDataLst>
      <p:tags r:id="rId17"/>
    </p:custData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导入/导出数据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2" name="图片 1" descr="/data/temp/bd7d4f45-1557-11ee-9215-3ac49097c3cd.jpgbd7d4f45-1557-11ee-9215-3ac49097c3cd"/>
          <p:cNvPicPr>
            <a:picLocks noChangeAspect="1"/>
          </p:cNvPicPr>
          <p:nvPr>
            <p:custDataLst>
              <p:tags r:id="rId5"/>
            </p:custDataLst>
          </p:nvPr>
        </p:nvPicPr>
        <p:blipFill rotWithShape="1">
          <a:blip r:embed="rId6"/>
          <a:srcRect/>
          <a:stretch>
            <a:fillRect/>
          </a:stretch>
        </p:blipFill>
        <p:spPr>
          <a:xfrm>
            <a:off x="5339408" y="1219179"/>
            <a:ext cx="6289001" cy="5334040"/>
          </a:xfrm>
          <a:custGeom>
            <a:avLst/>
            <a:gdLst/>
            <a:ahLst/>
            <a:cxnLst>
              <a:cxn ang="3">
                <a:pos x="hc" y="t"/>
              </a:cxn>
              <a:cxn ang="cd2">
                <a:pos x="l" y="vc"/>
              </a:cxn>
              <a:cxn ang="cd4">
                <a:pos x="hc" y="b"/>
              </a:cxn>
              <a:cxn ang="0">
                <a:pos x="r" y="vc"/>
              </a:cxn>
            </a:cxnLst>
            <a:rect l="l" t="t" r="r" b="b"/>
            <a:pathLst>
              <a:path w="11520" h="7920">
                <a:moveTo>
                  <a:pt x="0" y="0"/>
                </a:moveTo>
                <a:lnTo>
                  <a:pt x="11520" y="0"/>
                </a:lnTo>
                <a:lnTo>
                  <a:pt x="11520" y="7920"/>
                </a:lnTo>
                <a:lnTo>
                  <a:pt x="0" y="7920"/>
                </a:lnTo>
                <a:lnTo>
                  <a:pt x="0" y="0"/>
                </a:lnTo>
                <a:close/>
              </a:path>
            </a:pathLst>
          </a:custGeom>
        </p:spPr>
      </p:pic>
      <p:sp>
        <p:nvSpPr>
          <p:cNvPr id="4" name="圆角矩形 3"/>
          <p:cNvSpPr/>
          <p:nvPr>
            <p:custDataLst>
              <p:tags r:id="rId7"/>
            </p:custDataLst>
          </p:nvPr>
        </p:nvSpPr>
        <p:spPr>
          <a:xfrm>
            <a:off x="563659" y="2350655"/>
            <a:ext cx="5010727" cy="3232727"/>
          </a:xfrm>
          <a:prstGeom prst="roundRect">
            <a:avLst>
              <a:gd name="adj" fmla="val 6305"/>
            </a:avLst>
          </a:prstGeom>
          <a:solidFill>
            <a:schemeClr val="lt2"/>
          </a:solidFill>
          <a:ln>
            <a:noFill/>
          </a:ln>
          <a:effectLst>
            <a:outerShdw blurRad="127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cxnSp>
        <p:nvCxnSpPr>
          <p:cNvPr id="12" name="直接箭头连接符 11"/>
          <p:cNvCxnSpPr/>
          <p:nvPr>
            <p:custDataLst>
              <p:tags r:id="rId8"/>
            </p:custDataLst>
          </p:nvPr>
        </p:nvCxnSpPr>
        <p:spPr>
          <a:xfrm>
            <a:off x="5089477" y="5260109"/>
            <a:ext cx="181841" cy="0"/>
          </a:xfrm>
          <a:prstGeom prst="straightConnector1">
            <a:avLst/>
          </a:prstGeom>
          <a:ln w="25400" cap="flat">
            <a:solidFill>
              <a:schemeClr val="accent1"/>
            </a:solidFill>
            <a:round/>
            <a:tailEnd type="arrow" w="lg" len="med"/>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9"/>
            </p:custDataLst>
          </p:nvPr>
        </p:nvSpPr>
        <p:spPr>
          <a:xfrm>
            <a:off x="1048568" y="3320497"/>
            <a:ext cx="4040909" cy="1293091"/>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图6-24 【选择数据源】页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导入/导出数据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2" name="图片 1" descr="/data/temp/bd8642f9-1557-11ee-b65e-5a15cddff801.jpgbd8642f9-1557-11ee-b65e-5a15cddff801"/>
          <p:cNvPicPr>
            <a:picLocks noChangeAspect="1"/>
          </p:cNvPicPr>
          <p:nvPr>
            <p:custDataLst>
              <p:tags r:id="rId5"/>
            </p:custDataLst>
          </p:nvPr>
        </p:nvPicPr>
        <p:blipFill rotWithShape="1">
          <a:blip r:embed="rId6"/>
          <a:srcRect/>
          <a:stretch>
            <a:fillRect/>
          </a:stretch>
        </p:blipFill>
        <p:spPr>
          <a:xfrm>
            <a:off x="4910619" y="1365883"/>
            <a:ext cx="5926706" cy="5040630"/>
          </a:xfrm>
          <a:custGeom>
            <a:avLst/>
            <a:gdLst/>
            <a:ahLst/>
            <a:cxnLst>
              <a:cxn ang="3">
                <a:pos x="hc" y="t"/>
              </a:cxn>
              <a:cxn ang="cd2">
                <a:pos x="l" y="vc"/>
              </a:cxn>
              <a:cxn ang="cd4">
                <a:pos x="hc" y="b"/>
              </a:cxn>
              <a:cxn ang="0">
                <a:pos x="r" y="vc"/>
              </a:cxn>
            </a:cxnLst>
            <a:rect l="l" t="t" r="r" b="b"/>
            <a:pathLst>
              <a:path w="12000" h="10800">
                <a:moveTo>
                  <a:pt x="0" y="0"/>
                </a:moveTo>
                <a:lnTo>
                  <a:pt x="12000" y="0"/>
                </a:lnTo>
                <a:lnTo>
                  <a:pt x="12000" y="10800"/>
                </a:lnTo>
                <a:lnTo>
                  <a:pt x="0" y="10800"/>
                </a:lnTo>
                <a:lnTo>
                  <a:pt x="0" y="0"/>
                </a:lnTo>
                <a:close/>
              </a:path>
            </a:pathLst>
          </a:custGeom>
        </p:spPr>
      </p:pic>
      <p:sp>
        <p:nvSpPr>
          <p:cNvPr id="11" name="Title 6"/>
          <p:cNvSpPr txBox="1"/>
          <p:nvPr>
            <p:custDataLst>
              <p:tags r:id="rId7"/>
            </p:custDataLst>
          </p:nvPr>
        </p:nvSpPr>
        <p:spPr>
          <a:xfrm>
            <a:off x="5988685" y="6346190"/>
            <a:ext cx="3540125" cy="66167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图6-25 【选择目标】页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06</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fontScale="90000"/>
          </a:bodyPr>
          <a:lstStyle/>
          <a:p>
            <a:r>
              <a:rPr lang="zh-CN" altLang="en-US" sz="5445">
                <a:solidFill>
                  <a:schemeClr val="accent1"/>
                </a:solidFill>
              </a:rPr>
              <a:t>7 备份与恢复数据库</a:t>
            </a:r>
            <a:endParaRPr lang="zh-CN" altLang="en-US" sz="5445">
              <a:solidFill>
                <a:schemeClr val="accent1"/>
              </a:solidFill>
            </a:endParaRPr>
          </a:p>
        </p:txBody>
      </p:sp>
    </p:spTree>
    <p:custDataLst>
      <p:tags r:id="rId3"/>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备份与恢复数据库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对数据库执行备份后，在意外发生时可以通过备份恢复数据，本节讲解SQL Server 2016的备份和恢复数据库的具体方法。</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7.1 备份类型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2016提供了4种数据库备份类型：完整备份、差异备份、事务日志备份、文件和文件组备份。</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7.1 备份类型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完整备份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完整备份是指备份所有数据文件和事务日志文件。完整备份是在某一时间点对数据库进行备份，以这个时间点作为恢复数据库的基点。无论采用何种备份类型或备份策略，在对数据库进行各份之前，必须首先对其进行完整备份。</a:t>
            </a:r>
            <a:endPar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在完整备份过程中，不允许执行下列操作：</a:t>
            </a:r>
            <a:endPar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Arial" panose="020B0604020202020204" pitchFamily="34" charset="0"/>
              <a:buChar char="•"/>
            </a:pPr>
            <a:r>
              <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创建或删除数据库文件。</a:t>
            </a:r>
            <a:endPar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Arial" panose="020B0604020202020204" pitchFamily="34" charset="0"/>
              <a:buChar char="•"/>
            </a:pPr>
            <a:r>
              <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在收缩操作过程中截断文件。</a:t>
            </a:r>
            <a:endPar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如果备份时上述某个操作正在进行，那么备份将等待该操作完成，直到会话超时。如果在备份操作执行过程中试图执行上面任一操作，该操作将失败，而备份操作继续进行。</a:t>
            </a:r>
            <a:endParaRPr lang="zh-CN" altLang="en-US" sz="1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7.1 备份类型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差异备份</a:t>
            </a:r>
            <a:r>
              <a:rPr lang="zh-CN" dirty="0" err="1">
                <a:solidFill>
                  <a:schemeClr val="dk1"/>
                </a:solidFill>
                <a:latin typeface="微软雅黑" panose="020B0503020204020204" charset="-122"/>
                <a:ea typeface="微软雅黑" panose="020B0503020204020204" charset="-122"/>
                <a:sym typeface="微软雅黑" panose="020B0503020204020204" charset="-122"/>
              </a:rPr>
              <a:t>、事务日志备份、文件和文件组备份</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20520" y="1831975"/>
            <a:ext cx="9079230" cy="390398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 差异备份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差异备份仅捕获自上次完整备份后发生更改的数据，这称为差异备份的“基准”。差异备份仅包括建立差异基准后更改的数据，在还原差异备份之前，必须先还原其基准备份。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当数据库被频繁修改而又需要最小化备份时，可以使用差异备份。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 事务日志备份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事务日志备份中包括在前一个事务日志备份中没有备份的所有日志记录。只有在完整恢复模式和大容量日志恢复模式下才会有事务日志备份。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如果上一次完整备份数据库后，数据库中的某一行被修改了多次，那么事务日志备份包含该行所有被更改的历史记录，这与差异备份不同，差异备份只包含该行的最后一组值。</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4. 文件和文件组备份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件和文件组备份可以用来备份和还原数据库中的文件。使用文件备份可以使用户仅还原已损坏的文件，而不必还原数据库的其余部分，从而提高恢复速度，减少恢复时间。利用文件组备份，每次可以备份这些文件当中的一个或多个文件，而不是同时备份整个数据库。</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7.2 恢复模式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6565" y="1079500"/>
            <a:ext cx="11278870" cy="541528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2016包括3种恢复模式：简单恢复模式、完整恢复模式和大容量日志恢复模式。每种恢复模式都能够在不同程度上恢复相关数据，且在恢复方式和性能方面存在差异。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简单恢复模式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简单恢复模式可以将数据库恢复到上一次的备份。优点是日志的存储空间较小，能够提高磁盘的可用空间，而且也是最容易实现的模式。但是，使用简单恢复模式无法将数据库还原到故障点或特定的即时点。如果要还原到这些即时点，就必须使用完整恢复模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在简单恢复模式下可以执行完整备份和差异备份，适用于小型数据库或数据更改频度不高的数据库。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 完整恢复模式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完整恢复模式是SQL Server 2016的默认模式，在故障还原中具有最高的优先级。这种恢复模式使用完整备份和事务日志备份，能够较为安全地防范媒体故障。SQL Server事务日志文件记录了对数据进行的全部更改，包括大容量数据操作，如SELECT INTO、CREATE INDEX、大批量装载数据。并且，因为日志记录了全部事务，所以可以将数据库还原到特定即时点。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 大容量日志恢复模式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与完整恢复模式相似，大容量日志恢复模式使用完整备份和事务日志备份来恢复数据库。该模式在某些大规模或大容量数据操作（比如INSERT INTO、CREATE INDEX、大量装载数据、处理大批量数据）时提供最佳性能和最少的日志使用空间。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在这种模式下，日志只记录多个操作的最终结果，而并非存储操作的过程细节，所以日志尺寸更小，大批量操作的速度也更快。如果事务日志文件没有受到破坏，除了故障期间发生的事务以外，SQL Server能够还原全部数据。但是，由于使用最小日志的方式记录事务，因此不能恢复数据库到特定即时点。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在大容量日志恢复模式下，备份包含大容量日志记录的日志时，需要访问数据库中的所有数据文件。如果数据文件不可访问，就无法备份最后的事务日志文件，而且该日志中所有己提交的操作都会丢失。</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7.3 备份数据库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927100"/>
            <a:ext cx="11278870" cy="212344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在了解了备份类型、恢复模式之后，本节将详细介绍如何执行数据库的备份操作。针对每种备份类型都可以使用图形向导和语句来完成。下面以完整备份为例进行介绍，因为其他所有备份类型都依赖于完整备份。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 使用图形向导备份数据库</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现在对Student数据库创建完整备份，具体步骤如下：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293" name="图片 2"/>
          <p:cNvPicPr>
            <a:picLocks noChangeAspect="1"/>
          </p:cNvPicPr>
          <p:nvPr>
            <p:custDataLst>
              <p:tags r:id="rId6"/>
            </p:custDataLst>
          </p:nvPr>
        </p:nvPicPr>
        <p:blipFill>
          <a:blip r:embed="rId7"/>
          <a:stretch>
            <a:fillRect/>
          </a:stretch>
        </p:blipFill>
        <p:spPr>
          <a:xfrm>
            <a:off x="642938" y="2550160"/>
            <a:ext cx="4664075" cy="3244850"/>
          </a:xfrm>
          <a:prstGeom prst="rect">
            <a:avLst/>
          </a:prstGeom>
          <a:noFill/>
          <a:ln>
            <a:noFill/>
          </a:ln>
        </p:spPr>
      </p:pic>
      <p:sp>
        <p:nvSpPr>
          <p:cNvPr id="2" name="文本框 1"/>
          <p:cNvSpPr txBox="1"/>
          <p:nvPr/>
        </p:nvSpPr>
        <p:spPr>
          <a:xfrm>
            <a:off x="1630045" y="5795010"/>
            <a:ext cx="2404110" cy="368300"/>
          </a:xfrm>
          <a:prstGeom prst="rect">
            <a:avLst/>
          </a:prstGeom>
          <a:noFill/>
        </p:spPr>
        <p:txBody>
          <a:bodyPr wrap="square" rtlCol="0" anchor="t">
            <a:spAutoFit/>
          </a:bodyPr>
          <a:p>
            <a:r>
              <a:rPr lang="zh-CN" altLang="en-US"/>
              <a:t>图6-26  执行完整备份</a:t>
            </a:r>
            <a:endParaRPr lang="zh-CN" altLang="en-US"/>
          </a:p>
        </p:txBody>
      </p:sp>
      <p:sp>
        <p:nvSpPr>
          <p:cNvPr id="4" name="文本框 3"/>
          <p:cNvSpPr txBox="1"/>
          <p:nvPr/>
        </p:nvSpPr>
        <p:spPr>
          <a:xfrm>
            <a:off x="5855970" y="2550160"/>
            <a:ext cx="4935855" cy="2891790"/>
          </a:xfrm>
          <a:prstGeom prst="rect">
            <a:avLst/>
          </a:prstGeom>
          <a:noFill/>
        </p:spPr>
        <p:txBody>
          <a:bodyPr wrap="square" rtlCol="0" anchor="t">
            <a:spAutoFit/>
          </a:bodyPr>
          <a:p>
            <a:pPr algn="just"/>
            <a:r>
              <a:rPr lang="zh-CN" altLang="en-US" sz="1400" spc="100" dirty="0" smtClean="0">
                <a:ln w="3175">
                  <a:noFill/>
                  <a:prstDash val="dash"/>
                </a:ln>
                <a:solidFill>
                  <a:schemeClr val="dk1">
                    <a:lumMod val="75000"/>
                    <a:lumOff val="25000"/>
                  </a:schemeClr>
                </a:solidFill>
                <a:effectLst/>
                <a:uFillTx/>
                <a:latin typeface="微软雅黑" panose="020B0503020204020204" charset="-122"/>
                <a:ea typeface="微软雅黑" panose="020B0503020204020204" charset="-122"/>
                <a:cs typeface="微软雅黑" panose="020B0503020204020204" charset="-122"/>
                <a:sym typeface="+mn-ea"/>
              </a:rPr>
              <a:t>（1）在【对象资源管理器】中展开【服务器】|【数据库】节点，右击Student数据库，执行【任务】|【备份】命令打开【备份数据库】窗口，如图6-26所示。</a:t>
            </a:r>
            <a:endParaRPr lang="zh-CN" altLang="en-US" sz="1400"/>
          </a:p>
          <a:p>
            <a:pPr algn="just"/>
            <a:r>
              <a:rPr lang="zh-CN" altLang="en-US" sz="1400"/>
              <a:t>（2）在【备份类型】下拉列表中选择【完整】，保留【名称】文本框的内容不变。</a:t>
            </a:r>
            <a:endParaRPr lang="zh-CN" altLang="en-US" sz="1400"/>
          </a:p>
          <a:p>
            <a:pPr algn="just"/>
            <a:r>
              <a:rPr lang="zh-CN" altLang="en-US" sz="1400"/>
              <a:t>（3）在【目标】区域，通过单击【删除】按钮删除己存在的目标。然后单击【添加】按钮，打开【选择备份目标】窗口，单击【备份设备】单选按钮后，从下拉列表中选择目标文件路径。</a:t>
            </a:r>
            <a:endParaRPr lang="zh-CN" altLang="en-US" sz="1400"/>
          </a:p>
          <a:p>
            <a:pPr algn="just"/>
            <a:r>
              <a:rPr lang="zh-CN" altLang="en-US" sz="1400"/>
              <a:t>（4）设置好以后，单击【确定】按钮返回【备份数据库】窗口。打开【选项】页面，启用【完成后验证备份】复选框。</a:t>
            </a:r>
            <a:endParaRPr lang="zh-CN" altLang="en-US" sz="1400"/>
          </a:p>
          <a:p>
            <a:pPr algn="just"/>
            <a:r>
              <a:rPr lang="zh-CN" altLang="en-US" sz="1400"/>
              <a:t>（5）完成设置后单击【确定】开始备份，备份完成后系统将弹出备份成功完成提示信息框。</a:t>
            </a:r>
            <a:endParaRPr lang="zh-CN" altLang="en-US" sz="1400"/>
          </a:p>
        </p:txBody>
      </p:sp>
    </p:spTree>
    <p:custDataLst>
      <p:tags r:id="rId8"/>
    </p:custData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4"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3"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7.3 备份数据库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使用BACKUP DATABASE语句备份数据库</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文本框 24"/>
          <p:cNvSpPr txBox="1"/>
          <p:nvPr/>
        </p:nvSpPr>
        <p:spPr>
          <a:xfrm>
            <a:off x="457200" y="1384300"/>
            <a:ext cx="11277600" cy="5046345"/>
          </a:xfrm>
          <a:prstGeom prst="rect">
            <a:avLst/>
          </a:prstGeom>
          <a:noFill/>
        </p:spPr>
        <p:txBody>
          <a:bodyPr wrap="square" rtlCol="0" anchor="t">
            <a:spAutoFit/>
          </a:bodyPr>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使用BACKUP DATABASE语句完整备份数据库的语法格式如下：</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BACKUP DATABASE database_name</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TO  &lt;backup_device&gt; [ n]      </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[WITH</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 [，] NAME=backup_set_name]</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 [，] DESCRIPITION='TEXT'] </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 [，]{INIT | NOINIT }  ]</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 [，]{ COMPRESSION | NO_COMPRESSION }</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语法说明如下：</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marL="285750" indent="-285750" algn="just">
              <a:buFont typeface="Arial" panose="020B0604020202020204" pitchFamily="34" charset="0"/>
              <a:buChar char="•"/>
            </a:pP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database_name指定备份的数据库名称。</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marL="285750" indent="-285750" algn="just">
              <a:buFont typeface="Arial" panose="020B0604020202020204" pitchFamily="34" charset="0"/>
              <a:buChar char="•"/>
            </a:pP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backup_device指定备份的设备名称。</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marL="285750" indent="-285750" algn="just">
              <a:buFont typeface="Arial" panose="020B0604020202020204" pitchFamily="34" charset="0"/>
              <a:buChar char="•"/>
            </a:pP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WITH子句指定备份选项。</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marL="285750" indent="-285750" algn="just">
              <a:buFont typeface="Arial" panose="020B0604020202020204" pitchFamily="34" charset="0"/>
              <a:buChar char="•"/>
            </a:pP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NAME=backup_set_name指定备份的名称。</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marL="285750" indent="-285750" algn="just">
              <a:buFont typeface="Arial" panose="020B0604020202020204" pitchFamily="34" charset="0"/>
              <a:buChar char="•"/>
            </a:pP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DESCRIPITION='TEXT'指定备份的描述。</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marL="285750" indent="-285750" algn="just">
              <a:buFont typeface="Arial" panose="020B0604020202020204" pitchFamily="34" charset="0"/>
              <a:buChar char="•"/>
            </a:pP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INIT | NOINIT  INIT表示新备份的数据覆盖当前备份设备上的每一项内容，NOINIT表示新备份的数据追加到备份设备上已有的内容后面。</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marL="285750" indent="-285750"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COMPRESSION | NO _COMPRESSION COMPRESSION表示启用备份压缩功能，NO_COMPRESSION表示不启用备份压缩功能。</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【例6.13】使用BACKUP DATABASE语句创建一个Student数据库的完整备份，语句如下：</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en-US" altLang="zh-CN"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	</a:t>
            </a: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BACKUP  DATABASE  studentsys </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en-US" altLang="zh-CN"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	</a:t>
            </a: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TO  S-C-SC</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en-US" altLang="zh-CN"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	</a:t>
            </a: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WITH  INIT，</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a:p>
            <a:pPr algn="just"/>
            <a:r>
              <a:rPr lang="en-US" altLang="zh-CN"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	</a:t>
            </a:r>
            <a:r>
              <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NAME=’Student 完整备份’</a:t>
            </a:r>
            <a:endParaRPr lang="zh-CN" altLang="en-US" sz="1400"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endParaRPr>
          </a:p>
        </p:txBody>
      </p:sp>
    </p:spTree>
    <p:custDataLst>
      <p:tags r:id="rId6"/>
    </p:custData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06</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8 生成SQL脚本</a:t>
            </a:r>
            <a:endParaRPr lang="zh-CN" altLang="en-US" sz="5445">
              <a:solidFill>
                <a:schemeClr val="accent1"/>
              </a:solidFill>
            </a:endParaRPr>
          </a:p>
        </p:txBody>
      </p:sp>
    </p:spTree>
    <p:custDataLst>
      <p:tags r:id="rId3"/>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生成SQL脚本</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949127" y="1977452"/>
            <a:ext cx="8270147"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除了使用前面的导出数据和备份数据库来对重要数据进行备份外，还可以将数据库及其内容生成语句保存为SQL脚本文本。因此，通常利用SQL来创建数据库结构，再用备份来重建数据库，或者将SQL作为安装数据库的工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5"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4"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8.1 将数据表生成SQL脚本</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6" name="文本框 35"/>
          <p:cNvSpPr txBox="1"/>
          <p:nvPr/>
        </p:nvSpPr>
        <p:spPr>
          <a:xfrm>
            <a:off x="457200" y="969010"/>
            <a:ext cx="11276965" cy="2553335"/>
          </a:xfrm>
          <a:prstGeom prst="rect">
            <a:avLst/>
          </a:prstGeom>
          <a:noFill/>
        </p:spPr>
        <p:txBody>
          <a:bodyPr wrap="square" rtlCol="0" anchor="t">
            <a:spAutoFit/>
          </a:bodyPr>
          <a:p>
            <a:pPr algn="just"/>
            <a:r>
              <a:rPr lang="zh-CN" altLang="en-US" sz="1600">
                <a:latin typeface="Times New Roman" panose="02020603050405020304" charset="0"/>
                <a:cs typeface="Times New Roman" panose="02020603050405020304" charset="0"/>
              </a:rPr>
              <a:t>当多个数据库需要相同的表，或者当前数据表需要重建时，直接执行创建表的SQL脚本要比手动创建节省许多操作时间，还可以避免出错。</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在SQL Server 2016中，支持对数据表CREATE、DROP、SELECT、INSERT、UPDATE和DELETE语句的SQL脚本生成。</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例如，要生成Student数据库中Course表 CREATE语句的SQL脚本，可使用如下步骤。</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（1）在【对象资源管理器】中展开【数据库】|Student|【表】节点。</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（2）右击要生成SQL脚本的Course表，执行【编写表脚本为】|【CREATE到】|【新查询编辑器窗口】命令，如图6-27所示。</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（3）执行之后将会创建一个新的窗口，同时显示针对Course表的CREATE语句。</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（4）执行【文件】|【保存】命令，在弹出的对话框中指定一个SQL文件名即可。经过上面的步骤，创建Course表的SQL语句已经保存了，下次需要时直接打开该文件并执行即可。</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直接右击【表】，执行【编写表脚本为】|【CREATE到】|【文件】命令，可以直接将脚本保存到外部文件中。</a:t>
            </a:r>
            <a:endParaRPr lang="zh-CN" altLang="en-US" sz="1600">
              <a:latin typeface="Times New Roman" panose="02020603050405020304" charset="0"/>
              <a:cs typeface="Times New Roman" panose="02020603050405020304" charset="0"/>
            </a:endParaRPr>
          </a:p>
        </p:txBody>
      </p:sp>
      <p:pic>
        <p:nvPicPr>
          <p:cNvPr id="37" name="图片 36"/>
          <p:cNvPicPr>
            <a:picLocks noChangeAspect="1"/>
          </p:cNvPicPr>
          <p:nvPr/>
        </p:nvPicPr>
        <p:blipFill>
          <a:blip r:embed="rId5"/>
          <a:stretch>
            <a:fillRect/>
          </a:stretch>
        </p:blipFill>
        <p:spPr>
          <a:xfrm>
            <a:off x="2210435" y="3453130"/>
            <a:ext cx="4495800" cy="3143250"/>
          </a:xfrm>
          <a:prstGeom prst="rect">
            <a:avLst/>
          </a:prstGeom>
        </p:spPr>
      </p:pic>
      <p:sp>
        <p:nvSpPr>
          <p:cNvPr id="38" name="文本框 37"/>
          <p:cNvSpPr txBox="1"/>
          <p:nvPr/>
        </p:nvSpPr>
        <p:spPr>
          <a:xfrm>
            <a:off x="2742565" y="6596380"/>
            <a:ext cx="3126105" cy="368300"/>
          </a:xfrm>
          <a:prstGeom prst="rect">
            <a:avLst/>
          </a:prstGeom>
          <a:noFill/>
        </p:spPr>
        <p:txBody>
          <a:bodyPr wrap="square" rtlCol="0" anchor="t">
            <a:spAutoFit/>
          </a:bodyPr>
          <a:p>
            <a:r>
              <a:rPr lang="zh-CN" altLang="en-US"/>
              <a:t>图6-27  生成数据表SQL脚本</a:t>
            </a:r>
            <a:endParaRPr lang="zh-CN" altLang="en-US"/>
          </a:p>
        </p:txBody>
      </p:sp>
    </p:spTree>
    <p:custDataLst>
      <p:tags r:id="rId6"/>
    </p:custData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8.2 将数据库生成SQL脚本</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927100"/>
            <a:ext cx="11277600" cy="259778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当有多个表需要生成SQL脚本时，可以使用SQL Server 2016的数据库生成脚本功能。这个生成SQL脚本可以涵盖许多数据库对象，如表、视图、存储过程、对象权限、用户、组和角色等，同时可以将表的数据生成到SQL脚本中。
例如，要将Student数据库的所有内容都生成SQL脚本，可使用如下步骤。
（1）在【对象资源管理器】中右击Student节点，执行【任务】|【生成脚本】命令，打开【生成和发布脚本】窗口。
（2）在窗口第一页显示生成所需步骤的简介，单击【下一步】按钮进入【选择对象】页。在这里选择要包含在脚本中的对象，默认会选中【为整个数据库及所有数据库对象编写脚本】单选按钮。也可以选择【选择具体的数据库对象】单选按钮，然后在下面的列表中选择要在脚本中包含的对象，如图6-28所示。
（3）单击【下一步】按钮，设置脚本编写选项，包括脚本输出类型和保存文件位置等。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（4）单击【高级】按钮，在弹出的【高级脚本编写选项】对话框中进行详细设置。在表/视图选项的设置中，TRUE表示启用，FALSE 表示禁用。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（5）设置完成后单击【下一步】按钮，在进入的【摘要】页查看最终选择的结果。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（6）单击【下一步】按钮，开始生成所选对象的脚本，单击【完成】按钮结束。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6"/>
          <a:stretch>
            <a:fillRect/>
          </a:stretch>
        </p:blipFill>
        <p:spPr>
          <a:xfrm>
            <a:off x="2865755" y="3439795"/>
            <a:ext cx="4218305" cy="2976880"/>
          </a:xfrm>
          <a:prstGeom prst="rect">
            <a:avLst/>
          </a:prstGeom>
        </p:spPr>
      </p:pic>
      <p:sp>
        <p:nvSpPr>
          <p:cNvPr id="4" name="文本框 3"/>
          <p:cNvSpPr txBox="1"/>
          <p:nvPr/>
        </p:nvSpPr>
        <p:spPr>
          <a:xfrm>
            <a:off x="3192145" y="6416675"/>
            <a:ext cx="3481070" cy="368300"/>
          </a:xfrm>
          <a:prstGeom prst="rect">
            <a:avLst/>
          </a:prstGeom>
          <a:noFill/>
        </p:spPr>
        <p:txBody>
          <a:bodyPr wrap="square" rtlCol="0" anchor="t">
            <a:spAutoFit/>
          </a:bodyPr>
          <a:p>
            <a:r>
              <a:rPr lang="zh-CN" altLang="en-US"/>
              <a:t>图6-28选择脚本中包含的对象</a:t>
            </a:r>
            <a:endParaRPr lang="zh-CN" altLang="en-US"/>
          </a:p>
        </p:txBody>
      </p:sp>
    </p:spTree>
    <p:custDataLst>
      <p:tags r:id="rId7"/>
    </p:custData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solidFill>
                  <a:schemeClr val="accent1"/>
                </a:solidFill>
              </a:rPr>
              <a:t>谢谢</a:t>
            </a:r>
            <a:endParaRPr lang="en-US" altLang="zh-CN">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ID" val="diagram20207606_1*i*1"/>
  <p:tag name="KSO_WM_TEMPLATE_CATEGORY" val="diagram"/>
  <p:tag name="KSO_WM_TEMPLATE_INDEX" val="20207606"/>
  <p:tag name="KSO_WM_UNIT_LAYERLEVEL" val="1"/>
  <p:tag name="KSO_WM_TAG_VERSION" val="1.0"/>
  <p:tag name="KSO_WM_BEAUTIFY_FLAG" val="#wm#"/>
  <p:tag name="KSO_WM_UNIT_TYPE" val="i"/>
  <p:tag name="KSO_WM_UNIT_INDEX" val="1"/>
  <p:tag name="KSO_WM_UNIT_BLOCK" val="0"/>
  <p:tag name="KSO_WM_UNIT_DECORATE_INFO" val="{&quot;ReferentInfo&quot;:{&quot;Id&quot;:&quot;slide&quot;,&quot;X&quot;:{&quot;Pos&quot;:1},&quot;Y&quot;:{&quot;Pos&quot;:1}},&quot;DecorateInfoX&quot;:{&quot;Pos&quot;:1,&quot;IsAbs&quot;:false},&quot;DecorateInfoY&quot;:{&quot;Pos&quot;:1,&quot;IsAbs&quot;:false},&quot;DecorateInfoW&quot;:{&quot;IsAbs&quot;:true},&quot;DecorateInfoH&quot;:{&quot;IsAbs&quot;:true},&quot;whChangeMode&quot;:0}"/>
  <p:tag name="KSO_WM_UNIT_DEC_AREA_ID" val="622e9ed271a34e3e8cb031e6c1985221"/>
  <p:tag name="KSO_WM_CHIP_GROUPID" val="5e7316d69a230a26b9e88a53"/>
  <p:tag name="KSO_WM_CHIP_XID" val="5e7316d69a230a26b9e88a54"/>
  <p:tag name="KSO_WM_UNIT_FILL_FORE_SCHEMECOLOR_INDEX_1_BRIGHTNESS" val="0"/>
  <p:tag name="KSO_WM_UNIT_FILL_FORE_SCHEMECOLOR_INDEX_1" val="14"/>
  <p:tag name="KSO_WM_UNIT_FILL_FORE_SCHEMECOLOR_INDEX_1_POS" val="0"/>
  <p:tag name="KSO_WM_UNIT_FILL_FORE_SCHEMECOLOR_INDEX_1_TRANS" val="1"/>
  <p:tag name="KSO_WM_UNIT_FILL_FORE_SCHEMECOLOR_INDEX_2_BRIGHTNESS" val="0"/>
  <p:tag name="KSO_WM_UNIT_FILL_FORE_SCHEMECOLOR_INDEX_2" val="5"/>
  <p:tag name="KSO_WM_UNIT_FILL_FORE_SCHEMECOLOR_INDEX_2_POS" val="0.51"/>
  <p:tag name="KSO_WM_UNIT_FILL_FORE_SCHEMECOLOR_INDEX_2_TRANS" val="0.8"/>
  <p:tag name="KSO_WM_UNIT_FILL_FORE_SCHEMECOLOR_INDEX_3_BRIGHTNESS" val="0"/>
  <p:tag name="KSO_WM_UNIT_FILL_FORE_SCHEMECOLOR_INDEX_3" val="14"/>
  <p:tag name="KSO_WM_UNIT_FILL_FORE_SCHEMECOLOR_INDEX_3_POS" val="1"/>
  <p:tag name="KSO_WM_UNIT_FILL_FORE_SCHEMECOLOR_INDEX_3_TRANS" val="1"/>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13"/>
  <p:tag name="KSO_WM_UNIT_TEXT_FILL_TYPE" val="1"/>
  <p:tag name="KSO_WM_UNIT_VALUE" val="840"/>
  <p:tag name="KSO_WM_TEMPLATE_ASSEMBLE_XID" val="60656e6e4054ed1e2fb7f893"/>
  <p:tag name="KSO_WM_TEMPLATE_ASSEMBLE_GROUPID" val="60656e6e4054ed1e2fb7f893"/>
  <p:tag name="WM_BEAUTIFY_ZORDER_FLAG_TAG" val="2"/>
</p:tagLst>
</file>

<file path=ppt/tags/tag136.xml><?xml version="1.0" encoding="utf-8"?>
<p:tagLst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3-06-28T09:59:52&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4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2&quot;,&quot;maxSize&quot;:{&quot;size1&quot;:20},&quot;minSize&quot;:{&quot;size1&quot;:11.2},&quot;normalSize&quot;:{&quot;size1&quot;:11.2},&quot;subLayout&quot;:[{&quot;id&quot;:&quot;2023-06-28T09:59:52&quot;,&quot;margin&quot;:{&quot;bottom&quot;:0.025999998673796654,&quot;left&quot;:1.2699999809265137,&quot;right&quot;:1.2699999809265137,&quot;top&quot;:0.4230000376701355},&quot;type&quot;:0},{&quot;id&quot;:&quot;2023-06-28T09:59:5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4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4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5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5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2&quot;,&quot;maxSize&quot;:{&quot;size1&quot;:20},&quot;minSize&quot;:{&quot;size1&quot;:11.2},&quot;normalSize&quot;:{&quot;size1&quot;:11.2},&quot;subLayout&quot;:[{&quot;id&quot;:&quot;2023-06-28T09:59:52&quot;,&quot;margin&quot;:{&quot;bottom&quot;:0.025999998673796654,&quot;left&quot;:1.2699999809265137,&quot;right&quot;:1.2699999809265137,&quot;top&quot;:0.4230000376701355},&quot;type&quot;:0},{&quot;id&quot;:&quot;2023-06-28T09:59:5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5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2&quot;,&quot;maxSize&quot;:{&quot;size1&quot;:20},&quot;minSize&quot;:{&quot;size1&quot;:11.2},&quot;normalSize&quot;:{&quot;size1&quot;:11.2},&quot;subLayout&quot;:[{&quot;id&quot;:&quot;2023-06-28T09:59:52&quot;,&quot;margin&quot;:{&quot;bottom&quot;:0.025999998673796654,&quot;left&quot;:1.2699999809265137,&quot;right&quot;:1.2699999809265137,&quot;top&quot;:0.4230000376701355},&quot;type&quot;:0},{&quot;id&quot;:&quot;2023-06-28T09:59:5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4.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 name="WM_BEAUTIFY_ZORDER_FLAG_TAG" val="3"/>
</p:tagLst>
</file>

<file path=ppt/tags/tag165.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4"/>
</p:tagLst>
</file>

<file path=ppt/tags/tag166.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5"/>
</p:tagLst>
</file>

<file path=ppt/tags/tag1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 name="WM_BEAUTIFY_ZORDER_FLAG_TAG" val="6"/>
</p:tagLst>
</file>

<file path=ppt/tags/tag168.xml><?xml version="1.0" encoding="utf-8"?>
<p:tagLst xmlns:p="http://schemas.openxmlformats.org/presentationml/2006/main">
  <p:tag name="KSO_WM_UNIT_VALUE" val="1142*1565"/>
  <p:tag name="KSO_WM_UNIT_HIGHLIGHT" val="0"/>
  <p:tag name="KSO_WM_UNIT_COMPATIBLE" val="1"/>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WM_BEAUTIFY_ZORDER_FLAG_TAG" val="7"/>
</p:tagLst>
</file>

<file path=ppt/tags/tag16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2&quot;,&quot;maxSize&quot;:{&quot;size1&quot;:20},&quot;minSize&quot;:{&quot;size1&quot;:11.2},&quot;normalSize&quot;:{&quot;size1&quot;:11.2},&quot;subLayout&quot;:[{&quot;id&quot;:&quot;2023-06-28T09:59:52&quot;,&quot;margin&quot;:{&quot;bottom&quot;:0.025999998673796654,&quot;left&quot;:1.2699999809265137,&quot;right&quot;:1.2699999809265137,&quot;top&quot;:0.4230000376701355},&quot;type&quot;:0},{&quot;id&quot;:&quot;2023-06-28T09:59:5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4.xml><?xml version="1.0" encoding="utf-8"?>
<p:tagLst xmlns:p="http://schemas.openxmlformats.org/presentationml/2006/main">
  <p:tag name="KSO_WM_UNIT_VALUE" val="550*2200"/>
  <p:tag name="KSO_WM_UNIT_HIGHLIGHT" val="0"/>
  <p:tag name="KSO_WM_UNIT_COMPATIBLE" val="0"/>
  <p:tag name="KSO_WM_UNIT_DIAGRAM_ISNUMVISUAL" val="0"/>
  <p:tag name="KSO_WM_UNIT_DIAGRAM_ISREFERUNIT" val="0"/>
  <p:tag name="KSO_WM_UNIT_TYPE" val="d"/>
  <p:tag name="KSO_WM_UNIT_INDEX" val="1"/>
  <p:tag name="KSO_WM_UNIT_ID" val="diagram20211962_1*d*1"/>
  <p:tag name="KSO_WM_TEMPLATE_CATEGORY" val="diagram"/>
  <p:tag name="KSO_WM_TEMPLATE_INDEX" val="20211962"/>
  <p:tag name="KSO_WM_UNIT_LAYERLEVEL" val="1"/>
  <p:tag name="KSO_WM_TAG_VERSION" val="1.0"/>
  <p:tag name="KSO_WM_BEAUTIFY_FLAG" val="#wm#"/>
  <p:tag name="KSO_WM_CHIP_GROUPID" val="5e7310da9a230a26b9e88a19"/>
  <p:tag name="KSO_WM_CHIP_XID" val="5e7310da9a230a26b9e88a1a"/>
  <p:tag name="KSO_WM_UNIT_DEC_AREA_ID" val="44fc6e434e764fcbbdfe7f74cfd6dc5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7b9c2d1c8d7d4e5793175106b3e48ec4"/>
  <p:tag name="KSO_WM_UNIT_PLACING_PICTURE" val="7b9c2d1c8d7d4e5793175106b3e48ec4"/>
  <p:tag name="KSO_WM_UNIT_SUPPORT_UNIT_TYPE" val="[&quot;d&quot;,&quot;α&quot;,&quot;β&quot;,&quot;θ&quot;]"/>
  <p:tag name="KSO_WM_TEMPLATE_ASSEMBLE_XID" val="60656f154054ed1e2fb8032d"/>
  <p:tag name="KSO_WM_TEMPLATE_ASSEMBLE_GROUPID" val="60656f154054ed1e2fb8032d"/>
  <p:tag name="WM_BEAUTIFY_ZORDER_FLAG_TAG" val="4"/>
  <p:tag name="KSO_WM_UNIT_PLACING_PICTURE_INFO" val="{&quot;code&quot;:&quot;&quot;,&quot;full_picture&quot;:false,&quot;scheme&quot;:&quot;&quot;,&quot;spacing&quot;:5}"/>
  <p:tag name="KSO_WM_UNIT_PLACING_PICTURE_COLLAGE_VIEWPORT" val="{&quot;height&quot;:564.6247604446144,&quot;width&quot;:1735.107184923439}"/>
</p:tagLst>
</file>

<file path=ppt/tags/tag1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 name="WM_BEAUTIFY_ZORDER_FLAG_TAG" val="5"/>
</p:tagLst>
</file>

<file path=ppt/tags/tag1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899_1*f*1"/>
  <p:tag name="KSO_WM_TEMPLATE_CATEGORY" val="diagram"/>
  <p:tag name="KSO_WM_TEMPLATE_INDEX" val="20211899"/>
  <p:tag name="KSO_WM_UNIT_LAYERLEVEL" val="1"/>
  <p:tag name="KSO_WM_TAG_VERSION" val="1.0"/>
  <p:tag name="KSO_WM_BEAUTIFY_FLAG" val="#wm#"/>
  <p:tag name="KSO_WM_UNIT_DEFAULT_FONT" val="14;20;2"/>
  <p:tag name="KSO_WM_UNIT_BLOCK" val="0"/>
  <p:tag name="KSO_WM_UNIT_VALUE" val="294"/>
  <p:tag name="KSO_WM_UNIT_SHOW_EDIT_AREA_INDICATION" val="1"/>
  <p:tag name="KSO_WM_CHIP_GROUPID" val="5e6b05596848fb12bee65ac8"/>
  <p:tag name="KSO_WM_CHIP_XID" val="5e6b05596848fb12bee65aca"/>
  <p:tag name="KSO_WM_UNIT_DEC_AREA_ID" val="24c1277e83284b3e8ff9d295f21b0b3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1d359df93964d5d92ead9569eaa9c26"/>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0e4054ed1e2fb802b1"/>
  <p:tag name="KSO_WM_TEMPLATE_ASSEMBLE_GROUPID" val="60656f0e4054ed1e2fb802b1"/>
  <p:tag name="WM_BEAUTIFY_ZORDER_FLAG_TAG" val="4"/>
</p:tagLst>
</file>

<file path=ppt/tags/tag17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2&quot;,&quot;maxSize&quot;:{&quot;size1&quot;:20},&quot;minSize&quot;:{&quot;size1&quot;:11.2},&quot;normalSize&quot;:{&quot;size1&quot;:11.2},&quot;subLayout&quot;:[{&quot;id&quot;:&quot;2023-06-28T09:59:52&quot;,&quot;margin&quot;:{&quot;bottom&quot;:0.025999998673796654,&quot;left&quot;:1.2699999809265137,&quot;right&quot;:1.2699999809265137,&quot;top&quot;:0.4230000376701355},&quot;type&quot;:0},{&quot;id&quot;:&quot;2023-06-28T09:59:5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687_1*i*1"/>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3c4afa0b5caa43f38b74808b5513ba5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3"/>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687_1*i*2"/>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5e80c0773834399a13599e79356248b"/>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4"/>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687_1*i*3"/>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2649454f1f349029e6f455142f4ee7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5"/>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687_1*i*4"/>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b7849fb6e2d4740bbea23af99150873"/>
  <p:tag name="KSO_WM_UNIT_DECORATE_INFO" val="{&quot;ReferentInfo&quot;:{&quot;Id&quot;:&quot;slide&quot;,&quot;X&quot;:{&quot;Pos&quot;:0},&quot;Y&quot;:{&quot;Pos&quot;:2}},&quot;DecorateInfoX&quot;:{&quot;Pos&quot;:0,&quot;IsAbs&quot;:false},&quot;DecorateInfoY&quot;:{&quot;Pos&quot;:2,&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48"/>
  <p:tag name="KSO_WM_TEMPLATE_ASSEMBLE_XID" val="60656f654054ed1e2fb80946"/>
  <p:tag name="KSO_WM_TEMPLATE_ASSEMBLE_GROUPID" val="60656f654054ed1e2fb80946"/>
  <p:tag name="WM_BEAUTIFY_ZORDER_FLAG_TAG" val="6"/>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 name="WM_BEAUTIFY_ZORDER_FLAG_TAG" val="7"/>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12687_1*i*6"/>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7a9342137704ba59401a0f97caba8f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6"/>
  <p:tag name="KSO_WM_TEMPLATE_ASSEMBLE_XID" val="60656f654054ed1e2fb80946"/>
  <p:tag name="KSO_WM_TEMPLATE_ASSEMBLE_GROUPID" val="60656f654054ed1e2fb80946"/>
  <p:tag name="WM_BEAUTIFY_ZORDER_FLAG_TAG" val="8"/>
</p:tagLst>
</file>

<file path=ppt/tags/tag1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 name="WM_BEAUTIFY_ZORDER_FLAG_TAG" val="9"/>
</p:tagLst>
</file>

<file path=ppt/tags/tag189.xml><?xml version="1.0" encoding="utf-8"?>
<p:tagLst xmlns:p="http://schemas.openxmlformats.org/presentationml/2006/main">
  <p:tag name="KSO_WM_UNIT_VALUE" val="1269*1861"/>
  <p:tag name="KSO_WM_UNIT_HIGHLIGHT" val="0"/>
  <p:tag name="KSO_WM_UNIT_COMPATIBLE" val="1"/>
  <p:tag name="KSO_WM_UNIT_DIAGRAM_ISNUMVISUAL" val="0"/>
  <p:tag name="KSO_WM_UNIT_DIAGRAM_ISREFERUNIT" val="0"/>
  <p:tag name="KSO_WM_UNIT_TYPE" val="d"/>
  <p:tag name="KSO_WM_UNIT_INDEX" val="1"/>
  <p:tag name="KSO_WM_UNIT_ID" val="diagram20212687_1*d*1"/>
  <p:tag name="KSO_WM_TEMPLATE_CATEGORY" val="diagram"/>
  <p:tag name="KSO_WM_TEMPLATE_INDEX" val="20212687"/>
  <p:tag name="KSO_WM_UNIT_LAYERLEVEL" val="1"/>
  <p:tag name="KSO_WM_TAG_VERSION" val="1.0"/>
  <p:tag name="KSO_WM_BEAUTIFY_FLAG" val="#wm#"/>
  <p:tag name="KSO_WM_CHIP_GROUPID" val="5e7310da9a230a26b9e88a19"/>
  <p:tag name="KSO_WM_CHIP_XID" val="5e7310da9a230a26b9e88a1a"/>
  <p:tag name="KSO_WM_UNIT_DEC_AREA_ID" val="4f32891c5d7044819ad56211a40528d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e076d9698aa4f0c9c68551b572f3e25"/>
  <p:tag name="KSO_WM_UNIT_PLACING_PICTURE" val="de076d9698aa4f0c9c68551b572f3e25"/>
  <p:tag name="KSO_WM_UNIT_SUPPORT_UNIT_TYPE" val="[&quot;l&quot;,&quot;m&quot;,&quot;n&quot;,&quot;o&quot;,&quot;p&quot;,&quot;q&quot;,&quot;r&quot;,&quot;δ&quot;,&quot;ε&quot;,&quot;ζ&quot;,&quot;η&quot;,&quot;d&quot;,&quot;α&quot;,&quot;β&quot;,&quot;θ&quot;]"/>
  <p:tag name="KSO_WM_TEMPLATE_ASSEMBLE_XID" val="60656f654054ed1e2fb80946"/>
  <p:tag name="KSO_WM_TEMPLATE_ASSEMBLE_GROUPID" val="60656f654054ed1e2fb80946"/>
  <p:tag name="WM_BEAUTIFY_ZORDER_FLAG_TAG" val="10"/>
</p:tagLst>
</file>

<file path=ppt/tags/tag19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3&quot;,&quot;maxSize&quot;:{&quot;size1&quot;:20},&quot;minSize&quot;:{&quot;size1&quot;:11.2},&quot;normalSize&quot;:{&quot;size1&quot;:11.2},&quot;subLayout&quot;:[{&quot;id&quot;:&quot;2023-06-28T09:59:53&quot;,&quot;margin&quot;:{&quot;bottom&quot;:0.025999998673796654,&quot;left&quot;:1.2699999809265137,&quot;right&quot;:1.2699999809265137,&quot;top&quot;:0.4230000376701355},&quot;type&quot;:0},{&quot;id&quot;:&quot;2023-06-28T09:59:5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5.xml><?xml version="1.0" encoding="utf-8"?>
<p:tagLst xmlns:p="http://schemas.openxmlformats.org/presentationml/2006/main">
  <p:tag name="KSO_WM_UNIT_VALUE" val="550*2200"/>
  <p:tag name="KSO_WM_UNIT_HIGHLIGHT" val="0"/>
  <p:tag name="KSO_WM_UNIT_COMPATIBLE" val="0"/>
  <p:tag name="KSO_WM_UNIT_DIAGRAM_ISNUMVISUAL" val="0"/>
  <p:tag name="KSO_WM_UNIT_DIAGRAM_ISREFERUNIT" val="0"/>
  <p:tag name="KSO_WM_UNIT_TYPE" val="d"/>
  <p:tag name="KSO_WM_UNIT_INDEX" val="1"/>
  <p:tag name="KSO_WM_UNIT_ID" val="diagram20211962_1*d*1"/>
  <p:tag name="KSO_WM_TEMPLATE_CATEGORY" val="diagram"/>
  <p:tag name="KSO_WM_TEMPLATE_INDEX" val="20211962"/>
  <p:tag name="KSO_WM_UNIT_LAYERLEVEL" val="1"/>
  <p:tag name="KSO_WM_TAG_VERSION" val="1.0"/>
  <p:tag name="KSO_WM_BEAUTIFY_FLAG" val="#wm#"/>
  <p:tag name="KSO_WM_CHIP_GROUPID" val="5e7310da9a230a26b9e88a19"/>
  <p:tag name="KSO_WM_CHIP_XID" val="5e7310da9a230a26b9e88a1a"/>
  <p:tag name="KSO_WM_UNIT_DEC_AREA_ID" val="44fc6e434e764fcbbdfe7f74cfd6dc5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7b9c2d1c8d7d4e5793175106b3e48ec4"/>
  <p:tag name="KSO_WM_UNIT_PLACING_PICTURE" val="7b9c2d1c8d7d4e5793175106b3e48ec4"/>
  <p:tag name="KSO_WM_UNIT_SUPPORT_UNIT_TYPE" val="[&quot;d&quot;,&quot;α&quot;,&quot;β&quot;,&quot;θ&quot;]"/>
  <p:tag name="KSO_WM_TEMPLATE_ASSEMBLE_XID" val="60656f154054ed1e2fb8032d"/>
  <p:tag name="KSO_WM_TEMPLATE_ASSEMBLE_GROUPID" val="60656f154054ed1e2fb8032d"/>
  <p:tag name="WM_BEAUTIFY_ZORDER_FLAG_TAG" val="4"/>
  <p:tag name="KSO_WM_UNIT_PLACING_PICTURE_INFO" val="{&quot;code&quot;:&quot;&quot;,&quot;full_picture&quot;:false,&quot;scheme&quot;:&quot;&quot;,&quot;spacing&quot;:5}"/>
  <p:tag name="KSO_WM_UNIT_PLACING_PICTURE_COLLAGE_VIEWPORT" val="{&quot;height&quot;:446.3291338582676,&quot;width&quot;:1371.3683879631535}"/>
</p:tagLst>
</file>

<file path=ppt/tags/tag1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 name="WM_BEAUTIFY_ZORDER_FLAG_TAG" val="5"/>
</p:tagLst>
</file>

<file path=ppt/tags/tag1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45_1*f*1"/>
  <p:tag name="KSO_WM_TEMPLATE_CATEGORY" val="diagram"/>
  <p:tag name="KSO_WM_TEMPLATE_INDEX" val="20212645"/>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b6b39df81e38446da897721cdd2a329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1b8d362b8974d5aa0e99571d01defee"/>
  <p:tag name="KSO_WM_UNIT_TEXT_FILL_FORE_SCHEMECOLOR_INDEX_BRIGHTNESS" val="0.25"/>
  <p:tag name="KSO_WM_UNIT_TEXT_FILL_FORE_SCHEMECOLOR_INDEX" val="13"/>
  <p:tag name="KSO_WM_UNIT_TEXT_FILL_TYPE" val="1"/>
  <p:tag name="KSO_WM_TEMPLATE_ASSEMBLE_XID" val="60656f514054ed1e2fb807b2"/>
  <p:tag name="KSO_WM_TEMPLATE_ASSEMBLE_GROUPID" val="60656f514054ed1e2fb807b2"/>
  <p:tag name="WM_BEAUTIFY_ZORDER_FLAG_TAG" val="4"/>
</p:tagLst>
</file>

<file path=ppt/tags/tag198.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64_1*f*1"/>
  <p:tag name="KSO_WM_TEMPLATE_CATEGORY" val="diagram"/>
  <p:tag name="KSO_WM_TEMPLATE_INDEX" val="20212164"/>
  <p:tag name="KSO_WM_UNIT_LAYERLEVEL" val="1"/>
  <p:tag name="KSO_WM_TAG_VERSION" val="1.0"/>
  <p:tag name="KSO_WM_BEAUTIFY_FLAG" val="#wm#"/>
  <p:tag name="KSO_WM_UNIT_DEFAULT_FONT" val="14;20;2"/>
  <p:tag name="KSO_WM_UNIT_BLOCK" val="0"/>
  <p:tag name="KSO_WM_UNIT_VALUE" val="42"/>
  <p:tag name="KSO_WM_UNIT_SHOW_EDIT_AREA_INDICATION" val="1"/>
  <p:tag name="KSO_WM_CHIP_GROUPID" val="5e6b05596848fb12bee65ac8"/>
  <p:tag name="KSO_WM_CHIP_XID" val="5e6b05596848fb12bee65aca"/>
  <p:tag name="KSO_WM_UNIT_DEC_AREA_ID" val="7131ab849c6747aaa59acee7b37d416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8d3f9e3f5eb9464a92685545fce7870d"/>
  <p:tag name="KSO_WM_UNIT_SUPPORT_BIG_FONT" val="1"/>
  <p:tag name="KSO_WM_UNIT_TEXT_FILL_FORE_SCHEMECOLOR_INDEX_BRIGHTNESS" val="0.25"/>
  <p:tag name="KSO_WM_UNIT_TEXT_FILL_FORE_SCHEMECOLOR_INDEX" val="13"/>
  <p:tag name="KSO_WM_UNIT_TEXT_FILL_TYPE" val="1"/>
  <p:tag name="KSO_WM_TEMPLATE_ASSEMBLE_XID" val="60656f2f4054ed1e2fb80513"/>
  <p:tag name="KSO_WM_TEMPLATE_ASSEMBLE_GROUPID" val="60656f2f4054ed1e2fb80513"/>
  <p:tag name="WM_BEAUTIFY_ZORDER_FLAG_TAG" val="7"/>
</p:tagLst>
</file>

<file path=ppt/tags/tag1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 name="WM_BEAUTIFY_ZORDER_FLAG_TAG" val="5"/>
</p:tagLst>
</file>

<file path=ppt/tags/tag2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83_1*f*1"/>
  <p:tag name="KSO_WM_TEMPLATE_CATEGORY" val="diagram"/>
  <p:tag name="KSO_WM_TEMPLATE_INDEX" val="20211083"/>
  <p:tag name="KSO_WM_UNIT_LAYERLEVEL" val="1"/>
  <p:tag name="KSO_WM_TAG_VERSION" val="1.0"/>
  <p:tag name="KSO_WM_BEAUTIFY_FLAG" val="#wm#"/>
  <p:tag name="KSO_WM_UNIT_DEFAULT_FONT" val="14;20;2"/>
  <p:tag name="KSO_WM_UNIT_BLOCK" val="0"/>
  <p:tag name="KSO_WM_UNIT_VALUE" val="300"/>
  <p:tag name="KSO_WM_UNIT_SHOW_EDIT_AREA_INDICATION" val="1"/>
  <p:tag name="KSO_WM_CHIP_GROUPID" val="5e6b05596848fb12bee65ac8"/>
  <p:tag name="KSO_WM_CHIP_XID" val="5e6b05596848fb12bee65aca"/>
  <p:tag name="KSO_WM_UNIT_DEC_AREA_ID" val="70c8755b6f37472d840b2f40d7c25c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t&quot;,&quot;fill_mode&quot;:&quot;full&quot;,&quot;sacle_strategy&quot;:&quot;smart&quot;}"/>
  <p:tag name="KSO_WM_ASSEMBLE_CHIP_INDEX" val="078f4d704024496f9c40d775791a1fb9"/>
  <p:tag name="KSO_WM_UNIT_TEXT_FILL_FORE_SCHEMECOLOR_INDEX_BRIGHTNESS" val="0.25"/>
  <p:tag name="KSO_WM_UNIT_TEXT_FILL_FORE_SCHEMECOLOR_INDEX" val="13"/>
  <p:tag name="KSO_WM_UNIT_TEXT_FILL_TYPE" val="1"/>
  <p:tag name="KSO_WM_TEMPLATE_ASSEMBLE_XID" val="6130c4e08b5cc6c91112a57b"/>
  <p:tag name="KSO_WM_TEMPLATE_ASSEMBLE_GROUPID" val="6130c4e08b5cc6c91112a57b"/>
  <p:tag name="WM_BEAUTIFY_ZORDER_FLAG_TAG" val="4"/>
</p:tagLst>
</file>

<file path=ppt/tags/tag20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3&quot;,&quot;maxSize&quot;:{&quot;size1&quot;:20},&quot;minSize&quot;:{&quot;size1&quot;:11.2},&quot;normalSize&quot;:{&quot;size1&quot;:11.2},&quot;subLayout&quot;:[{&quot;id&quot;:&quot;2023-06-28T09:59:53&quot;,&quot;margin&quot;:{&quot;bottom&quot;:0.025999998673796654,&quot;left&quot;:1.2699999809265137,&quot;right&quot;:1.2699999809265137,&quot;top&quot;:0.4230000376701355},&quot;type&quot;:0},{&quot;id&quot;:&quot;2023-06-28T09:59:5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394_1*f*1"/>
  <p:tag name="KSO_WM_TEMPLATE_CATEGORY" val="diagram"/>
  <p:tag name="KSO_WM_TEMPLATE_INDEX" val="20211394"/>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 name="WM_BEAUTIFY_ZORDER_FLAG_TAG" val="3"/>
</p:tagLst>
</file>

<file path=ppt/tags/tag207.xml><?xml version="1.0" encoding="utf-8"?>
<p:tagLst xmlns:p="http://schemas.openxmlformats.org/presentationml/2006/main">
  <p:tag name="KSO_WM_UNIT_VALUE" val="550*2200"/>
  <p:tag name="KSO_WM_UNIT_HIGHLIGHT" val="0"/>
  <p:tag name="KSO_WM_UNIT_COMPATIBLE" val="0"/>
  <p:tag name="KSO_WM_UNIT_DIAGRAM_ISNUMVISUAL" val="0"/>
  <p:tag name="KSO_WM_UNIT_DIAGRAM_ISREFERUNIT" val="0"/>
  <p:tag name="KSO_WM_UNIT_TYPE" val="d"/>
  <p:tag name="KSO_WM_UNIT_INDEX" val="1"/>
  <p:tag name="KSO_WM_UNIT_ID" val="diagram20211962_1*d*1"/>
  <p:tag name="KSO_WM_TEMPLATE_CATEGORY" val="diagram"/>
  <p:tag name="KSO_WM_TEMPLATE_INDEX" val="20211962"/>
  <p:tag name="KSO_WM_UNIT_LAYERLEVEL" val="1"/>
  <p:tag name="KSO_WM_TAG_VERSION" val="1.0"/>
  <p:tag name="KSO_WM_BEAUTIFY_FLAG" val="#wm#"/>
  <p:tag name="KSO_WM_CHIP_GROUPID" val="5e7310da9a230a26b9e88a19"/>
  <p:tag name="KSO_WM_CHIP_XID" val="5e7310da9a230a26b9e88a1a"/>
  <p:tag name="KSO_WM_UNIT_DEC_AREA_ID" val="44fc6e434e764fcbbdfe7f74cfd6dc5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7b9c2d1c8d7d4e5793175106b3e48ec4"/>
  <p:tag name="KSO_WM_UNIT_PLACING_PICTURE" val="7b9c2d1c8d7d4e5793175106b3e48ec4"/>
  <p:tag name="KSO_WM_UNIT_SUPPORT_UNIT_TYPE" val="[&quot;d&quot;,&quot;α&quot;,&quot;β&quot;,&quot;θ&quot;]"/>
  <p:tag name="KSO_WM_TEMPLATE_ASSEMBLE_XID" val="60656f154054ed1e2fb8032d"/>
  <p:tag name="KSO_WM_TEMPLATE_ASSEMBLE_GROUPID" val="60656f154054ed1e2fb8032d"/>
  <p:tag name="WM_BEAUTIFY_ZORDER_FLAG_TAG" val="4"/>
  <p:tag name="KSO_WM_UNIT_PLACING_PICTURE_INFO" val="{&quot;code&quot;:&quot;&quot;,&quot;full_picture&quot;:false,&quot;scheme&quot;:&quot;&quot;,&quot;spacing&quot;:5}"/>
  <p:tag name="KSO_WM_UNIT_PLACING_PICTURE_COLLAGE_VIEWPORT" val="{&quot;height&quot;:446.3291338582676,&quot;width&quot;:1371.3683879631535}"/>
</p:tagLst>
</file>

<file path=ppt/tags/tag2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036_1*f*1"/>
  <p:tag name="KSO_WM_TEMPLATE_CATEGORY" val="diagram"/>
  <p:tag name="KSO_WM_TEMPLATE_INDEX" val="20217036"/>
  <p:tag name="KSO_WM_UNIT_LAYERLEVEL" val="1"/>
  <p:tag name="KSO_WM_TAG_VERSION" val="1.0"/>
  <p:tag name="KSO_WM_BEAUTIFY_FLAG" val="#wm#"/>
  <p:tag name="KSO_WM_UNIT_DEFAULT_FONT" val="14;20;2"/>
  <p:tag name="KSO_WM_UNIT_BLOCK" val="0"/>
  <p:tag name="KSO_WM_UNIT_VALUE" val="126"/>
  <p:tag name="KSO_WM_UNIT_SHOW_EDIT_AREA_INDICATION" val="1"/>
  <p:tag name="KSO_WM_CHIP_GROUPID" val="5e6b05596848fb12bee65ac8"/>
  <p:tag name="KSO_WM_CHIP_XID" val="5e6b05596848fb12bee65aca"/>
  <p:tag name="KSO_WM_UNIT_DEC_AREA_ID" val="c0a0348785894567b46bb5d79129782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a3a2b3588f26438fb97c82988acbba82"/>
  <p:tag name="KSO_WM_UNIT_TEXT_FILL_FORE_SCHEMECOLOR_INDEX_BRIGHTNESS" val="0.25"/>
  <p:tag name="KSO_WM_UNIT_TEXT_FILL_FORE_SCHEMECOLOR_INDEX" val="13"/>
  <p:tag name="KSO_WM_UNIT_TEXT_FILL_TYPE" val="1"/>
  <p:tag name="KSO_WM_TEMPLATE_ASSEMBLE_XID" val="6065703f4054ed1e2fb81497"/>
  <p:tag name="KSO_WM_TEMPLATE_ASSEMBLE_GROUPID" val="6065703f4054ed1e2fb81497"/>
  <p:tag name="WM_BEAUTIFY_ZORDER_FLAG_TAG" val="4"/>
</p:tagLst>
</file>

<file path=ppt/tags/tag2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 name="WM_BEAUTIFY_ZORDER_FLAG_TAG" val="4"/>
</p:tagLst>
</file>

<file path=ppt/tags/tag210.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6_1*f*1"/>
  <p:tag name="KSO_WM_TEMPLATE_CATEGORY" val="diagram"/>
  <p:tag name="KSO_WM_TEMPLATE_INDEX" val="20212216"/>
  <p:tag name="KSO_WM_UNIT_LAYERLEVEL" val="1"/>
  <p:tag name="KSO_WM_TAG_VERSION" val="1.0"/>
  <p:tag name="KSO_WM_BEAUTIFY_FLAG" val="#wm#"/>
  <p:tag name="KSO_WM_UNIT_DEFAULT_FONT" val="14;20;2"/>
  <p:tag name="KSO_WM_UNIT_BLOCK" val="0"/>
  <p:tag name="KSO_WM_UNIT_VALUE" val="48"/>
  <p:tag name="KSO_WM_UNIT_SHOW_EDIT_AREA_INDICATION" val="1"/>
  <p:tag name="KSO_WM_CHIP_GROUPID" val="5e6b05596848fb12bee65ac8"/>
  <p:tag name="KSO_WM_CHIP_XID" val="5e6b05596848fb12bee65aca"/>
  <p:tag name="KSO_WM_UNIT_DEC_AREA_ID" val="376e916b5b3d4fbc9ce9859661497294"/>
  <p:tag name="KSO_WM_CHIP_FILLAREA_FILL_RULE" val="{&quot;fill_align&quot;:&quot;rt&quot;,&quot;fill_mode&quot;:&quot;full&quot;,&quot;sacle_strategy&quot;:&quot;smart&quot;}"/>
  <p:tag name="KSO_WM_ASSEMBLE_CHIP_INDEX" val="47b56d52fc444a088d45ede9823ea8ff"/>
  <p:tag name="KSO_WM_UNIT_SUPPORT_UNIT_TYPE" val="[&quot;d&quot;]"/>
  <p:tag name="KSO_WM_UNIT_TEXT_FILL_FORE_SCHEMECOLOR_INDEX_BRIGHTNESS" val="0.25"/>
  <p:tag name="KSO_WM_UNIT_TEXT_FILL_FORE_SCHEMECOLOR_INDEX" val="13"/>
  <p:tag name="KSO_WM_UNIT_TEXT_FILL_TYPE" val="1"/>
  <p:tag name="KSO_WM_TEMPLATE_ASSEMBLE_XID" val="60656f2e4054ed1e2fb80507"/>
  <p:tag name="KSO_WM_TEMPLATE_ASSEMBLE_GROUPID" val="60656f2e4054ed1e2fb80507"/>
  <p:tag name="WM_BEAUTIFY_ZORDER_FLAG_TAG" val="5"/>
</p:tagLst>
</file>

<file path=ppt/tags/tag21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3&quot;,&quot;maxSize&quot;:{&quot;size1&quot;:20},&quot;minSize&quot;:{&quot;size1&quot;:11.2},&quot;normalSize&quot;:{&quot;size1&quot;:11.2},&quot;subLayout&quot;:[{&quot;id&quot;:&quot;2023-06-28T09:59:53&quot;,&quot;margin&quot;:{&quot;bottom&quot;:0.025999998673796654,&quot;left&quot;:1.2699999809265137,&quot;right&quot;:1.2699999809265137,&quot;top&quot;:0.4230000376701355},&quot;type&quot;:0},{&quot;id&quot;:&quot;2023-06-28T09:59:5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 name="WM_BEAUTIFY_ZORDER_FLAG_TAG" val="5"/>
</p:tagLst>
</file>

<file path=ppt/tags/tag217.xml><?xml version="1.0" encoding="utf-8"?>
<p:tagLst xmlns:p="http://schemas.openxmlformats.org/presentationml/2006/main">
  <p:tag name="KSO_WM_UNIT_VALUE" val="550*2200"/>
  <p:tag name="KSO_WM_UNIT_HIGHLIGHT" val="0"/>
  <p:tag name="KSO_WM_UNIT_COMPATIBLE" val="0"/>
  <p:tag name="KSO_WM_UNIT_DIAGRAM_ISNUMVISUAL" val="0"/>
  <p:tag name="KSO_WM_UNIT_DIAGRAM_ISREFERUNIT" val="0"/>
  <p:tag name="KSO_WM_UNIT_TYPE" val="d"/>
  <p:tag name="KSO_WM_UNIT_INDEX" val="1"/>
  <p:tag name="KSO_WM_UNIT_ID" val="diagram20211962_1*d*1"/>
  <p:tag name="KSO_WM_TEMPLATE_CATEGORY" val="diagram"/>
  <p:tag name="KSO_WM_TEMPLATE_INDEX" val="20211962"/>
  <p:tag name="KSO_WM_UNIT_LAYERLEVEL" val="1"/>
  <p:tag name="KSO_WM_TAG_VERSION" val="1.0"/>
  <p:tag name="KSO_WM_BEAUTIFY_FLAG" val="#wm#"/>
  <p:tag name="KSO_WM_CHIP_GROUPID" val="5e7310da9a230a26b9e88a19"/>
  <p:tag name="KSO_WM_CHIP_XID" val="5e7310da9a230a26b9e88a1a"/>
  <p:tag name="KSO_WM_UNIT_DEC_AREA_ID" val="44fc6e434e764fcbbdfe7f74cfd6dc5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7b9c2d1c8d7d4e5793175106b3e48ec4"/>
  <p:tag name="KSO_WM_UNIT_PLACING_PICTURE" val="7b9c2d1c8d7d4e5793175106b3e48ec4"/>
  <p:tag name="KSO_WM_UNIT_SUPPORT_UNIT_TYPE" val="[&quot;d&quot;,&quot;α&quot;,&quot;β&quot;,&quot;θ&quot;]"/>
  <p:tag name="KSO_WM_TEMPLATE_ASSEMBLE_XID" val="60656f154054ed1e2fb8032d"/>
  <p:tag name="KSO_WM_TEMPLATE_ASSEMBLE_GROUPID" val="60656f154054ed1e2fb8032d"/>
  <p:tag name="WM_BEAUTIFY_ZORDER_FLAG_TAG" val="4"/>
  <p:tag name="KSO_WM_UNIT_PLACING_PICTURE_INFO" val="{&quot;code&quot;:&quot;&quot;,&quot;full_picture&quot;:false,&quot;scheme&quot;:&quot;&quot;,&quot;spacing&quot;:5}"/>
  <p:tag name="KSO_WM_UNIT_PLACING_PICTURE_COLLAGE_VIEWPORT" val="{&quot;height&quot;:446.3291338582676,&quot;width&quot;:1371.3683879631535}"/>
</p:tagLst>
</file>

<file path=ppt/tags/tag21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3&quot;,&quot;maxSize&quot;:{&quot;size1&quot;:20},&quot;minSize&quot;:{&quot;size1&quot;:11.2},&quot;normalSize&quot;:{&quot;size1&quot;:11.2},&quot;subLayout&quot;:[{&quot;id&quot;:&quot;2023-06-28T09:59:53&quot;,&quot;margin&quot;:{&quot;bottom&quot;:0.025999998673796654,&quot;left&quot;:1.2699999809265137,&quot;right&quot;:1.2699999809265137,&quot;top&quot;:0.4230000376701355},&quot;type&quot;:0},{&quot;id&quot;:&quot;2023-06-28T09:59:5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9_1*f*1"/>
  <p:tag name="KSO_WM_TEMPLATE_CATEGORY" val="diagram"/>
  <p:tag name="KSO_WM_TEMPLATE_INDEX" val="20212969"/>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5188a8fefcbf4cf69b621b178e80c34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60c5adc76f74d6b93bb1a8733754095"/>
  <p:tag name="KSO_WM_UNIT_TEXT_FILL_FORE_SCHEMECOLOR_INDEX_BRIGHTNESS" val="0.25"/>
  <p:tag name="KSO_WM_UNIT_TEXT_FILL_FORE_SCHEMECOLOR_INDEX" val="13"/>
  <p:tag name="KSO_WM_UNIT_TEXT_FILL_TYPE" val="1"/>
  <p:tag name="KSO_WM_TEMPLATE_ASSEMBLE_XID" val="6130c4e0c26b0a66a1c57d00"/>
  <p:tag name="KSO_WM_TEMPLATE_ASSEMBLE_GROUPID" val="6130c4e0c26b0a66a1c57d00"/>
  <p:tag name="WM_BEAUTIFY_ZORDER_FLAG_TAG" val="5"/>
</p:tagLst>
</file>

<file path=ppt/tags/tag224.xml><?xml version="1.0" encoding="utf-8"?>
<p:tagLst xmlns:p="http://schemas.openxmlformats.org/presentationml/2006/main">
  <p:tag name="KSO_WM_UNIT_VALUE" val="550*2200"/>
  <p:tag name="KSO_WM_UNIT_HIGHLIGHT" val="0"/>
  <p:tag name="KSO_WM_UNIT_COMPATIBLE" val="0"/>
  <p:tag name="KSO_WM_UNIT_DIAGRAM_ISNUMVISUAL" val="0"/>
  <p:tag name="KSO_WM_UNIT_DIAGRAM_ISREFERUNIT" val="0"/>
  <p:tag name="KSO_WM_UNIT_TYPE" val="d"/>
  <p:tag name="KSO_WM_UNIT_INDEX" val="1"/>
  <p:tag name="KSO_WM_UNIT_ID" val="diagram20211962_1*d*1"/>
  <p:tag name="KSO_WM_TEMPLATE_CATEGORY" val="diagram"/>
  <p:tag name="KSO_WM_TEMPLATE_INDEX" val="20211962"/>
  <p:tag name="KSO_WM_UNIT_LAYERLEVEL" val="1"/>
  <p:tag name="KSO_WM_TAG_VERSION" val="1.0"/>
  <p:tag name="KSO_WM_BEAUTIFY_FLAG" val="#wm#"/>
  <p:tag name="KSO_WM_CHIP_GROUPID" val="5e7310da9a230a26b9e88a19"/>
  <p:tag name="KSO_WM_CHIP_XID" val="5e7310da9a230a26b9e88a1a"/>
  <p:tag name="KSO_WM_UNIT_DEC_AREA_ID" val="44fc6e434e764fcbbdfe7f74cfd6dc5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7b9c2d1c8d7d4e5793175106b3e48ec4"/>
  <p:tag name="KSO_WM_UNIT_PLACING_PICTURE" val="7b9c2d1c8d7d4e5793175106b3e48ec4"/>
  <p:tag name="KSO_WM_UNIT_SUPPORT_UNIT_TYPE" val="[&quot;d&quot;,&quot;α&quot;,&quot;β&quot;,&quot;θ&quot;]"/>
  <p:tag name="KSO_WM_TEMPLATE_ASSEMBLE_XID" val="60656f154054ed1e2fb8032d"/>
  <p:tag name="KSO_WM_TEMPLATE_ASSEMBLE_GROUPID" val="60656f154054ed1e2fb8032d"/>
  <p:tag name="WM_BEAUTIFY_ZORDER_FLAG_TAG" val="4"/>
  <p:tag name="KSO_WM_UNIT_PLACING_PICTURE_INFO" val="{&quot;code&quot;:&quot;&quot;,&quot;full_picture&quot;:false,&quot;scheme&quot;:&quot;&quot;,&quot;spacing&quot;:5}"/>
  <p:tag name="KSO_WM_UNIT_PLACING_PICTURE_COLLAGE_VIEWPORT" val="{&quot;height&quot;:446.3291338582676,&quot;width&quot;:1371.3683879631535}"/>
</p:tagLst>
</file>

<file path=ppt/tags/tag22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3&quot;,&quot;maxSize&quot;:{&quot;size1&quot;:20},&quot;minSize&quot;:{&quot;size1&quot;:11.2},&quot;normalSize&quot;:{&quot;size1&quot;:11.2},&quot;subLayout&quot;:[{&quot;id&quot;:&quot;2023-06-28T09:59:53&quot;,&quot;margin&quot;:{&quot;bottom&quot;:0.025999998673796654,&quot;left&quot;:1.2699999809265137,&quot;right&quot;:1.2699999809265137,&quot;top&quot;:0.4230000376701355},&quot;type&quot;:0},{&quot;id&quot;:&quot;2023-06-28T09:59:5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394_1*f*1"/>
  <p:tag name="KSO_WM_TEMPLATE_CATEGORY" val="diagram"/>
  <p:tag name="KSO_WM_TEMPLATE_INDEX" val="20211394"/>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 name="WM_BEAUTIFY_ZORDER_FLAG_TAG" val="3"/>
</p:tagLst>
</file>

<file path=ppt/tags/tag231.xml><?xml version="1.0" encoding="utf-8"?>
<p:tagLst xmlns:p="http://schemas.openxmlformats.org/presentationml/2006/main">
  <p:tag name="KSO_WM_UNIT_VALUE" val="1269*3046"/>
  <p:tag name="KSO_WM_UNIT_HIGHLIGHT" val="0"/>
  <p:tag name="KSO_WM_UNIT_COMPATIBLE" val="0"/>
  <p:tag name="KSO_WM_UNIT_DIAGRAM_ISNUMVISUAL" val="0"/>
  <p:tag name="KSO_WM_UNIT_DIAGRAM_ISREFERUNIT" val="0"/>
  <p:tag name="KSO_WM_UNIT_TYPE" val="d"/>
  <p:tag name="KSO_WM_UNIT_INDEX" val="1"/>
  <p:tag name="KSO_WM_UNIT_ID" val="diagram20211394_1*d*1"/>
  <p:tag name="KSO_WM_TEMPLATE_CATEGORY" val="diagram"/>
  <p:tag name="KSO_WM_TEMPLATE_INDEX" val="20211394"/>
  <p:tag name="KSO_WM_UNIT_LAYERLEVEL" val="1"/>
  <p:tag name="KSO_WM_TAG_VERSION" val="1.0"/>
  <p:tag name="KSO_WM_BEAUTIFY_FLAG" val="#wm#"/>
  <p:tag name="KSO_WM_CHIP_GROUPID" val="5e7310da9a230a26b9e88a19"/>
  <p:tag name="KSO_WM_CHIP_XID" val="5e7310da9a230a26b9e88a1a"/>
  <p:tag name="KSO_WM_UNIT_DEC_AREA_ID" val="575a2f12343b48a78842bc980fa141d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9a4be90c0df43438be309d1bf750751"/>
  <p:tag name="KSO_WM_UNIT_PLACING_PICTURE" val="d9a4be90c0df43438be309d1bf750751"/>
  <p:tag name="KSO_WM_UNIT_SUPPORT_UNIT_TYPE" val="[&quot;l&quot;,&quot;m&quot;,&quot;n&quot;,&quot;o&quot;,&quot;p&quot;,&quot;q&quot;,&quot;r&quot;,&quot;δ&quot;,&quot;ε&quot;,&quot;ζ&quot;,&quot;η&quot;,&quot;d&quot;,&quot;α&quot;,&quot;β&quot;,&quot;θ&quot;]"/>
  <p:tag name="KSO_WM_TEMPLATE_ASSEMBLE_XID" val="60656efa4054ed1e2fb801a3"/>
  <p:tag name="KSO_WM_TEMPLATE_ASSEMBLE_GROUPID" val="60656efa4054ed1e2fb801a3"/>
  <p:tag name="WM_BEAUTIFY_ZORDER_FLAG_TAG" val="4"/>
  <p:tag name="KSO_WM_UNIT_PLACING_PICTURE_INFO" val="{&quot;code&quot;:&quot;&quot;,&quot;full_picture&quot;:false,&quot;scheme&quot;:&quot;&quot;,&quot;spacing&quot;:5}"/>
  <p:tag name="KSO_WM_UNIT_PLACING_PICTURE_COLLAGE_VIEWPORT" val="{&quot;height&quot;:5568,&quot;width&quot;:8913.882352941177}"/>
</p:tagLst>
</file>

<file path=ppt/tags/tag23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4&quot;,&quot;maxSize&quot;:{&quot;size1&quot;:20},&quot;minSize&quot;:{&quot;size1&quot;:11.2},&quot;normalSize&quot;:{&quot;size1&quot;:11.2},&quot;subLayout&quot;:[{&quot;id&quot;:&quot;2023-06-28T09:59:54&quot;,&quot;margin&quot;:{&quot;bottom&quot;:0.025999998673796654,&quot;left&quot;:1.2699999809265137,&quot;right&quot;:1.2699999809265137,&quot;top&quot;:0.4230000376701355},&quot;type&quot;:0},{&quot;id&quot;:&quot;2023-06-28T09:59:5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3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4&quot;,&quot;maxSize&quot;:{&quot;size1&quot;:20},&quot;minSize&quot;:{&quot;size1&quot;:11.2},&quot;normalSize&quot;:{&quot;size1&quot;:11.2},&quot;subLayout&quot;:[{&quot;id&quot;:&quot;2023-06-28T09:59:54&quot;,&quot;margin&quot;:{&quot;bottom&quot;:0.025999998673796654,&quot;left&quot;:1.2699999809265137,&quot;right&quot;:1.2699999809265137,&quot;top&quot;:0.4230000376701355},&quot;type&quot;:0},{&quot;id&quot;:&quot;2023-06-28T09:59:5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4&quot;,&quot;maxSize&quot;:{&quot;size1&quot;:31.1},&quot;minSize&quot;:{&quot;size1&quot;:17.8},&quot;normalSize&quot;:{&quot;size1&quot;:17.8},&quot;subLayout&quot;:[{&quot;id&quot;:&quot;2023-06-28T09:59:54&quot;,&quot;maxSize&quot;:{&quot;size1&quot;:100},&quot;minSize&quot;:{&quot;size1&quot;:61.7},&quot;normalSize&quot;:{&quot;size1&quot;:61.7},&quot;subLayout&quot;:[{&quot;id&quot;:&quot;2023-06-28T09:59:54&quot;,&quot;margin&quot;:{&quot;bottom&quot;:0,&quot;left&quot;:1.2699999809265137,&quot;right&quot;:1.2699999809265137,&quot;top&quot;:0.4230000376701355},&quot;type&quot;:0},{&quot;id&quot;:&quot;2023-06-28T09:59:54&quot;,&quot;margin&quot;:{&quot;bottom&quot;:0.025999998673796654,&quot;left&quot;:1.2699999809265137,&quot;right&quot;:1.2699999809265137,&quot;top&quot;:0.025999998673796654},&quot;type&quot;:0}],&quot;type&quot;:0},{&quot;id&quot;:&quot;2023-06-28T09:59:54&quot;,&quot;margin&quot;:{&quot;bottom&quot;:0.847000002861023,&quot;left&quot;:1.2699999809265137,&quot;right&quot;:1.2699999809265137,&quot;top&quot;:1.2699999809265137},&quot;type&quot;:0}],&quot;type&quot;:0}"/>
  <p:tag name="KSO_WM_SLIDE_BACKGROUND_TYPE" val="general"/>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5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4&quot;,&quot;maxSize&quot;:{&quot;size1&quot;:31.1},&quot;minSize&quot;:{&quot;size1&quot;:17.8},&quot;normalSize&quot;:{&quot;size1&quot;:17.8},&quot;subLayout&quot;:[{&quot;id&quot;:&quot;2023-06-28T09:59:54&quot;,&quot;maxSize&quot;:{&quot;size1&quot;:100},&quot;minSize&quot;:{&quot;size1&quot;:61.7},&quot;normalSize&quot;:{&quot;size1&quot;:61.7},&quot;subLayout&quot;:[{&quot;id&quot;:&quot;2023-06-28T09:59:54&quot;,&quot;margin&quot;:{&quot;bottom&quot;:0,&quot;left&quot;:1.2699999809265137,&quot;right&quot;:1.2699999809265137,&quot;top&quot;:0.4230000376701355},&quot;type&quot;:0},{&quot;id&quot;:&quot;2023-06-28T09:59:54&quot;,&quot;margin&quot;:{&quot;bottom&quot;:0.025999998673796654,&quot;left&quot;:1.2699999809265137,&quot;right&quot;:1.2699999809265137,&quot;top&quot;:0.025999998673796654},&quot;type&quot;:0}],&quot;type&quot;:0},{&quot;id&quot;:&quot;2023-06-28T09:59:54&quot;,&quot;margin&quot;:{&quot;bottom&quot;:0.847000002861023,&quot;left&quot;:1.2699999809265137,&quot;right&quot;:1.2699999809265137,&quot;top&quot;:1.2699999809265137},&quot;type&quot;:0}],&quot;type&quot;:0}"/>
  <p:tag name="KSO_WM_SLIDE_BACKGROUND_TYPE" val="general"/>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4&quot;,&quot;maxSize&quot;:{&quot;size1&quot;:31.1},&quot;minSize&quot;:{&quot;size1&quot;:17.8},&quot;normalSize&quot;:{&quot;size1&quot;:17.8},&quot;subLayout&quot;:[{&quot;id&quot;:&quot;2023-06-28T09:59:54&quot;,&quot;maxSize&quot;:{&quot;size1&quot;:100},&quot;minSize&quot;:{&quot;size1&quot;:61.7},&quot;normalSize&quot;:{&quot;size1&quot;:61.7},&quot;subLayout&quot;:[{&quot;id&quot;:&quot;2023-06-28T09:59:54&quot;,&quot;margin&quot;:{&quot;bottom&quot;:0,&quot;left&quot;:1.2699999809265137,&quot;right&quot;:1.2699999809265137,&quot;top&quot;:0.4230000376701355},&quot;type&quot;:0},{&quot;id&quot;:&quot;2023-06-28T09:59:54&quot;,&quot;margin&quot;:{&quot;bottom&quot;:0.025999998673796654,&quot;left&quot;:1.2699999809265137,&quot;right&quot;:1.2699999809265137,&quot;top&quot;:0.025999998673796654},&quot;type&quot;:0}],&quot;type&quot;:0},{&quot;id&quot;:&quot;2023-06-28T09:59:54&quot;,&quot;margin&quot;:{&quot;bottom&quot;:0.847000002861023,&quot;left&quot;:1.2699999809265137,&quot;right&quot;:1.2699999809265137,&quot;top&quot;:1.2699999809265137},&quot;type&quot;:0}],&quot;type&quot;:0}"/>
  <p:tag name="KSO_WM_SLIDE_BACKGROUND_TYPE" val="general"/>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6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6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09:59:54&quot;,&quot;maxSize&quot;:{&quot;size1&quot;:20},&quot;minSize&quot;:{&quot;size1&quot;:11.2},&quot;normalSize&quot;:{&quot;size1&quot;:11.2},&quot;subLayout&quot;:[{&quot;id&quot;:&quot;2023-06-28T09:59:54&quot;,&quot;margin&quot;:{&quot;bottom&quot;:0.025999998673796654,&quot;left&quot;:1.2699999809265137,&quot;right&quot;:1.2699999809265137,&quot;top&quot;:0.4230000376701355},&quot;type&quot;:0},{&quot;id&quot;:&quot;2023-06-28T09:59:5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7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7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7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7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4&quot;,&quot;maxSize&quot;:{&quot;size1&quot;:31.1},&quot;minSize&quot;:{&quot;size1&quot;:17.8},&quot;normalSize&quot;:{&quot;size1&quot;:17.8},&quot;subLayout&quot;:[{&quot;id&quot;:&quot;2023-06-28T09:59:54&quot;,&quot;maxSize&quot;:{&quot;size1&quot;:100},&quot;minSize&quot;:{&quot;size1&quot;:61.7},&quot;normalSize&quot;:{&quot;size1&quot;:61.7},&quot;subLayout&quot;:[{&quot;id&quot;:&quot;2023-06-28T09:59:54&quot;,&quot;margin&quot;:{&quot;bottom&quot;:0,&quot;left&quot;:1.2699999809265137,&quot;right&quot;:1.2699999809265137,&quot;top&quot;:0.4230000376701355},&quot;type&quot;:0},{&quot;id&quot;:&quot;2023-06-28T09:59:54&quot;,&quot;margin&quot;:{&quot;bottom&quot;:0.025999998673796654,&quot;left&quot;:1.2699999809265137,&quot;right&quot;:1.2699999809265137,&quot;top&quot;:0.025999998673796654},&quot;type&quot;:0}],&quot;type&quot;:0},{&quot;id&quot;:&quot;2023-06-28T09:59:54&quot;,&quot;margin&quot;:{&quot;bottom&quot;:0.847000002861023,&quot;left&quot;:1.2699999809265137,&quot;right&quot;:1.2699999809265137,&quot;top&quot;:1.2699999809265137},&quot;type&quot;:0}],&quot;type&quot;:0}"/>
  <p:tag name="KSO_WM_SLIDE_BACKGROUND_TYPE" val="general"/>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8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4&quot;,&quot;maxSize&quot;:{&quot;size1&quot;:31.1},&quot;minSize&quot;:{&quot;size1&quot;:17.8},&quot;normalSize&quot;:{&quot;size1&quot;:17.8},&quot;subLayout&quot;:[{&quot;id&quot;:&quot;2023-06-28T09:59:54&quot;,&quot;maxSize&quot;:{&quot;size1&quot;:100},&quot;minSize&quot;:{&quot;size1&quot;:61.7},&quot;normalSize&quot;:{&quot;size1&quot;:61.7},&quot;subLayout&quot;:[{&quot;id&quot;:&quot;2023-06-28T09:59:54&quot;,&quot;margin&quot;:{&quot;bottom&quot;:0,&quot;left&quot;:1.2699999809265137,&quot;right&quot;:1.2699999809265137,&quot;top&quot;:0.4230000376701355},&quot;type&quot;:0},{&quot;id&quot;:&quot;2023-06-28T09:59:54&quot;,&quot;margin&quot;:{&quot;bottom&quot;:0.025999998673796654,&quot;left&quot;:1.2699999809265137,&quot;right&quot;:1.2699999809265137,&quot;top&quot;:0.025999998673796654},&quot;type&quot;:0}],&quot;type&quot;:0},{&quot;id&quot;:&quot;2023-06-28T09:59:54&quot;,&quot;margin&quot;:{&quot;bottom&quot;:0.847000002861023,&quot;left&quot;:1.2699999809265137,&quot;right&quot;:1.2699999809265137,&quot;top&quot;:1.2699999809265137},&quot;type&quot;:0}],&quot;type&quot;:0}"/>
  <p:tag name="KSO_WM_SLIDE_BACKGROUND_TYPE" val="general"/>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9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4&quot;,&quot;maxSize&quot;:{&quot;size1&quot;:31.1},&quot;minSize&quot;:{&quot;size1&quot;:17.8},&quot;normalSize&quot;:{&quot;size1&quot;:17.8},&quot;subLayout&quot;:[{&quot;id&quot;:&quot;2023-06-28T09:59:54&quot;,&quot;maxSize&quot;:{&quot;size1&quot;:100},&quot;minSize&quot;:{&quot;size1&quot;:61.7},&quot;normalSize&quot;:{&quot;size1&quot;:61.7},&quot;subLayout&quot;:[{&quot;id&quot;:&quot;2023-06-28T09:59:54&quot;,&quot;margin&quot;:{&quot;bottom&quot;:0,&quot;left&quot;:1.2699999809265137,&quot;right&quot;:1.2699999809265137,&quot;top&quot;:0.4230000376701355},&quot;type&quot;:0},{&quot;id&quot;:&quot;2023-06-28T09:59:54&quot;,&quot;margin&quot;:{&quot;bottom&quot;:0.025999998673796654,&quot;left&quot;:1.2699999809265137,&quot;right&quot;:1.2699999809265137,&quot;top&quot;:0.025999998673796654},&quot;type&quot;:0}],&quot;type&quot;:0},{&quot;id&quot;:&quot;2023-06-28T09:59:54&quot;,&quot;margin&quot;:{&quot;bottom&quot;:0.847000002861023,&quot;left&quot;:1.2699999809265137,&quot;right&quot;:1.2699999809265137,&quot;top&quot;:1.2699999809265137},&quot;type&quot;:0}],&quot;type&quot;:0}"/>
  <p:tag name="KSO_WM_SLIDE_BACKGROUND_TYPE" val="general"/>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5&quot;,&quot;maxSize&quot;:{&quot;size1&quot;:31.1},&quot;minSize&quot;:{&quot;size1&quot;:17.8},&quot;normalSize&quot;:{&quot;size1&quot;:17.8},&quot;subLayout&quot;:[{&quot;id&quot;:&quot;2023-06-28T09:59:55&quot;,&quot;maxSize&quot;:{&quot;size1&quot;:100},&quot;minSize&quot;:{&quot;size1&quot;:61.7},&quot;normalSize&quot;:{&quot;size1&quot;:61.7},&quot;subLayout&quot;:[{&quot;id&quot;:&quot;2023-06-28T09:59:55&quot;,&quot;margin&quot;:{&quot;bottom&quot;:0,&quot;left&quot;:1.2699999809265137,&quot;right&quot;:1.2699999809265137,&quot;top&quot;:0.4230000376701355},&quot;type&quot;:0},{&quot;id&quot;:&quot;2023-06-28T09:59:55&quot;,&quot;margin&quot;:{&quot;bottom&quot;:0.025999998673796654,&quot;left&quot;:1.2699999809265137,&quot;right&quot;:1.2699999809265137,&quot;top&quot;:0.025999998673796654},&quot;type&quot;:0}],&quot;type&quot;:0},{&quot;id&quot;:&quot;2023-06-28T09:59:55&quot;,&quot;margin&quot;:{&quot;bottom&quot;:0.847000002861023,&quot;left&quot;:1.2699999809265137,&quot;right&quot;:1.2699999809265137,&quot;top&quot;:1.2699999809265137},&quot;type&quot;:0}],&quot;type&quot;:0}"/>
  <p:tag name="KSO_WM_SLIDE_BACKGROUND_TYPE" val="general"/>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5&quot;,&quot;maxSize&quot;:{&quot;size1&quot;:31.1},&quot;minSize&quot;:{&quot;size1&quot;:17.8},&quot;normalSize&quot;:{&quot;size1&quot;:17.8},&quot;subLayout&quot;:[{&quot;id&quot;:&quot;2023-06-28T09:59:55&quot;,&quot;maxSize&quot;:{&quot;size1&quot;:100},&quot;minSize&quot;:{&quot;size1&quot;:61.7},&quot;normalSize&quot;:{&quot;size1&quot;:61.7},&quot;subLayout&quot;:[{&quot;id&quot;:&quot;2023-06-28T09:59:55&quot;,&quot;margin&quot;:{&quot;bottom&quot;:0,&quot;left&quot;:1.2699999809265137,&quot;right&quot;:1.2699999809265137,&quot;top&quot;:0.4230000376701355},&quot;type&quot;:0},{&quot;id&quot;:&quot;2023-06-28T09:59:55&quot;,&quot;margin&quot;:{&quot;bottom&quot;:0.025999998673796654,&quot;left&quot;:1.2699999809265137,&quot;right&quot;:1.2699999809265137,&quot;top&quot;:0.025999998673796654},&quot;type&quot;:0}],&quot;type&quot;:0},{&quot;id&quot;:&quot;2023-06-28T09:59:55&quot;,&quot;margin&quot;:{&quot;bottom&quot;:0.847000002861023,&quot;left&quot;:1.2699999809265137,&quot;right&quot;:1.2699999809265137,&quot;top&quot;:1.2699999809265137},&quot;type&quot;:0}],&quot;type&quot;:0}"/>
  <p:tag name="KSO_WM_SLIDE_BACKGROUND_TYPE" val="general"/>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1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5&quot;,&quot;maxSize&quot;:{&quot;size1&quot;:31.1},&quot;minSize&quot;:{&quot;size1&quot;:17.8},&quot;normalSize&quot;:{&quot;size1&quot;:17.8},&quot;subLayout&quot;:[{&quot;id&quot;:&quot;2023-06-28T09:59:55&quot;,&quot;maxSize&quot;:{&quot;size1&quot;:100},&quot;minSize&quot;:{&quot;size1&quot;:61.7},&quot;normalSize&quot;:{&quot;size1&quot;:61.7},&quot;subLayout&quot;:[{&quot;id&quot;:&quot;2023-06-28T09:59:55&quot;,&quot;margin&quot;:{&quot;bottom&quot;:0,&quot;left&quot;:1.2699999809265137,&quot;right&quot;:1.2699999809265137,&quot;top&quot;:0.4230000376701355},&quot;type&quot;:0},{&quot;id&quot;:&quot;2023-06-28T09:59:55&quot;,&quot;margin&quot;:{&quot;bottom&quot;:0.025999998673796654,&quot;left&quot;:1.2699999809265137,&quot;right&quot;:1.2699999809265137,&quot;top&quot;:0.025999998673796654},&quot;type&quot;:0}],&quot;type&quot;:0},{&quot;id&quot;:&quot;2023-06-28T09:59:55&quot;,&quot;margin&quot;:{&quot;bottom&quot;:0.847000002861023,&quot;left&quot;:1.2699999809265137,&quot;right&quot;:1.2699999809265137,&quot;top&quot;:1.2699999809265137},&quot;type&quot;:0}],&quot;type&quot;:0}"/>
  <p:tag name="KSO_WM_SLIDE_BACKGROUND_TYPE" val="general"/>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5&quot;,&quot;maxSize&quot;:{&quot;size1&quot;:31.1},&quot;minSize&quot;:{&quot;size1&quot;:17.8},&quot;normalSize&quot;:{&quot;size1&quot;:17.8},&quot;subLayout&quot;:[{&quot;id&quot;:&quot;2023-06-28T09:59:55&quot;,&quot;maxSize&quot;:{&quot;size1&quot;:100},&quot;minSize&quot;:{&quot;size1&quot;:61.7},&quot;normalSize&quot;:{&quot;size1&quot;:61.7},&quot;subLayout&quot;:[{&quot;id&quot;:&quot;2023-06-28T09:59:55&quot;,&quot;margin&quot;:{&quot;bottom&quot;:0,&quot;left&quot;:1.2699999809265137,&quot;right&quot;:1.2699999809265137,&quot;top&quot;:0.4230000376701355},&quot;type&quot;:0},{&quot;id&quot;:&quot;2023-06-28T09:59:55&quot;,&quot;margin&quot;:{&quot;bottom&quot;:0.025999998673796654,&quot;left&quot;:1.2699999809265137,&quot;right&quot;:1.2699999809265137,&quot;top&quot;:0.025999998673796654},&quot;type&quot;:0}],&quot;type&quot;:0},{&quot;id&quot;:&quot;2023-06-28T09:59:55&quot;,&quot;margin&quot;:{&quot;bottom&quot;:0.847000002861023,&quot;left&quot;:1.2699999809265137,&quot;right&quot;:1.2699999809265137,&quot;top&quot;:1.2699999809265137},&quot;type&quot;:0}],&quot;type&quot;:0}"/>
  <p:tag name="KSO_WM_SLIDE_BACKGROUND_TYPE" val="general"/>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5&quot;,&quot;maxSize&quot;:{&quot;size1&quot;:31.1},&quot;minSize&quot;:{&quot;size1&quot;:17.8},&quot;normalSize&quot;:{&quot;size1&quot;:17.8},&quot;subLayout&quot;:[{&quot;id&quot;:&quot;2023-06-28T09:59:55&quot;,&quot;maxSize&quot;:{&quot;size1&quot;:100},&quot;minSize&quot;:{&quot;size1&quot;:61.7},&quot;normalSize&quot;:{&quot;size1&quot;:61.7},&quot;subLayout&quot;:[{&quot;id&quot;:&quot;2023-06-28T09:59:55&quot;,&quot;margin&quot;:{&quot;bottom&quot;:0,&quot;left&quot;:1.2699999809265137,&quot;right&quot;:1.2699999809265137,&quot;top&quot;:0.4230000376701355},&quot;type&quot;:0},{&quot;id&quot;:&quot;2023-06-28T09:59:55&quot;,&quot;margin&quot;:{&quot;bottom&quot;:0.025999998673796654,&quot;left&quot;:1.2699999809265137,&quot;right&quot;:1.2699999809265137,&quot;top&quot;:0.025999998673796654},&quot;type&quot;:0}],&quot;type&quot;:0},{&quot;id&quot;:&quot;2023-06-28T09:59:55&quot;,&quot;margin&quot;:{&quot;bottom&quot;:0.847000002861023,&quot;left&quot;:1.2699999809265137,&quot;right&quot;:1.2699999809265137,&quot;top&quot;:1.2699999809265137},&quot;type&quot;:0}],&quot;type&quot;:0}"/>
  <p:tag name="KSO_WM_SLIDE_BACKGROUND_TYPE" val="general"/>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34.xml><?xml version="1.0" encoding="utf-8"?>
<p:tagLst xmlns:p="http://schemas.openxmlformats.org/presentationml/2006/main">
  <p:tag name="KSO_WM_UNIT_VALUE" val="1396*2030"/>
  <p:tag name="KSO_WM_UNIT_HIGHLIGHT" val="0"/>
  <p:tag name="KSO_WM_UNIT_COMPATIBLE" val="1"/>
  <p:tag name="KSO_WM_UNIT_DIAGRAM_ISNUMVISUAL" val="0"/>
  <p:tag name="KSO_WM_UNIT_DIAGRAM_ISREFERUNIT" val="0"/>
  <p:tag name="KSO_WM_UNIT_TYPE" val="d"/>
  <p:tag name="KSO_WM_UNIT_INDEX" val="1"/>
  <p:tag name="KSO_WM_UNIT_ID" val="diagram20212425_1*d*1"/>
  <p:tag name="KSO_WM_TEMPLATE_CATEGORY" val="diagram"/>
  <p:tag name="KSO_WM_TEMPLATE_INDEX" val="20212425"/>
  <p:tag name="KSO_WM_UNIT_LAYERLEVEL" val="1"/>
  <p:tag name="KSO_WM_TAG_VERSION" val="1.0"/>
  <p:tag name="KSO_WM_BEAUTIFY_FLAG" val="#wm#"/>
  <p:tag name="KSO_WM_CHIP_GROUPID" val="5e7310da9a230a26b9e88a19"/>
  <p:tag name="KSO_WM_CHIP_XID" val="5e7310da9a230a26b9e88a1a"/>
  <p:tag name="KSO_WM_UNIT_DEC_AREA_ID" val="340bee9351c4465ba4a8fce5758eecf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1"/>
  <p:tag name="KSO_WM_CHIP_FILLAREA_FILL_RULE" val="{&quot;fill_align&quot;:&quot;cm&quot;,&quot;fill_mode&quot;:&quot;full&quot;,&quot;sacle_strategy&quot;:&quot;smart&quot;}"/>
  <p:tag name="KSO_WM_ASSEMBLE_CHIP_INDEX" val="012f4e72739f42be9836acbed7fb9265"/>
  <p:tag name="KSO_WM_UNIT_PLACING_PICTURE" val="012f4e72739f42be9836acbed7fb9265"/>
  <p:tag name="KSO_WM_TEMPLATE_ASSEMBLE_XID" val="60656f444054ed1e2fb80698"/>
  <p:tag name="KSO_WM_TEMPLATE_ASSEMBLE_GROUPID" val="60656f444054ed1e2fb80698"/>
  <p:tag name="WM_BEAUTIFY_ZORDER_FLAG_TAG" val="4"/>
</p:tagLst>
</file>

<file path=ppt/tags/tag335.xml><?xml version="1.0" encoding="utf-8"?>
<p:tagLst xmlns:p="http://schemas.openxmlformats.org/presentationml/2006/main">
  <p:tag name="KSO_WM_UNIT_BLOCK" val="0"/>
  <p:tag name="KSO_WM_UNIT_DEC_AREA_ID" val="043bafd8d448469aa39d124e0fa06edc"/>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2425_1*i*2"/>
  <p:tag name="KSO_WM_TEMPLATE_CATEGORY" val="diagram"/>
  <p:tag name="KSO_WM_TEMPLATE_INDEX" val="20212425"/>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22a7a4dda340fd2c9b58ef"/>
  <p:tag name="KSO_WM_CHIP_XID" val="5f22a7a4dda340fd2c9b58f0"/>
  <p:tag name="KSO_WM_UNIT_LINE_FORE_SCHEMECOLOR_INDEX_BRIGHTNESS" val="0"/>
  <p:tag name="KSO_WM_UNIT_LINE_FORE_SCHEMECOLOR_INDEX" val="5"/>
  <p:tag name="KSO_WM_UNIT_LINE_FILL_TYPE" val="2"/>
  <p:tag name="KSO_WM_TEMPLATE_ASSEMBLE_XID" val="60656f444054ed1e2fb80698"/>
  <p:tag name="KSO_WM_TEMPLATE_ASSEMBLE_GROUPID" val="60656f444054ed1e2fb80698"/>
  <p:tag name="WM_BEAUTIFY_ZORDER_FLAG_TAG" val="6"/>
</p:tagLst>
</file>

<file path=ppt/tags/tag336.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425_1*f*1"/>
  <p:tag name="KSO_WM_TEMPLATE_CATEGORY" val="diagram"/>
  <p:tag name="KSO_WM_TEMPLATE_INDEX" val="20212425"/>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aa5d4fde96204ae7b3c177b368bb9c4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6a5ace680e5944c7ac7153acdf87aaa7"/>
  <p:tag name="KSO_WM_UNIT_SUPPORT_BIG_FONT" val="1"/>
  <p:tag name="KSO_WM_UNIT_TEXT_FILL_FORE_SCHEMECOLOR_INDEX_BRIGHTNESS" val="0.25"/>
  <p:tag name="KSO_WM_UNIT_TEXT_FILL_FORE_SCHEMECOLOR_INDEX" val="13"/>
  <p:tag name="KSO_WM_UNIT_TEXT_FILL_TYPE" val="1"/>
  <p:tag name="KSO_WM_TEMPLATE_ASSEMBLE_XID" val="60656f444054ed1e2fb80698"/>
  <p:tag name="KSO_WM_TEMPLATE_ASSEMBLE_GROUPID" val="60656f444054ed1e2fb80698"/>
  <p:tag name="WM_BEAUTIFY_ZORDER_FLAG_TAG" val="7"/>
</p:tagLst>
</file>

<file path=ppt/tags/tag3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5&quot;,&quot;maxSize&quot;:{&quot;size1&quot;:31.1},&quot;minSize&quot;:{&quot;size1&quot;:17.8},&quot;normalSize&quot;:{&quot;size1&quot;:17.8},&quot;subLayout&quot;:[{&quot;id&quot;:&quot;2023-06-28T09:59:55&quot;,&quot;maxSize&quot;:{&quot;size1&quot;:100},&quot;minSize&quot;:{&quot;size1&quot;:61.7},&quot;normalSize&quot;:{&quot;size1&quot;:61.7},&quot;subLayout&quot;:[{&quot;id&quot;:&quot;2023-06-28T09:59:55&quot;,&quot;margin&quot;:{&quot;bottom&quot;:0,&quot;left&quot;:1.2699999809265137,&quot;right&quot;:1.2699999809265137,&quot;top&quot;:0.4230000376701355},&quot;type&quot;:0},{&quot;id&quot;:&quot;2023-06-28T09:59:55&quot;,&quot;margin&quot;:{&quot;bottom&quot;:0.025999998673796654,&quot;left&quot;:1.2699999809265137,&quot;right&quot;:1.2699999809265137,&quot;top&quot;:0.025999998673796654},&quot;type&quot;:0}],&quot;type&quot;:0},{&quot;id&quot;:&quot;2023-06-28T09:59:55&quot;,&quot;margin&quot;:{&quot;bottom&quot;:0.847000002861023,&quot;left&quot;:1.2699999809265137,&quot;right&quot;:1.2699999809265137,&quot;top&quot;:1.2699999809265137},&quot;type&quot;:0}],&quot;type&quot;:0}"/>
  <p:tag name="KSO_WM_SLIDE_BACKGROUND_TYPE" val="general"/>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43.xml><?xml version="1.0" encoding="utf-8"?>
<p:tagLst xmlns:p="http://schemas.openxmlformats.org/presentationml/2006/main">
  <p:tag name="KSO_WM_UNIT_VALUE" val="1904*2115"/>
  <p:tag name="KSO_WM_UNIT_HIGHLIGHT" val="0"/>
  <p:tag name="KSO_WM_UNIT_COMPATIBLE" val="1"/>
  <p:tag name="KSO_WM_UNIT_DIAGRAM_ISNUMVISUAL" val="0"/>
  <p:tag name="KSO_WM_UNIT_DIAGRAM_ISREFERUNIT" val="0"/>
  <p:tag name="KSO_WM_UNIT_TYPE" val="d"/>
  <p:tag name="KSO_WM_UNIT_INDEX" val="1"/>
  <p:tag name="KSO_WM_UNIT_ID" val="diagram20210856_1*d*1"/>
  <p:tag name="KSO_WM_TEMPLATE_CATEGORY" val="diagram"/>
  <p:tag name="KSO_WM_TEMPLATE_INDEX" val="20210856"/>
  <p:tag name="KSO_WM_UNIT_LAYERLEVEL" val="1"/>
  <p:tag name="KSO_WM_TAG_VERSION" val="1.0"/>
  <p:tag name="KSO_WM_BEAUTIFY_FLAG" val="#wm#"/>
  <p:tag name="KSO_WM_CHIP_GROUPID" val="5e7310da9a230a26b9e88a19"/>
  <p:tag name="KSO_WM_CHIP_XID" val="5e7310da9a230a26b9e88a1a"/>
  <p:tag name="KSO_WM_UNIT_DEC_AREA_ID" val="2f2f1071c88845dab12dcd4402c69aab"/>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5bf607024c4172860c5b241dae7768"/>
  <p:tag name="KSO_WM_UNIT_PLACING_PICTURE" val="995bf607024c4172860c5b241dae7768"/>
  <p:tag name="KSO_WM_TEMPLATE_ASSEMBLE_XID" val="6130c4e08b5cc6c91112a56b"/>
  <p:tag name="KSO_WM_TEMPLATE_ASSEMBLE_GROUPID" val="6130c4e08b5cc6c91112a56b"/>
  <p:tag name="WM_BEAUTIFY_ZORDER_FLAG_TAG" val="5"/>
</p:tagLst>
</file>

<file path=ppt/tags/tag3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0856_1*f*1"/>
  <p:tag name="KSO_WM_TEMPLATE_CATEGORY" val="diagram"/>
  <p:tag name="KSO_WM_TEMPLATE_INDEX" val="20210856"/>
  <p:tag name="KSO_WM_UNIT_LAYERLEVEL" val="1"/>
  <p:tag name="KSO_WM_TAG_VERSION" val="1.0"/>
  <p:tag name="KSO_WM_BEAUTIFY_FLAG" val="#wm#"/>
  <p:tag name="KSO_WM_UNIT_DEFAULT_FONT" val="14;20;2"/>
  <p:tag name="KSO_WM_UNIT_BLOCK" val="0"/>
  <p:tag name="KSO_WM_UNIT_VALUE" val="91"/>
  <p:tag name="KSO_WM_UNIT_SHOW_EDIT_AREA_INDICATION" val="1"/>
  <p:tag name="KSO_WM_CHIP_GROUPID" val="5e6b05596848fb12bee65ac8"/>
  <p:tag name="KSO_WM_CHIP_XID" val="5e6b05596848fb12bee65aca"/>
  <p:tag name="KSO_WM_UNIT_DEC_AREA_ID" val="d887781d562a400288dd7084926b567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0132f91d220f4e668e51bf54e00cfb97"/>
  <p:tag name="KSO_WM_UNIT_TEXT_FILL_FORE_SCHEMECOLOR_INDEX_BRIGHTNESS" val="0.25"/>
  <p:tag name="KSO_WM_UNIT_TEXT_FILL_FORE_SCHEMECOLOR_INDEX" val="13"/>
  <p:tag name="KSO_WM_UNIT_TEXT_FILL_TYPE" val="1"/>
  <p:tag name="KSO_WM_TEMPLATE_ASSEMBLE_XID" val="6130c4e08b5cc6c91112a56b"/>
  <p:tag name="KSO_WM_TEMPLATE_ASSEMBLE_GROUPID" val="6130c4e08b5cc6c91112a56b"/>
  <p:tag name="WM_BEAUTIFY_ZORDER_FLAG_TAG" val="6"/>
</p:tagLst>
</file>

<file path=ppt/tags/tag34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5&quot;,&quot;maxSize&quot;:{&quot;size1&quot;:31.1},&quot;minSize&quot;:{&quot;size1&quot;:17.8},&quot;normalSize&quot;:{&quot;size1&quot;:17.8},&quot;subLayout&quot;:[{&quot;id&quot;:&quot;2023-06-28T09:59:55&quot;,&quot;maxSize&quot;:{&quot;size1&quot;:100},&quot;minSize&quot;:{&quot;size1&quot;:61.7},&quot;normalSize&quot;:{&quot;size1&quot;:61.7},&quot;subLayout&quot;:[{&quot;id&quot;:&quot;2023-06-28T09:59:55&quot;,&quot;margin&quot;:{&quot;bottom&quot;:0,&quot;left&quot;:1.2699999809265137,&quot;right&quot;:1.2699999809265137,&quot;top&quot;:0.4230000376701355},&quot;type&quot;:0},{&quot;id&quot;:&quot;2023-06-28T09:59:55&quot;,&quot;margin&quot;:{&quot;bottom&quot;:0.025999998673796654,&quot;left&quot;:1.2699999809265137,&quot;right&quot;:1.2699999809265137,&quot;top&quot;:0.025999998673796654},&quot;type&quot;:0}],&quot;type&quot;:0},{&quot;id&quot;:&quot;2023-06-28T09:59:55&quot;,&quot;margin&quot;:{&quot;bottom&quot;:0.847000002861023,&quot;left&quot;:1.2699999809265137,&quot;right&quot;:1.2699999809265137,&quot;top&quot;:1.2699999809265137},&quot;type&quot;:0}],&quot;type&quot;:0}"/>
  <p:tag name="KSO_WM_SLIDE_BACKGROUND_TYPE" val="general"/>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687_1*i*1"/>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3c4afa0b5caa43f38b74808b5513ba5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4"/>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687_1*i*2"/>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5e80c0773834399a13599e79356248b"/>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5"/>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687_1*i*3"/>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2649454f1f349029e6f455142f4ee7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6"/>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687_1*i*4"/>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b7849fb6e2d4740bbea23af99150873"/>
  <p:tag name="KSO_WM_UNIT_DECORATE_INFO" val="{&quot;ReferentInfo&quot;:{&quot;Id&quot;:&quot;slide&quot;,&quot;X&quot;:{&quot;Pos&quot;:0},&quot;Y&quot;:{&quot;Pos&quot;:2}},&quot;DecorateInfoX&quot;:{&quot;Pos&quot;:0,&quot;IsAbs&quot;:false},&quot;DecorateInfoY&quot;:{&quot;Pos&quot;:2,&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48"/>
  <p:tag name="KSO_WM_TEMPLATE_ASSEMBLE_XID" val="60656f654054ed1e2fb80946"/>
  <p:tag name="KSO_WM_TEMPLATE_ASSEMBLE_GROUPID" val="60656f654054ed1e2fb80946"/>
  <p:tag name="WM_BEAUTIFY_ZORDER_FLAG_TAG" val="7"/>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 name="WM_BEAUTIFY_ZORDER_FLAG_TAG" val="8"/>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12687_1*i*6"/>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7a9342137704ba59401a0f97caba8f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6"/>
  <p:tag name="KSO_WM_TEMPLATE_ASSEMBLE_XID" val="60656f654054ed1e2fb80946"/>
  <p:tag name="KSO_WM_TEMPLATE_ASSEMBLE_GROUPID" val="60656f654054ed1e2fb80946"/>
  <p:tag name="WM_BEAUTIFY_ZORDER_FLAG_TAG" val="9"/>
</p:tagLst>
</file>

<file path=ppt/tags/tag3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 name="WM_BEAUTIFY_ZORDER_FLAG_TAG" val="10"/>
</p:tagLst>
</file>

<file path=ppt/tags/tag358.xml><?xml version="1.0" encoding="utf-8"?>
<p:tagLst xmlns:p="http://schemas.openxmlformats.org/presentationml/2006/main">
  <p:tag name="KSO_WM_UNIT_VALUE" val="1269*1861"/>
  <p:tag name="KSO_WM_UNIT_HIGHLIGHT" val="0"/>
  <p:tag name="KSO_WM_UNIT_COMPATIBLE" val="1"/>
  <p:tag name="KSO_WM_UNIT_DIAGRAM_ISNUMVISUAL" val="0"/>
  <p:tag name="KSO_WM_UNIT_DIAGRAM_ISREFERUNIT" val="0"/>
  <p:tag name="KSO_WM_UNIT_TYPE" val="d"/>
  <p:tag name="KSO_WM_UNIT_INDEX" val="1"/>
  <p:tag name="KSO_WM_UNIT_ID" val="diagram20212687_1*d*1"/>
  <p:tag name="KSO_WM_TEMPLATE_CATEGORY" val="diagram"/>
  <p:tag name="KSO_WM_TEMPLATE_INDEX" val="20212687"/>
  <p:tag name="KSO_WM_UNIT_LAYERLEVEL" val="1"/>
  <p:tag name="KSO_WM_TAG_VERSION" val="1.0"/>
  <p:tag name="KSO_WM_BEAUTIFY_FLAG" val="#wm#"/>
  <p:tag name="KSO_WM_CHIP_GROUPID" val="5e7310da9a230a26b9e88a19"/>
  <p:tag name="KSO_WM_CHIP_XID" val="5e7310da9a230a26b9e88a1a"/>
  <p:tag name="KSO_WM_UNIT_DEC_AREA_ID" val="4f32891c5d7044819ad56211a40528d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e076d9698aa4f0c9c68551b572f3e25"/>
  <p:tag name="KSO_WM_UNIT_PLACING_PICTURE" val="de076d9698aa4f0c9c68551b572f3e25"/>
  <p:tag name="KSO_WM_UNIT_SUPPORT_UNIT_TYPE" val="[&quot;l&quot;,&quot;m&quot;,&quot;n&quot;,&quot;o&quot;,&quot;p&quot;,&quot;q&quot;,&quot;r&quot;,&quot;δ&quot;,&quot;ε&quot;,&quot;ζ&quot;,&quot;η&quot;,&quot;d&quot;,&quot;α&quot;,&quot;β&quot;,&quot;θ&quot;]"/>
  <p:tag name="KSO_WM_TEMPLATE_ASSEMBLE_XID" val="60656f654054ed1e2fb80946"/>
  <p:tag name="KSO_WM_TEMPLATE_ASSEMBLE_GROUPID" val="60656f654054ed1e2fb80946"/>
  <p:tag name="KSO_WM_UNIT_PLACING_PICTURE_INFO" val="{&quot;code&quot;:&quot;A&quot;,&quot;full_picture&quot;:true,&quot;last_full_picture&quot;:&quot;A&quot;,&quot;margin&quot;:{&quot;left&quot;:118.06903909538755,&quot;right&quot;:119.3656605947939},&quot;scheme&quot;:&quot;2-0&quot;,&quot;spacing&quot;:5}"/>
  <p:tag name="KSO_WM_UNIT_PLACING_PICTURE_USER_VIEWPORT_SMARTMENU" val="{&quot;height&quot;:4968.076436072504,&quot;width&quot;:3661.0069339307465}"/>
  <p:tag name="KSO_WM_UNIT_PLACING_PICTURE_USER_RELATIVERECTANGLE_SMARTMENU" val="{&quot;bottom&quot;:0,&quot;left&quot;:0,&quot;right&quot;:0,&quot;top&quot;:0}"/>
  <p:tag name="WM_BEAUTIFY_ZORDER_FLAG_TAG" val="11"/>
</p:tagLst>
</file>

<file path=ppt/tags/tag359.xml><?xml version="1.0" encoding="utf-8"?>
<p:tagLst xmlns:p="http://schemas.openxmlformats.org/presentationml/2006/main">
  <p:tag name="KSO_WM_UNIT_VALUE" val="1269*1861"/>
  <p:tag name="KSO_WM_UNIT_HIGHLIGHT" val="0"/>
  <p:tag name="KSO_WM_UNIT_COMPATIBLE" val="1"/>
  <p:tag name="KSO_WM_UNIT_DIAGRAM_ISNUMVISUAL" val="0"/>
  <p:tag name="KSO_WM_UNIT_DIAGRAM_ISREFERUNIT" val="0"/>
  <p:tag name="KSO_WM_UNIT_TYPE" val="d"/>
  <p:tag name="KSO_WM_UNIT_INDEX" val="1"/>
  <p:tag name="KSO_WM_UNIT_ID" val="diagram20212687_1*d*1"/>
  <p:tag name="KSO_WM_TEMPLATE_CATEGORY" val="diagram"/>
  <p:tag name="KSO_WM_TEMPLATE_INDEX" val="20212687"/>
  <p:tag name="KSO_WM_UNIT_LAYERLEVEL" val="1"/>
  <p:tag name="KSO_WM_TAG_VERSION" val="1.0"/>
  <p:tag name="KSO_WM_BEAUTIFY_FLAG" val="#wm#"/>
  <p:tag name="KSO_WM_CHIP_GROUPID" val="5e7310da9a230a26b9e88a19"/>
  <p:tag name="KSO_WM_CHIP_XID" val="5e7310da9a230a26b9e88a1a"/>
  <p:tag name="KSO_WM_UNIT_DEC_AREA_ID" val="4f32891c5d7044819ad56211a40528d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e076d9698aa4f0c9c68551b572f3e25"/>
  <p:tag name="KSO_WM_UNIT_PLACING_PICTURE" val="de076d9698aa4f0c9c68551b572f3e25"/>
  <p:tag name="KSO_WM_UNIT_SUPPORT_UNIT_TYPE" val="[&quot;l&quot;,&quot;m&quot;,&quot;n&quot;,&quot;o&quot;,&quot;p&quot;,&quot;q&quot;,&quot;r&quot;,&quot;δ&quot;,&quot;ε&quot;,&quot;ζ&quot;,&quot;η&quot;,&quot;d&quot;,&quot;α&quot;,&quot;β&quot;,&quot;θ&quot;]"/>
  <p:tag name="KSO_WM_TEMPLATE_ASSEMBLE_XID" val="60656f654054ed1e2fb80946"/>
  <p:tag name="KSO_WM_TEMPLATE_ASSEMBLE_GROUPID" val="60656f654054ed1e2fb80946"/>
  <p:tag name="KSO_WM_UNIT_PLACING_PICTURE_INFO" val="{&quot;code&quot;:&quot;A&quot;,&quot;full_picture&quot;:true,&quot;last_full_picture&quot;:&quot;A&quot;,&quot;margin&quot;:{&quot;left&quot;:118.06903909538755,&quot;right&quot;:119.3656605947939},&quot;scheme&quot;:&quot;2-0&quot;,&quot;spacing&quot;:5}"/>
  <p:tag name="KSO_WM_UNIT_PLACING_PICTURE_USER_VIEWPORT_SMARTMENU" val="{&quot;height&quot;:2711.963236779059,&quot;width&quot;:3661.0069339307465}"/>
  <p:tag name="KSO_WM_UNIT_PLACING_PICTURE_USER_RELATIVERECTANGLE_SMARTMENU" val="{&quot;bottom&quot;:0,&quot;left&quot;:0,&quot;right&quot;:0,&quot;top&quot;:0}"/>
  <p:tag name="WM_BEAUTIFY_ZORDER_FLAG_TAG" val="12"/>
</p:tagLst>
</file>

<file path=ppt/tags/tag36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5&quot;,&quot;maxSize&quot;:{&quot;size1&quot;:31.1},&quot;minSize&quot;:{&quot;size1&quot;:17.8},&quot;normalSize&quot;:{&quot;size1&quot;:17.8},&quot;subLayout&quot;:[{&quot;id&quot;:&quot;2023-06-28T09:59:55&quot;,&quot;maxSize&quot;:{&quot;size1&quot;:100},&quot;minSize&quot;:{&quot;size1&quot;:61.7},&quot;normalSize&quot;:{&quot;size1&quot;:61.7},&quot;subLayout&quot;:[{&quot;id&quot;:&quot;2023-06-28T09:59:55&quot;,&quot;margin&quot;:{&quot;bottom&quot;:0,&quot;left&quot;:1.2699999809265137,&quot;right&quot;:1.2699999809265137,&quot;top&quot;:0.4230000376701355},&quot;type&quot;:0},{&quot;id&quot;:&quot;2023-06-28T09:59:55&quot;,&quot;margin&quot;:{&quot;bottom&quot;:0.025999998673796654,&quot;left&quot;:1.2699999809265137,&quot;right&quot;:1.2699999809265137,&quot;top&quot;:0.025999998673796654},&quot;type&quot;:0}],&quot;type&quot;:0},{&quot;id&quot;:&quot;2023-06-28T09:59:55&quot;,&quot;margin&quot;:{&quot;bottom&quot;:0.847000002861023,&quot;left&quot;:1.2699999809265137,&quot;right&quot;:1.2699999809265137,&quot;top&quot;:1.2699999809265137},&quot;type&quot;:0}],&quot;type&quot;:0}"/>
  <p:tag name="KSO_WM_SLIDE_BACKGROUND_TYPE" val="general"/>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164_1*i*1"/>
  <p:tag name="KSO_WM_TEMPLATE_CATEGORY" val="diagram"/>
  <p:tag name="KSO_WM_TEMPLATE_INDEX" val="20212164"/>
  <p:tag name="KSO_WM_UNIT_LAYERLEVEL" val="1"/>
  <p:tag name="KSO_WM_TAG_VERSION" val="1.0"/>
  <p:tag name="KSO_WM_BEAUTIFY_FLAG" val="#wm#"/>
  <p:tag name="KSO_WM_UNIT_BLOCK" val="0"/>
  <p:tag name="KSO_WM_UNIT_SM_LIMIT_TYPE" val="2"/>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DEC_AREA_ID" val="544e3ac726024a87a4e983faf016091e"/>
  <p:tag name="KSO_WM_CHIP_GROUPID" val="5eedbca6fa6683b8872baa7d"/>
  <p:tag name="KSO_WM_CHIP_XID" val="5eedbca6fa6683b8872baa7e"/>
  <p:tag name="KSO_WM_UNIT_TEXT_FILL_FORE_SCHEMECOLOR_INDEX_BRIGHTNESS" val="0"/>
  <p:tag name="KSO_WM_UNIT_TEXT_FILL_FORE_SCHEMECOLOR_INDEX" val="2"/>
  <p:tag name="KSO_WM_UNIT_TEXT_FILL_TYPE" val="1"/>
  <p:tag name="KSO_WM_UNIT_VALUE" val="675"/>
  <p:tag name="KSO_WM_TEMPLATE_ASSEMBLE_XID" val="60656f2f4054ed1e2fb80513"/>
  <p:tag name="KSO_WM_TEMPLATE_ASSEMBLE_GROUPID" val="60656f2f4054ed1e2fb80513"/>
  <p:tag name="WM_BEAUTIFY_ZORDER_FLAG_TAG" val="4"/>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164_1*i*2"/>
  <p:tag name="KSO_WM_TEMPLATE_CATEGORY" val="diagram"/>
  <p:tag name="KSO_WM_TEMPLATE_INDEX" val="20212164"/>
  <p:tag name="KSO_WM_UNIT_LAYERLEVEL" val="1"/>
  <p:tag name="KSO_WM_TAG_VERSION" val="1.0"/>
  <p:tag name="KSO_WM_BEAUTIFY_FLAG" val="#wm#"/>
  <p:tag name="KSO_WM_UNIT_SM_LIMIT_TYPE" val="2"/>
  <p:tag name="KSO_WM_UNIT_BLOCK" val="0"/>
  <p:tag name="KSO_WM_UNIT_DEC_AREA_ID" val="a9c2b6eb11da47fb875a3341252664a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eedbca6fa6683b8872baa7d"/>
  <p:tag name="KSO_WM_CHIP_XID" val="5eedbca6fa6683b8872baa7e"/>
  <p:tag name="KSO_WM_UNIT_VALUE" val="20"/>
  <p:tag name="KSO_WM_TEMPLATE_ASSEMBLE_XID" val="60656f2f4054ed1e2fb80513"/>
  <p:tag name="KSO_WM_TEMPLATE_ASSEMBLE_GROUPID" val="60656f2f4054ed1e2fb80513"/>
  <p:tag name="WM_BEAUTIFY_ZORDER_FLAG_TAG" val="5"/>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164_1*i*3"/>
  <p:tag name="KSO_WM_TEMPLATE_CATEGORY" val="diagram"/>
  <p:tag name="KSO_WM_TEMPLATE_INDEX" val="20212164"/>
  <p:tag name="KSO_WM_UNIT_LAYERLEVEL" val="1"/>
  <p:tag name="KSO_WM_TAG_VERSION" val="1.0"/>
  <p:tag name="KSO_WM_BEAUTIFY_FLAG" val="#wm#"/>
  <p:tag name="KSO_WM_UNIT_SM_LIMIT_TYPE" val="2"/>
  <p:tag name="KSO_WM_UNIT_BLOCK" val="0"/>
  <p:tag name="KSO_WM_UNIT_DEC_AREA_ID" val="30c65084b8f1453cb909e9c6048ae1c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edbca6fa6683b8872baa7d"/>
  <p:tag name="KSO_WM_CHIP_XID" val="5eedbca6fa6683b8872baa7e"/>
  <p:tag name="KSO_WM_UNIT_TEXT_FILL_FORE_SCHEMECOLOR_INDEX_BRIGHTNESS" val="0"/>
  <p:tag name="KSO_WM_UNIT_TEXT_FILL_FORE_SCHEMECOLOR_INDEX" val="14"/>
  <p:tag name="KSO_WM_UNIT_TEXT_FILL_TYPE" val="1"/>
  <p:tag name="KSO_WM_UNIT_VALUE" val="3"/>
  <p:tag name="KSO_WM_TEMPLATE_ASSEMBLE_XID" val="60656f2f4054ed1e2fb80513"/>
  <p:tag name="KSO_WM_TEMPLATE_ASSEMBLE_GROUPID" val="60656f2f4054ed1e2fb80513"/>
  <p:tag name="WM_BEAUTIFY_ZORDER_FLAG_TAG" val="6"/>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164_1*i*4"/>
  <p:tag name="KSO_WM_TEMPLATE_CATEGORY" val="diagram"/>
  <p:tag name="KSO_WM_TEMPLATE_INDEX" val="20212164"/>
  <p:tag name="KSO_WM_UNIT_LAYERLEVEL" val="1"/>
  <p:tag name="KSO_WM_TAG_VERSION" val="1.0"/>
  <p:tag name="KSO_WM_BEAUTIFY_FLAG" val="#wm#"/>
  <p:tag name="KSO_WM_UNIT_BLOCK" val="0"/>
  <p:tag name="KSO_WM_UNIT_SM_LIMIT_TYPE" val="2"/>
  <p:tag name="KSO_WM_UNIT_DECORATE_INFO" val="{&quot;DecorateInfoH&quot;:{&quot;IsAbs&quot;:true},&quot;DecorateInfoW&quot;:{&quot;IsAbs&quot;:true},&quot;DecorateInfoX&quot;:{&quot;IsAbs&quot;:true,&quot;Pos&quot;:1},&quot;DecorateInfoY&quot;:{&quot;IsAbs&quot;:true,&quot;Pos&quot;:1},&quot;ReferentInfo&quot;:{&quot;Id&quot;:&quot;6b3243ce5bf44e82ae087d7aca909ef4&quot;,&quot;X&quot;:{&quot;Pos&quot;:1},&quot;Y&quot;:{&quot;Pos&quot;:1}},&quot;whChangeMode&quot;:0}"/>
  <p:tag name="KSO_WM_UNIT_DEC_AREA_ID" val="a824fc437a8e43838f008304c1a77458"/>
  <p:tag name="KSO_WM_CHIP_GROUPID" val="5eedbca6fa6683b8872baa7d"/>
  <p:tag name="KSO_WM_CHIP_XID" val="5eedbca6fa6683b8872baa7e"/>
  <p:tag name="KSO_WM_UNIT_SHADOW_SCHEMECOLOR_INDEX_BRIGHTNESS" val="0.05"/>
  <p:tag name="KSO_WM_UNIT_SHADOW_SCHEMECOLOR_INDEX" val="13"/>
  <p:tag name="KSO_WM_UNIT_TEXT_FILL_FORE_SCHEMECOLOR_INDEX_BRIGHTNESS" val="0"/>
  <p:tag name="KSO_WM_UNIT_TEXT_FILL_FORE_SCHEMECOLOR_INDEX" val="14"/>
  <p:tag name="KSO_WM_UNIT_TEXT_FILL_TYPE" val="1"/>
  <p:tag name="KSO_WM_UNIT_VALUE" val="480"/>
  <p:tag name="KSO_WM_TEMPLATE_ASSEMBLE_XID" val="60656f2f4054ed1e2fb80513"/>
  <p:tag name="KSO_WM_TEMPLATE_ASSEMBLE_GROUPID" val="60656f2f4054ed1e2fb80513"/>
  <p:tag name="WM_BEAUTIFY_ZORDER_FLAG_TAG" val="7"/>
</p:tagLst>
</file>

<file path=ppt/tags/tag370.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64_1*f*1"/>
  <p:tag name="KSO_WM_TEMPLATE_CATEGORY" val="diagram"/>
  <p:tag name="KSO_WM_TEMPLATE_INDEX" val="20212164"/>
  <p:tag name="KSO_WM_UNIT_LAYERLEVEL" val="1"/>
  <p:tag name="KSO_WM_TAG_VERSION" val="1.0"/>
  <p:tag name="KSO_WM_BEAUTIFY_FLAG" val="#wm#"/>
  <p:tag name="KSO_WM_UNIT_DEFAULT_FONT" val="14;20;2"/>
  <p:tag name="KSO_WM_UNIT_BLOCK" val="0"/>
  <p:tag name="KSO_WM_UNIT_VALUE" val="42"/>
  <p:tag name="KSO_WM_UNIT_SHOW_EDIT_AREA_INDICATION" val="1"/>
  <p:tag name="KSO_WM_CHIP_GROUPID" val="5e6b05596848fb12bee65ac8"/>
  <p:tag name="KSO_WM_CHIP_XID" val="5e6b05596848fb12bee65aca"/>
  <p:tag name="KSO_WM_UNIT_DEC_AREA_ID" val="7131ab849c6747aaa59acee7b37d416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8d3f9e3f5eb9464a92685545fce7870d"/>
  <p:tag name="KSO_WM_UNIT_SUPPORT_BIG_FONT" val="1"/>
  <p:tag name="KSO_WM_UNIT_TEXT_FILL_FORE_SCHEMECOLOR_INDEX_BRIGHTNESS" val="0.25"/>
  <p:tag name="KSO_WM_UNIT_TEXT_FILL_FORE_SCHEMECOLOR_INDEX" val="13"/>
  <p:tag name="KSO_WM_UNIT_TEXT_FILL_TYPE" val="1"/>
  <p:tag name="KSO_WM_TEMPLATE_ASSEMBLE_XID" val="60656f2f4054ed1e2fb80513"/>
  <p:tag name="KSO_WM_TEMPLATE_ASSEMBLE_GROUPID" val="60656f2f4054ed1e2fb80513"/>
  <p:tag name="WM_BEAUTIFY_ZORDER_FLAG_TAG" val="8"/>
</p:tagLst>
</file>

<file path=ppt/tags/tag371.xml><?xml version="1.0" encoding="utf-8"?>
<p:tagLst xmlns:p="http://schemas.openxmlformats.org/presentationml/2006/main">
  <p:tag name="KSO_WM_UNIT_VALUE" val="1227*1227"/>
  <p:tag name="KSO_WM_UNIT_HIGHLIGHT" val="0"/>
  <p:tag name="KSO_WM_UNIT_COMPATIBLE" val="1"/>
  <p:tag name="KSO_WM_UNIT_DIAGRAM_ISNUMVISUAL" val="0"/>
  <p:tag name="KSO_WM_UNIT_DIAGRAM_ISREFERUNIT" val="0"/>
  <p:tag name="KSO_WM_UNIT_TYPE" val="d"/>
  <p:tag name="KSO_WM_UNIT_INDEX" val="1"/>
  <p:tag name="KSO_WM_UNIT_ID" val="diagram20212164_1*d*1"/>
  <p:tag name="KSO_WM_TEMPLATE_CATEGORY" val="diagram"/>
  <p:tag name="KSO_WM_TEMPLATE_INDEX" val="20212164"/>
  <p:tag name="KSO_WM_UNIT_LAYERLEVEL" val="1"/>
  <p:tag name="KSO_WM_TAG_VERSION" val="1.0"/>
  <p:tag name="KSO_WM_BEAUTIFY_FLAG" val="#wm#"/>
  <p:tag name="KSO_WM_CHIP_GROUPID" val="5e7310da9a230a26b9e88a19"/>
  <p:tag name="KSO_WM_CHIP_XID" val="5e7310da9a230a26b9e88a1a"/>
  <p:tag name="KSO_WM_UNIT_DEC_AREA_ID" val="6b3243ce5bf44e82ae087d7aca909ef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f018424ed5b4f90a1ea072c6397a6a1"/>
  <p:tag name="KSO_WM_UNIT_PLACING_PICTURE" val="5f018424ed5b4f90a1ea072c6397a6a1"/>
  <p:tag name="KSO_WM_UNIT_SUPPORT_BIG_FONT" val="1"/>
  <p:tag name="KSO_WM_UNIT_SUPPORT_UNIT_TYPE" val="[&quot;d&quot;,&quot;α&quot;,&quot;β&quot;,&quot;θ&quot;]"/>
  <p:tag name="KSO_WM_TEMPLATE_ASSEMBLE_XID" val="60656f2f4054ed1e2fb80513"/>
  <p:tag name="KSO_WM_TEMPLATE_ASSEMBLE_GROUPID" val="60656f2f4054ed1e2fb80513"/>
  <p:tag name="WM_BEAUTIFY_ZORDER_FLAG_TAG" val="9"/>
</p:tagLst>
</file>

<file path=ppt/tags/tag37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6&quot;,&quot;maxSize&quot;:{&quot;size1&quot;:31.1},&quot;minSize&quot;:{&quot;size1&quot;:17.8},&quot;normalSize&quot;:{&quot;size1&quot;:17.8},&quot;subLayout&quot;:[{&quot;id&quot;:&quot;2023-06-28T09:59:56&quot;,&quot;maxSize&quot;:{&quot;size1&quot;:100},&quot;minSize&quot;:{&quot;size1&quot;:61.7},&quot;normalSize&quot;:{&quot;size1&quot;:61.7},&quot;subLayout&quot;:[{&quot;id&quot;:&quot;2023-06-28T09:59:56&quot;,&quot;margin&quot;:{&quot;bottom&quot;:0,&quot;left&quot;:1.2699999809265137,&quot;right&quot;:1.2699999809265137,&quot;top&quot;:0.4230000376701355},&quot;type&quot;:0},{&quot;id&quot;:&quot;2023-06-28T09:59:56&quot;,&quot;margin&quot;:{&quot;bottom&quot;:0.025999998673796654,&quot;left&quot;:1.2699999809265137,&quot;right&quot;:1.2699999809265137,&quot;top&quot;:0.025999998673796654},&quot;type&quot;:0}],&quot;type&quot;:0},{&quot;id&quot;:&quot;2023-06-28T09:59:56&quot;,&quot;margin&quot;:{&quot;bottom&quot;:0.847000002861023,&quot;left&quot;:1.2699999809265137,&quot;right&quot;:1.2699999809265137,&quot;top&quot;:1.2699999809265137},&quot;type&quot;:0}],&quot;type&quot;:0}"/>
  <p:tag name="KSO_WM_SLIDE_BACKGROUND_TYPE" val="general"/>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6&quot;,&quot;maxSize&quot;:{&quot;size1&quot;:31.1},&quot;minSize&quot;:{&quot;size1&quot;:17.8},&quot;normalSize&quot;:{&quot;size1&quot;:17.8},&quot;subLayout&quot;:[{&quot;id&quot;:&quot;2023-06-28T09:59:56&quot;,&quot;maxSize&quot;:{&quot;size1&quot;:100},&quot;minSize&quot;:{&quot;size1&quot;:61.7},&quot;normalSize&quot;:{&quot;size1&quot;:61.7},&quot;subLayout&quot;:[{&quot;id&quot;:&quot;2023-06-28T09:59:56&quot;,&quot;margin&quot;:{&quot;bottom&quot;:0,&quot;left&quot;:1.2699999809265137,&quot;right&quot;:1.2699999809265137,&quot;top&quot;:0.4230000376701355},&quot;type&quot;:0},{&quot;id&quot;:&quot;2023-06-28T09:59:56&quot;,&quot;margin&quot;:{&quot;bottom&quot;:0.025999998673796654,&quot;left&quot;:1.2699999809265137,&quot;right&quot;:1.2699999809265137,&quot;top&quot;:0.025999998673796654},&quot;type&quot;:0}],&quot;type&quot;:0},{&quot;id&quot;:&quot;2023-06-28T09:59:56&quot;,&quot;margin&quot;:{&quot;bottom&quot;:0.847000002861023,&quot;left&quot;:1.2699999809265137,&quot;right&quot;:1.2699999809265137,&quot;top&quot;:1.2699999809265137},&quot;type&quot;:0}],&quot;type&quot;:0}"/>
  <p:tag name="KSO_WM_SLIDE_BACKGROUND_TYPE" val="general"/>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09:59:56&quot;,&quot;maxSize&quot;:{&quot;size1&quot;:31.1},&quot;minSize&quot;:{&quot;size1&quot;:17.8},&quot;normalSize&quot;:{&quot;size1&quot;:17.8},&quot;subLayout&quot;:[{&quot;id&quot;:&quot;2023-06-28T09:59:56&quot;,&quot;maxSize&quot;:{&quot;size1&quot;:100},&quot;minSize&quot;:{&quot;size1&quot;:61.7},&quot;normalSize&quot;:{&quot;size1&quot;:61.7},&quot;subLayout&quot;:[{&quot;id&quot;:&quot;2023-06-28T09:59:56&quot;,&quot;margin&quot;:{&quot;bottom&quot;:0,&quot;left&quot;:1.2699999809265137,&quot;right&quot;:1.2699999809265137,&quot;top&quot;:0.4230000376701355},&quot;type&quot;:0},{&quot;id&quot;:&quot;2023-06-28T09:59:56&quot;,&quot;margin&quot;:{&quot;bottom&quot;:0.025999998673796654,&quot;left&quot;:1.2699999809265137,&quot;right&quot;:1.2699999809265137,&quot;top&quot;:0.025999998673796654},&quot;type&quot;:0}],&quot;type&quot;:0},{&quot;id&quot;:&quot;2023-06-28T09:59:56&quot;,&quot;margin&quot;:{&quot;bottom&quot;:0.847000002861023,&quot;left&quot;:1.2699999809265137,&quot;right&quot;:1.2699999809265137,&quot;top&quot;:1.2699999809265137},&quot;type&quot;:0}],&quot;type&quot;:0}"/>
  <p:tag name="KSO_WM_SLIDE_BACKGROUND_TYPE" val="general"/>
</p:tagLst>
</file>

<file path=ppt/tags/tag387.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388.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389.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39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5828_2*l_h_i*1_1_1"/>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95.xml><?xml version="1.0" encoding="utf-8"?>
<p:tagLst xmlns:p="http://schemas.openxmlformats.org/presentationml/2006/main">
  <p:tag name="KSO_WM_UNIT_SUBTYPE" val="a"/>
  <p:tag name="KSO_WM_UNIT_NOCLEAR" val="0"/>
  <p:tag name="KSO_WM_UNIT_VALUE" val="117"/>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5828_2*l_h_f*1_1_1"/>
  <p:tag name="KSO_WM_TEMPLATE_CATEGORY" val="diagram"/>
  <p:tag name="KSO_WM_TEMPLATE_INDEX" val="20205828"/>
  <p:tag name="KSO_WM_UNIT_LAYERLEVEL" val="1_1_1"/>
  <p:tag name="KSO_WM_TAG_VERSION" val="1.0"/>
  <p:tag name="KSO_WM_BEAUTIFY_FLAG" val="#wm#"/>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TEXT_FILL_FORE_SCHEMECOLOR_INDEX_BRIGHTNESS" val="0.15"/>
  <p:tag name="KSO_WM_UNIT_TEXT_FILL_FORE_SCHEMECOLOR_INDEX" val="13"/>
  <p:tag name="KSO_WM_UNIT_TEXT_FILL_TYPE" val="1"/>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05828_2*l_h_i*1_1_3"/>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5828_2*l_h_i*1_2_1"/>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98.xml><?xml version="1.0" encoding="utf-8"?>
<p:tagLst xmlns:p="http://schemas.openxmlformats.org/presentationml/2006/main">
  <p:tag name="KSO_WM_UNIT_SUBTYPE" val="a"/>
  <p:tag name="KSO_WM_UNIT_NOCLEAR" val="0"/>
  <p:tag name="KSO_WM_UNIT_VALUE" val="117"/>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5828_2*l_h_f*1_2_1"/>
  <p:tag name="KSO_WM_TEMPLATE_CATEGORY" val="diagram"/>
  <p:tag name="KSO_WM_TEMPLATE_INDEX" val="20205828"/>
  <p:tag name="KSO_WM_UNIT_LAYERLEVEL" val="1_1_1"/>
  <p:tag name="KSO_WM_TAG_VERSION" val="1.0"/>
  <p:tag name="KSO_WM_BEAUTIFY_FLAG" val="#wm#"/>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TEXT_FILL_FORE_SCHEMECOLOR_INDEX_BRIGHTNESS" val="0.15"/>
  <p:tag name="KSO_WM_UNIT_TEXT_FILL_FORE_SCHEMECOLOR_INDEX" val="13"/>
  <p:tag name="KSO_WM_UNIT_TEXT_FILL_TYPE" val="1"/>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05828_2*l_h_i*1_2_3"/>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5828_2*l_h_i*1_3_1"/>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401.xml><?xml version="1.0" encoding="utf-8"?>
<p:tagLst xmlns:p="http://schemas.openxmlformats.org/presentationml/2006/main">
  <p:tag name="KSO_WM_UNIT_SUBTYPE" val="a"/>
  <p:tag name="KSO_WM_UNIT_NOCLEAR" val="0"/>
  <p:tag name="KSO_WM_UNIT_VALUE" val="117"/>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5828_2*l_h_f*1_3_1"/>
  <p:tag name="KSO_WM_TEMPLATE_CATEGORY" val="diagram"/>
  <p:tag name="KSO_WM_TEMPLATE_INDEX" val="20205828"/>
  <p:tag name="KSO_WM_UNIT_LAYERLEVEL" val="1_1_1"/>
  <p:tag name="KSO_WM_TAG_VERSION" val="1.0"/>
  <p:tag name="KSO_WM_BEAUTIFY_FLAG" val="#wm#"/>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TEXT_FILL_FORE_SCHEMECOLOR_INDEX_BRIGHTNESS" val="0.15"/>
  <p:tag name="KSO_WM_UNIT_TEXT_FILL_FORE_SCHEMECOLOR_INDEX" val="13"/>
  <p:tag name="KSO_WM_UNIT_TEXT_FILL_TYPE"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05828_2*l_h_i*1_3_3"/>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05828_2*l_h_i*1_1_2"/>
  <p:tag name="KSO_WM_TEMPLATE_CATEGORY" val="diagram"/>
  <p:tag name="KSO_WM_TEMPLATE_INDEX" val="2020582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05828_2*l_h_i*1_2_2"/>
  <p:tag name="KSO_WM_TEMPLATE_CATEGORY" val="diagram"/>
  <p:tag name="KSO_WM_TEMPLATE_INDEX" val="2020582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ID" val="diagram20205828_2*l_h_i*1_3_2"/>
  <p:tag name="KSO_WM_TEMPLATE_CATEGORY" val="diagram"/>
  <p:tag name="KSO_WM_TEMPLATE_INDEX" val="2020582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40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5&quot;,&quot;maxSize&quot;:{&quot;size1&quot;:20},&quot;minSize&quot;:{&quot;size1&quot;:11.2},&quot;normalSize&quot;:{&quot;size1&quot;:11.2},&quot;subLayout&quot;:[{&quot;id&quot;:&quot;2023-06-28T10:01:45&quot;,&quot;margin&quot;:{&quot;bottom&quot;:0.025999998673796654,&quot;left&quot;:1.2699999809265137,&quot;right&quot;:1.2699999809265137,&quot;top&quot;:0.4230000376701355},&quot;type&quot;:0},{&quot;id&quot;:&quot;2023-06-28T10:01: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5&quot;,&quot;maxSize&quot;:{&quot;size1&quot;:20},&quot;minSize&quot;:{&quot;size1&quot;:11.2},&quot;normalSize&quot;:{&quot;size1&quot;:11.2},&quot;subLayout&quot;:[{&quot;id&quot;:&quot;2023-06-28T10:01:45&quot;,&quot;margin&quot;:{&quot;bottom&quot;:0.025999998673796654,&quot;left&quot;:1.2699999809265137,&quot;right&quot;:1.2699999809265137,&quot;top&quot;:0.4230000376701355},&quot;type&quot;:0},{&quot;id&quot;:&quot;2023-06-28T10:01: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23.xml><?xml version="1.0" encoding="utf-8"?>
<p:tagLst xmlns:p="http://schemas.openxmlformats.org/presentationml/2006/main">
  <p:tag name="KSO_WM_UNIT_PLACING_PICTURE_USER_VIEWPORT" val="{&quot;height&quot;:4725,&quot;width&quot;:6330}"/>
</p:tagLst>
</file>

<file path=ppt/tags/tag42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5&quot;,&quot;maxSize&quot;:{&quot;size1&quot;:20},&quot;minSize&quot;:{&quot;size1&quot;:11.2},&quot;normalSize&quot;:{&quot;size1&quot;:11.2},&quot;subLayout&quot;:[{&quot;id&quot;:&quot;2023-06-28T10:01:45&quot;,&quot;margin&quot;:{&quot;bottom&quot;:0.025999998673796654,&quot;left&quot;:1.2699999809265137,&quot;right&quot;:1.2699999809265137,&quot;top&quot;:0.4230000376701355},&quot;type&quot;:0},{&quot;id&quot;:&quot;2023-06-28T10:01: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30.xml><?xml version="1.0" encoding="utf-8"?>
<p:tagLst xmlns:p="http://schemas.openxmlformats.org/presentationml/2006/main">
  <p:tag name="KSO_WM_UNIT_BLOCK" val="0"/>
  <p:tag name="KSO_WM_UNIT_DEC_AREA_ID" val="73156903ee894f5ca46a4cf72274fb10"/>
  <p:tag name="KSO_WM_UNIT_HIGHLIGHT" val="0"/>
  <p:tag name="KSO_WM_UNIT_COMPATIBLE" val="0"/>
  <p:tag name="KSO_WM_UNIT_DIAGRAM_ISNUMVISUAL" val="0"/>
  <p:tag name="KSO_WM_UNIT_DIAGRAM_ISREFERUNIT" val="0"/>
  <p:tag name="KSO_WM_UNIT_TYPE" val="i"/>
  <p:tag name="KSO_WM_UNIT_INDEX" val="1"/>
  <p:tag name="KSO_WM_UNIT_ID" val="diagram20211008_1*i*1"/>
  <p:tag name="KSO_WM_TEMPLATE_CATEGORY" val="diagram"/>
  <p:tag name="KSO_WM_TEMPLATE_INDEX" val="20211008"/>
  <p:tag name="KSO_WM_UNIT_LAYERLEVEL" val="1"/>
  <p:tag name="KSO_WM_TAG_VERSION" val="1.0"/>
  <p:tag name="KSO_WM_BEAUTIFY_FLAG" val="#wm#"/>
  <p:tag name="KSO_WM_UNIT_SM_LIMIT_TYPE" val="3"/>
  <p:tag name="KSO_WM_UNIT_DECORATE_INFO" val="{&quot;DecorateInfoH&quot;:{&quot;IsAbs&quot;:true},&quot;DecorateInfoW&quot;:{&quot;IsAbs&quot;:false},&quot;DecorateInfoX&quot;:{&quot;IsAbs&quot;:true,&quot;Pos&quot;:0},&quot;DecorateInfoY&quot;:{&quot;IsAbs&quot;:true,&quot;Pos&quot;:1},&quot;ReferentInfo&quot;:{&quot;Id&quot;:&quot;3fe90d637a704494ab24df4a7c7a8da5&quot;,&quot;X&quot;:{&quot;Pos&quot;:0},&quot;Y&quot;:{&quot;Pos&quot;:1}},&quot;whChangeMode&quot;:0}"/>
  <p:tag name="KSO_WM_CHIP_GROUPID" val="5efda0ca81ee359a788b1e11"/>
  <p:tag name="KSO_WM_CHIP_XID" val="5efda0ca81ee359a788b1e12"/>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20"/>
  <p:tag name="KSO_WM_TEMPLATE_ASSEMBLE_XID" val="60656ea04054ed1e2fb7fcbc"/>
  <p:tag name="KSO_WM_TEMPLATE_ASSEMBLE_GROUPID" val="60656ea04054ed1e2fb7fcbc"/>
  <p:tag name="WM_BEAUTIFY_ZORDER_FLAG_TAG" val="4"/>
</p:tagLst>
</file>

<file path=ppt/tags/tag431.xml><?xml version="1.0" encoding="utf-8"?>
<p:tagLst xmlns:p="http://schemas.openxmlformats.org/presentationml/2006/main">
  <p:tag name="KSO_WM_UNIT_VALUE" val="931*1523"/>
  <p:tag name="KSO_WM_UNIT_HIGHLIGHT" val="0"/>
  <p:tag name="KSO_WM_UNIT_COMPATIBLE" val="1"/>
  <p:tag name="KSO_WM_UNIT_DIAGRAM_ISNUMVISUAL" val="0"/>
  <p:tag name="KSO_WM_UNIT_DIAGRAM_ISREFERUNIT" val="0"/>
  <p:tag name="KSO_WM_UNIT_TYPE" val="d"/>
  <p:tag name="KSO_WM_UNIT_INDEX" val="1"/>
  <p:tag name="KSO_WM_UNIT_ID" val="diagram20211008_1*d*1"/>
  <p:tag name="KSO_WM_TEMPLATE_CATEGORY" val="diagram"/>
  <p:tag name="KSO_WM_TEMPLATE_INDEX" val="20211008"/>
  <p:tag name="KSO_WM_UNIT_LAYERLEVEL" val="1"/>
  <p:tag name="KSO_WM_TAG_VERSION" val="1.0"/>
  <p:tag name="KSO_WM_BEAUTIFY_FLAG" val="#wm#"/>
  <p:tag name="KSO_WM_CHIP_GROUPID" val="5e7310da9a230a26b9e88a19"/>
  <p:tag name="KSO_WM_CHIP_XID" val="5e7310da9a230a26b9e88a1a"/>
  <p:tag name="KSO_WM_UNIT_DEC_AREA_ID" val="bbdd324361f642f5ac29827d9a82440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af17e483a774b2c871eee8c5f51145e"/>
  <p:tag name="KSO_WM_UNIT_PLACING_PICTURE" val="faf17e483a774b2c871eee8c5f51145e"/>
  <p:tag name="KSO_WM_TEMPLATE_ASSEMBLE_XID" val="60656ea04054ed1e2fb7fcbc"/>
  <p:tag name="KSO_WM_TEMPLATE_ASSEMBLE_GROUPID" val="60656ea04054ed1e2fb7fcbc"/>
  <p:tag name="WM_BEAUTIFY_ZORDER_FLAG_TAG" val="5"/>
</p:tagLst>
</file>

<file path=ppt/tags/tag4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08_1*f*1"/>
  <p:tag name="KSO_WM_TEMPLATE_CATEGORY" val="diagram"/>
  <p:tag name="KSO_WM_TEMPLATE_INDEX" val="20211008"/>
  <p:tag name="KSO_WM_UNIT_LAYERLEVEL" val="1"/>
  <p:tag name="KSO_WM_TAG_VERSION" val="1.0"/>
  <p:tag name="KSO_WM_BEAUTIFY_FLAG" val="#wm#"/>
  <p:tag name="KSO_WM_UNIT_DEFAULT_FONT" val="14;20;2"/>
  <p:tag name="KSO_WM_UNIT_BLOCK" val="0"/>
  <p:tag name="KSO_WM_UNIT_VALUE" val="128"/>
  <p:tag name="KSO_WM_UNIT_SHOW_EDIT_AREA_INDICATION" val="1"/>
  <p:tag name="KSO_WM_CHIP_GROUPID" val="5e6b05596848fb12bee65ac8"/>
  <p:tag name="KSO_WM_CHIP_XID" val="5e6b05596848fb12bee65aca"/>
  <p:tag name="KSO_WM_UNIT_DEC_AREA_ID" val="3fe90d637a704494ab24df4a7c7a8da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c9f53a6766c460e8a3870e58db9b32d"/>
  <p:tag name="KSO_WM_UNIT_TEXT_FILL_FORE_SCHEMECOLOR_INDEX_BRIGHTNESS" val="0.25"/>
  <p:tag name="KSO_WM_UNIT_TEXT_FILL_FORE_SCHEMECOLOR_INDEX" val="13"/>
  <p:tag name="KSO_WM_UNIT_TEXT_FILL_TYPE" val="1"/>
  <p:tag name="KSO_WM_TEMPLATE_ASSEMBLE_XID" val="60656ea04054ed1e2fb7fcbc"/>
  <p:tag name="KSO_WM_TEMPLATE_ASSEMBLE_GROUPID" val="60656ea04054ed1e2fb7fcbc"/>
  <p:tag name="WM_BEAUTIFY_ZORDER_FLAG_TAG" val="6"/>
</p:tagLst>
</file>

<file path=ppt/tags/tag43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5&quot;,&quot;maxSize&quot;:{&quot;size1&quot;:31.1},&quot;minSize&quot;:{&quot;size1&quot;:17.8},&quot;normalSize&quot;:{&quot;size1&quot;:17.8},&quot;subLayout&quot;:[{&quot;id&quot;:&quot;2023-06-28T10:01:45&quot;,&quot;maxSize&quot;:{&quot;size1&quot;:100},&quot;minSize&quot;:{&quot;size1&quot;:61.7},&quot;normalSize&quot;:{&quot;size1&quot;:61.7},&quot;subLayout&quot;:[{&quot;id&quot;:&quot;2023-06-28T10:01:45&quot;,&quot;margin&quot;:{&quot;bottom&quot;:0,&quot;left&quot;:1.2699999809265137,&quot;right&quot;:1.2699999809265137,&quot;top&quot;:0.4230000376701355},&quot;type&quot;:0},{&quot;id&quot;:&quot;2023-06-28T10:01:45&quot;,&quot;margin&quot;:{&quot;bottom&quot;:0.025999998673796654,&quot;left&quot;:1.2699999809265137,&quot;right&quot;:1.2699999809265137,&quot;top&quot;:0.025999998673796654},&quot;type&quot;:0}],&quot;type&quot;:0},{&quot;id&quot;:&quot;2023-06-28T10:01:45&quot;,&quot;margin&quot;:{&quot;bottom&quot;:0.847000002861023,&quot;left&quot;:1.2699999809265137,&quot;right&quot;:1.2699999809265137,&quot;top&quot;:1.2699999809265137},&quot;type&quot;:0}],&quot;type&quot;:0}"/>
  <p:tag name="KSO_WM_SLIDE_BACKGROUND_TYPE" val="general"/>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4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5&quot;,&quot;maxSize&quot;:{&quot;size1&quot;:31.1},&quot;minSize&quot;:{&quot;size1&quot;:17.8},&quot;normalSize&quot;:{&quot;size1&quot;:17.8},&quot;subLayout&quot;:[{&quot;id&quot;:&quot;2023-06-28T10:01:45&quot;,&quot;maxSize&quot;:{&quot;size1&quot;:100},&quot;minSize&quot;:{&quot;size1&quot;:61.7},&quot;normalSize&quot;:{&quot;size1&quot;:61.7},&quot;subLayout&quot;:[{&quot;id&quot;:&quot;2023-06-28T10:01:45&quot;,&quot;margin&quot;:{&quot;bottom&quot;:0,&quot;left&quot;:1.2699999809265137,&quot;right&quot;:1.2699999809265137,&quot;top&quot;:0.4230000376701355},&quot;type&quot;:0},{&quot;id&quot;:&quot;2023-06-28T10:01:45&quot;,&quot;margin&quot;:{&quot;bottom&quot;:0.025999998673796654,&quot;left&quot;:1.2699999809265137,&quot;right&quot;:1.2699999809265137,&quot;top&quot;:0.025999998673796654},&quot;type&quot;:0}],&quot;type&quot;:0},{&quot;id&quot;:&quot;2023-06-28T10:01:45&quot;,&quot;margin&quot;:{&quot;bottom&quot;:0.847000002861023,&quot;left&quot;:1.2699999809265137,&quot;right&quot;:1.2699999809265137,&quot;top&quot;:1.2699999809265137},&quot;type&quot;:0}],&quot;type&quot;:0}"/>
  <p:tag name="KSO_WM_SLIDE_BACKGROUND_TYPE" val="general"/>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44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20},&quot;minSize&quot;:{&quot;size1&quot;:11.2},&quot;normalSize&quot;:{&quot;size1&quot;:11.2},&quot;subLayout&quot;:[{&quot;id&quot;:&quot;2023-06-28T10:01:46&quot;,&quot;margin&quot;:{&quot;bottom&quot;:0.025999998673796654,&quot;left&quot;:1.2699999809265137,&quot;right&quot;:1.2699999809265137,&quot;top&quot;:0.4230000376701355},&quot;type&quot;:0},{&quot;id&quot;:&quot;2023-06-28T10:01:4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5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5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5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5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5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20},&quot;minSize&quot;:{&quot;size1&quot;:11.2},&quot;normalSize&quot;:{&quot;size1&quot;:11.2},&quot;subLayout&quot;:[{&quot;id&quot;:&quot;2023-06-28T10:01:46&quot;,&quot;margin&quot;:{&quot;bottom&quot;:0.025999998673796654,&quot;left&quot;:1.2699999809265137,&quot;right&quot;:1.2699999809265137,&quot;top&quot;:0.4230000376701355},&quot;type&quot;:0},{&quot;id&quot;:&quot;2023-06-28T10:01:4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6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20},&quot;minSize&quot;:{&quot;size1&quot;:11.2},&quot;normalSize&quot;:{&quot;size1&quot;:11.2},&quot;subLayout&quot;:[{&quot;id&quot;:&quot;2023-06-28T10:01:46&quot;,&quot;margin&quot;:{&quot;bottom&quot;:0.025999998673796654,&quot;left&quot;:1.2699999809265137,&quot;right&quot;:1.2699999809265137,&quot;top&quot;:0.4230000376701355},&quot;type&quot;:0},{&quot;id&quot;:&quot;2023-06-28T10:01:4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4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31.1},&quot;minSize&quot;:{&quot;size1&quot;:17.8},&quot;normalSize&quot;:{&quot;size1&quot;:17.8},&quot;subLayout&quot;:[{&quot;id&quot;:&quot;2023-06-28T10:01:46&quot;,&quot;maxSize&quot;:{&quot;size1&quot;:100},&quot;minSize&quot;:{&quot;size1&quot;:61.7},&quot;normalSize&quot;:{&quot;size1&quot;:61.7},&quot;subLayout&quot;:[{&quot;id&quot;:&quot;2023-06-28T10:01:46&quot;,&quot;margin&quot;:{&quot;bottom&quot;:0,&quot;left&quot;:1.2699999809265137,&quot;right&quot;:1.2699999809265137,&quot;top&quot;:0.4230000376701355},&quot;type&quot;:0},{&quot;id&quot;:&quot;2023-06-28T10:01:46&quot;,&quot;margin&quot;:{&quot;bottom&quot;:0.025999998673796654,&quot;left&quot;:1.2699999809265137,&quot;right&quot;:1.2699999809265137,&quot;top&quot;:0.025999998673796654},&quot;type&quot;:0}],&quot;type&quot;:0},{&quot;id&quot;:&quot;2023-06-28T10:01:46&quot;,&quot;margin&quot;:{&quot;bottom&quot;:0.847000002861023,&quot;left&quot;:1.2699999809265137,&quot;right&quot;:1.2699999809265137,&quot;top&quot;:1.2699999809265137},&quot;type&quot;:0}],&quot;type&quot;:0}"/>
  <p:tag name="KSO_WM_SLIDE_BACKGROUND_TYPE" val="general"/>
</p:tagLst>
</file>

<file path=ppt/tags/tag470.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471.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472.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4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20},&quot;minSize&quot;:{&quot;size1&quot;:11.2},&quot;normalSize&quot;:{&quot;size1&quot;:11.2},&quot;subLayout&quot;:[{&quot;id&quot;:&quot;2023-06-28T10:01:46&quot;,&quot;margin&quot;:{&quot;bottom&quot;:0.025999998673796654,&quot;left&quot;:1.2699999809265137,&quot;right&quot;:1.2699999809265137,&quot;top&quot;:0.4230000376701355},&quot;type&quot;:0},{&quot;id&quot;:&quot;2023-06-28T10:01:4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3.xml><?xml version="1.0" encoding="utf-8"?>
<p:tagLst xmlns:p="http://schemas.openxmlformats.org/presentationml/2006/main">
  <p:tag name="KSO_WM_UNIT_VALUE" val="1311*1354"/>
  <p:tag name="KSO_WM_UNIT_HIGHLIGHT" val="0"/>
  <p:tag name="KSO_WM_UNIT_COMPATIBLE" val="0"/>
  <p:tag name="KSO_WM_UNIT_DIAGRAM_ISNUMVISUAL" val="0"/>
  <p:tag name="KSO_WM_UNIT_DIAGRAM_ISREFERUNIT" val="0"/>
  <p:tag name="KSO_WM_UNIT_TYPE" val="d"/>
  <p:tag name="KSO_WM_UNIT_INDEX" val="1"/>
  <p:tag name="KSO_WM_UNIT_ID" val="diagram20211899_1*d*1"/>
  <p:tag name="KSO_WM_TEMPLATE_CATEGORY" val="diagram"/>
  <p:tag name="KSO_WM_TEMPLATE_INDEX" val="20211899"/>
  <p:tag name="KSO_WM_UNIT_LAYERLEVEL" val="1"/>
  <p:tag name="KSO_WM_TAG_VERSION" val="1.0"/>
  <p:tag name="KSO_WM_BEAUTIFY_FLAG" val="#wm#"/>
  <p:tag name="KSO_WM_CHIP_GROUPID" val="5e7310da9a230a26b9e88a19"/>
  <p:tag name="KSO_WM_CHIP_XID" val="5e7310da9a230a26b9e88a1a"/>
  <p:tag name="KSO_WM_UNIT_DEC_AREA_ID" val="51e6b16af8414593af898aa3f2cc02e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78138117cc34770aa353d22a3ee0721"/>
  <p:tag name="KSO_WM_UNIT_PLACING_PICTURE" val="978138117cc34770aa353d22a3ee0721"/>
  <p:tag name="KSO_WM_TEMPLATE_ASSEMBLE_XID" val="60656f0e4054ed1e2fb802b1"/>
  <p:tag name="KSO_WM_TEMPLATE_ASSEMBLE_GROUPID" val="60656f0e4054ed1e2fb802b1"/>
  <p:tag name="WM_BEAUTIFY_ZORDER_FLAG_TAG" val="5"/>
</p:tagLst>
</file>

<file path=ppt/tags/tag48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20},&quot;minSize&quot;:{&quot;size1&quot;:11.2},&quot;normalSize&quot;:{&quot;size1&quot;:11.2},&quot;subLayout&quot;:[{&quot;id&quot;:&quot;2023-06-28T10:01:46&quot;,&quot;margin&quot;:{&quot;bottom&quot;:0.025999998673796654,&quot;left&quot;:1.2699999809265137,&quot;right&quot;:1.2699999809265137,&quot;top&quot;:0.4230000376701355},&quot;type&quot;:0},{&quot;id&quot;:&quot;2023-06-28T10:01:4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9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20},&quot;minSize&quot;:{&quot;size1&quot;:11.2},&quot;normalSize&quot;:{&quot;size1&quot;:11.2},&quot;subLayout&quot;:[{&quot;id&quot;:&quot;2023-06-28T10:01:46&quot;,&quot;margin&quot;:{&quot;bottom&quot;:0.025999998673796654,&quot;left&quot;:1.2699999809265137,&quot;right&quot;:1.2699999809265137,&quot;top&quot;:0.4230000376701355},&quot;type&quot;:0},{&quot;id&quot;:&quot;2023-06-28T10:01:4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9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31.1},&quot;minSize&quot;:{&quot;size1&quot;:17.8},&quot;normalSize&quot;:{&quot;size1&quot;:17.8},&quot;subLayout&quot;:[{&quot;id&quot;:&quot;2023-06-28T10:01:46&quot;,&quot;maxSize&quot;:{&quot;size1&quot;:100},&quot;minSize&quot;:{&quot;size1&quot;:61.7},&quot;normalSize&quot;:{&quot;size1&quot;:61.7},&quot;subLayout&quot;:[{&quot;id&quot;:&quot;2023-06-28T10:01:46&quot;,&quot;margin&quot;:{&quot;bottom&quot;:0,&quot;left&quot;:1.2699999809265137,&quot;right&quot;:1.2699999809265137,&quot;top&quot;:0.4230000376701355},&quot;type&quot;:0},{&quot;id&quot;:&quot;2023-06-28T10:01:46&quot;,&quot;margin&quot;:{&quot;bottom&quot;:0.025999998673796654,&quot;left&quot;:1.2699999809265137,&quot;right&quot;:1.2699999809265137,&quot;top&quot;:0.025999998673796654},&quot;type&quot;:0}],&quot;type&quot;:0},{&quot;id&quot;:&quot;2023-06-28T10:01:46&quot;,&quot;margin&quot;:{&quot;bottom&quot;:0.847000002861023,&quot;left&quot;:1.2699999809265137,&quot;right&quot;:1.2699999809265137,&quot;top&quot;:1.2699999809265137},&quot;type&quot;:0}],&quot;type&quot;:0}"/>
  <p:tag name="KSO_WM_SLIDE_BACKGROUND_TYPE" val="general"/>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31.1},&quot;minSize&quot;:{&quot;size1&quot;:17.8},&quot;normalSize&quot;:{&quot;size1&quot;:17.8},&quot;subLayout&quot;:[{&quot;id&quot;:&quot;2023-06-28T10:01:46&quot;,&quot;maxSize&quot;:{&quot;size1&quot;:100},&quot;minSize&quot;:{&quot;size1&quot;:61.7},&quot;normalSize&quot;:{&quot;size1&quot;:61.7},&quot;subLayout&quot;:[{&quot;id&quot;:&quot;2023-06-28T10:01:46&quot;,&quot;margin&quot;:{&quot;bottom&quot;:0,&quot;left&quot;:1.2699999809265137,&quot;right&quot;:1.2699999809265137,&quot;top&quot;:0.4230000376701355},&quot;type&quot;:0},{&quot;id&quot;:&quot;2023-06-28T10:01:46&quot;,&quot;margin&quot;:{&quot;bottom&quot;:0.025999998673796654,&quot;left&quot;:1.2699999809265137,&quot;right&quot;:1.2699999809265137,&quot;top&quot;:0.025999998673796654},&quot;type&quot;:0}],&quot;type&quot;:0},{&quot;id&quot;:&quot;2023-06-28T10:01:46&quot;,&quot;margin&quot;:{&quot;bottom&quot;:0.847000002861023,&quot;left&quot;:1.2699999809265137,&quot;right&quot;:1.2699999809265137,&quot;top&quot;:1.2699999809265137},&quot;type&quot;:0}],&quot;type&quot;:0}"/>
  <p:tag name="KSO_WM_SLIDE_BACKGROUND_TYPE" val="general"/>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1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6&quot;,&quot;maxSize&quot;:{&quot;size1&quot;:20},&quot;minSize&quot;:{&quot;size1&quot;:11.2},&quot;normalSize&quot;:{&quot;size1&quot;:11.2},&quot;subLayout&quot;:[{&quot;id&quot;:&quot;2023-06-28T10:01:46&quot;,&quot;margin&quot;:{&quot;bottom&quot;:0.025999998673796654,&quot;left&quot;:1.2699999809265137,&quot;right&quot;:1.2699999809265137,&quot;top&quot;:0.4230000376701355},&quot;type&quot;:0},{&quot;id&quot;:&quot;2023-06-28T10:01:4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31.1},&quot;minSize&quot;:{&quot;size1&quot;:17.8},&quot;normalSize&quot;:{&quot;size1&quot;:17.8},&quot;subLayout&quot;:[{&quot;id&quot;:&quot;2023-06-28T10:01:47&quot;,&quot;maxSize&quot;:{&quot;size1&quot;:100},&quot;minSize&quot;:{&quot;size1&quot;:61.7},&quot;normalSize&quot;:{&quot;size1&quot;:61.7},&quot;subLayout&quot;:[{&quot;id&quot;:&quot;2023-06-28T10:01:47&quot;,&quot;margin&quot;:{&quot;bottom&quot;:0,&quot;left&quot;:1.2699999809265137,&quot;right&quot;:1.2699999809265137,&quot;top&quot;:0.4230000376701355},&quot;type&quot;:0},{&quot;id&quot;:&quot;2023-06-28T10:01:47&quot;,&quot;margin&quot;:{&quot;bottom&quot;:0.025999998673796654,&quot;left&quot;:1.2699999809265137,&quot;right&quot;:1.2699999809265137,&quot;top&quot;:0.025999998673796654},&quot;type&quot;:0}],&quot;type&quot;:0},{&quot;id&quot;:&quot;2023-06-28T10:01:47&quot;,&quot;margin&quot;:{&quot;bottom&quot;:0.847000002861023,&quot;left&quot;:1.2699999809265137,&quot;right&quot;:1.2699999809265137,&quot;top&quot;:1.2699999809265137},&quot;type&quot;:0}],&quot;type&quot;:0}"/>
  <p:tag name="KSO_WM_SLIDE_BACKGROUND_TYPE" val="general"/>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5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31.1},&quot;minSize&quot;:{&quot;size1&quot;:17.8},&quot;normalSize&quot;:{&quot;size1&quot;:17.8},&quot;subLayout&quot;:[{&quot;id&quot;:&quot;2023-06-28T10:01:47&quot;,&quot;maxSize&quot;:{&quot;size1&quot;:100},&quot;minSize&quot;:{&quot;size1&quot;:61.7},&quot;normalSize&quot;:{&quot;size1&quot;:61.7},&quot;subLayout&quot;:[{&quot;id&quot;:&quot;2023-06-28T10:01:47&quot;,&quot;margin&quot;:{&quot;bottom&quot;:0,&quot;left&quot;:1.2699999809265137,&quot;right&quot;:1.2699999809265137,&quot;top&quot;:0.4230000376701355},&quot;type&quot;:0},{&quot;id&quot;:&quot;2023-06-28T10:01:47&quot;,&quot;margin&quot;:{&quot;bottom&quot;:0.025999998673796654,&quot;left&quot;:1.2699999809265137,&quot;right&quot;:1.2699999809265137,&quot;top&quot;:0.025999998673796654},&quot;type&quot;:0}],&quot;type&quot;:0},{&quot;id&quot;:&quot;2023-06-28T10:01:47&quot;,&quot;margin&quot;:{&quot;bottom&quot;:0.847000002861023,&quot;left&quot;:1.2699999809265137,&quot;right&quot;:1.2699999809265137,&quot;top&quot;:1.2699999809265137},&quot;type&quot;:0}],&quot;type&quot;:0}"/>
  <p:tag name="KSO_WM_SLIDE_BACKGROUND_TYPE" val="general"/>
</p:tagLst>
</file>

<file path=ppt/tags/tag52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525.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526.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3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3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3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3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3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20},&quot;minSize&quot;:{&quot;size1&quot;:11.2},&quot;normalSize&quot;:{&quot;size1&quot;:11.2},&quot;subLayout&quot;:[{&quot;id&quot;:&quot;2023-06-28T10:01:47&quot;,&quot;margin&quot;:{&quot;bottom&quot;:0.025999998673796654,&quot;left&quot;:1.2699999809265137,&quot;right&quot;:1.2699999809265137,&quot;top&quot;:0.4230000376701355},&quot;type&quot;:0},{&quot;id&quot;:&quot;2023-06-28T10:01:4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31.1},&quot;minSize&quot;:{&quot;size1&quot;:17.8},&quot;normalSize&quot;:{&quot;size1&quot;:17.8},&quot;subLayout&quot;:[{&quot;id&quot;:&quot;2023-06-28T10:01:47&quot;,&quot;maxSize&quot;:{&quot;size1&quot;:100},&quot;minSize&quot;:{&quot;size1&quot;:61.7},&quot;normalSize&quot;:{&quot;size1&quot;:61.7},&quot;subLayout&quot;:[{&quot;id&quot;:&quot;2023-06-28T10:01:47&quot;,&quot;margin&quot;:{&quot;bottom&quot;:0,&quot;left&quot;:1.2699999809265137,&quot;right&quot;:1.2699999809265137,&quot;top&quot;:0.4230000376701355},&quot;type&quot;:0},{&quot;id&quot;:&quot;2023-06-28T10:01:47&quot;,&quot;margin&quot;:{&quot;bottom&quot;:0.025999998673796654,&quot;left&quot;:1.2699999809265137,&quot;right&quot;:1.2699999809265137,&quot;top&quot;:0.025999998673796654},&quot;type&quot;:0}],&quot;type&quot;:0},{&quot;id&quot;:&quot;2023-06-28T10:01:47&quot;,&quot;margin&quot;:{&quot;bottom&quot;:0.847000002861023,&quot;left&quot;:1.2699999809265137,&quot;right&quot;:1.2699999809265137,&quot;top&quot;:1.2699999809265137},&quot;type&quot;:0}],&quot;type&quot;:0}"/>
  <p:tag name="KSO_WM_SLIDE_BACKGROUND_TYPE" val="general"/>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5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20},&quot;minSize&quot;:{&quot;size1&quot;:11.2},&quot;normalSize&quot;:{&quot;size1&quot;:11.2},&quot;subLayout&quot;:[{&quot;id&quot;:&quot;2023-06-28T10:01:47&quot;,&quot;margin&quot;:{&quot;bottom&quot;:0.025999998673796654,&quot;left&quot;:1.2699999809265137,&quot;right&quot;:1.2699999809265137,&quot;top&quot;:0.4230000376701355},&quot;type&quot;:0},{&quot;id&quot;:&quot;2023-06-28T10:01:4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31.1},&quot;minSize&quot;:{&quot;size1&quot;:17.8},&quot;normalSize&quot;:{&quot;size1&quot;:17.8},&quot;subLayout&quot;:[{&quot;id&quot;:&quot;2023-06-28T10:01:47&quot;,&quot;maxSize&quot;:{&quot;size1&quot;:100},&quot;minSize&quot;:{&quot;size1&quot;:61.7},&quot;normalSize&quot;:{&quot;size1&quot;:61.7},&quot;subLayout&quot;:[{&quot;id&quot;:&quot;2023-06-28T10:01:47&quot;,&quot;margin&quot;:{&quot;bottom&quot;:0,&quot;left&quot;:1.2699999809265137,&quot;right&quot;:1.2699999809265137,&quot;top&quot;:0.4230000376701355},&quot;type&quot;:0},{&quot;id&quot;:&quot;2023-06-28T10:01:47&quot;,&quot;margin&quot;:{&quot;bottom&quot;:0.025999998673796654,&quot;left&quot;:1.2699999809265137,&quot;right&quot;:1.2699999809265137,&quot;top&quot;:0.025999998673796654},&quot;type&quot;:0}],&quot;type&quot;:0},{&quot;id&quot;:&quot;2023-06-28T10:01:47&quot;,&quot;margin&quot;:{&quot;bottom&quot;:0.847000002861023,&quot;left&quot;:1.2699999809265137,&quot;right&quot;:1.2699999809265137,&quot;top&quot;:1.2699999809265137},&quot;type&quot;:0}],&quot;type&quot;:0}"/>
  <p:tag name="KSO_WM_SLIDE_BACKGROUND_TYPE" val="general"/>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6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6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6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6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6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31.1},&quot;minSize&quot;:{&quot;size1&quot;:17.8},&quot;normalSize&quot;:{&quot;size1&quot;:17.8},&quot;subLayout&quot;:[{&quot;id&quot;:&quot;2023-06-28T10:01:47&quot;,&quot;maxSize&quot;:{&quot;size1&quot;:100},&quot;minSize&quot;:{&quot;size1&quot;:61.7},&quot;normalSize&quot;:{&quot;size1&quot;:61.7},&quot;subLayout&quot;:[{&quot;id&quot;:&quot;2023-06-28T10:01:47&quot;,&quot;margin&quot;:{&quot;bottom&quot;:0,&quot;left&quot;:1.2699999809265137,&quot;right&quot;:1.2699999809265137,&quot;top&quot;:0.4230000376701355},&quot;type&quot;:0},{&quot;id&quot;:&quot;2023-06-28T10:01:47&quot;,&quot;margin&quot;:{&quot;bottom&quot;:0.025999998673796654,&quot;left&quot;:1.2699999809265137,&quot;right&quot;:1.2699999809265137,&quot;top&quot;:0.025999998673796654},&quot;type&quot;:0}],&quot;type&quot;:0},{&quot;id&quot;:&quot;2023-06-28T10:01:47&quot;,&quot;margin&quot;:{&quot;bottom&quot;:0.847000002861023,&quot;left&quot;:1.2699999809265137,&quot;right&quot;:1.2699999809265137,&quot;top&quot;:1.2699999809265137},&quot;type&quot;:0}],&quot;type&quot;:0}"/>
  <p:tag name="KSO_WM_SLIDE_BACKGROUND_TYPE" val="general"/>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 name="WM_BEAUTIFY_ZORDER_FLAG_TAG" val="5"/>
</p:tagLst>
</file>

<file path=ppt/tags/tag576.xml><?xml version="1.0" encoding="utf-8"?>
<p:tagLst xmlns:p="http://schemas.openxmlformats.org/presentationml/2006/main">
  <p:tag name="KSO_WM_UNIT_VALUE" val="550*550"/>
  <p:tag name="KSO_WM_UNIT_HIGHLIGHT" val="0"/>
  <p:tag name="KSO_WM_UNIT_COMPATIBLE" val="0"/>
  <p:tag name="KSO_WM_UNIT_DIAGRAM_ISNUMVISUAL" val="0"/>
  <p:tag name="KSO_WM_UNIT_DIAGRAM_ISREFERUNIT" val="0"/>
  <p:tag name="KSO_WM_UNIT_TYPE" val="d"/>
  <p:tag name="KSO_WM_UNIT_INDEX" val="1"/>
  <p:tag name="KSO_WM_UNIT_ID" val="diagram20212218_1*d*1"/>
  <p:tag name="KSO_WM_TEMPLATE_CATEGORY" val="diagram"/>
  <p:tag name="KSO_WM_TEMPLATE_INDEX" val="20212218"/>
  <p:tag name="KSO_WM_UNIT_LAYERLEVEL" val="1"/>
  <p:tag name="KSO_WM_TAG_VERSION" val="1.0"/>
  <p:tag name="KSO_WM_BEAUTIFY_FLAG" val="#wm#"/>
  <p:tag name="KSO_WM_CHIP_GROUPID" val="5e7310da9a230a26b9e88a19"/>
  <p:tag name="KSO_WM_CHIP_XID" val="5e7310da9a230a26b9e88a1a"/>
  <p:tag name="KSO_WM_UNIT_DEC_AREA_ID" val="2b32f073a63e44ec98017386be452294"/>
  <p:tag name="KSO_WM_CHIP_FILLAREA_FILL_RULE" val="{&quot;fill_align&quot;:&quot;rt&quot;,&quot;fill_mode&quot;:&quot;full&quot;,&quot;sacle_strategy&quot;:&quot;smart&quot;}"/>
  <p:tag name="KSO_WM_ASSEMBLE_CHIP_INDEX" val="a89941cca8b846368910b506219f0467"/>
  <p:tag name="KSO_WM_UNIT_PLACING_PICTURE" val="a89941cca8b846368910b506219f0467"/>
  <p:tag name="KSO_WM_TEMPLATE_ASSEMBLE_XID" val="60656f2e4054ed1e2fb80509"/>
  <p:tag name="KSO_WM_TEMPLATE_ASSEMBLE_GROUPID" val="60656f2e4054ed1e2fb80509"/>
  <p:tag name="WM_BEAUTIFY_ZORDER_FLAG_TAG" val="6"/>
  <p:tag name="KSO_WM_UNIT_PLACING_PICTURE_INFO" val="{&quot;code&quot;:&quot;&quot;,&quot;full_picture&quot;:false,&quot;scheme&quot;:&quot;&quot;,&quot;spacing&quot;:5}"/>
  <p:tag name="KSO_WM_UNIT_PLACING_PICTURE_COLLAGE_VIEWPORT" val="{&quot;height&quot;:5365.79718682437,&quot;width&quot;:6403.588976377951}"/>
</p:tagLst>
</file>

<file path=ppt/tags/tag57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31.1},&quot;minSize&quot;:{&quot;size1&quot;:17.8},&quot;normalSize&quot;:{&quot;size1&quot;:17.8},&quot;subLayout&quot;:[{&quot;id&quot;:&quot;2023-06-28T10:01:47&quot;,&quot;maxSize&quot;:{&quot;size1&quot;:100},&quot;minSize&quot;:{&quot;size1&quot;:61.7},&quot;normalSize&quot;:{&quot;size1&quot;:61.7},&quot;subLayout&quot;:[{&quot;id&quot;:&quot;2023-06-28T10:01:47&quot;,&quot;margin&quot;:{&quot;bottom&quot;:0,&quot;left&quot;:1.2699999809265137,&quot;right&quot;:1.2699999809265137,&quot;top&quot;:0.4230000376701355},&quot;type&quot;:0},{&quot;id&quot;:&quot;2023-06-28T10:01:47&quot;,&quot;margin&quot;:{&quot;bottom&quot;:0.025999998673796654,&quot;left&quot;:1.2699999809265137,&quot;right&quot;:1.2699999809265137,&quot;top&quot;:0.025999998673796654},&quot;type&quot;:0}],&quot;type&quot;:0},{&quot;id&quot;:&quot;2023-06-28T10:01:47&quot;,&quot;margin&quot;:{&quot;bottom&quot;:0.847000002861023,&quot;left&quot;:1.2699999809265137,&quot;right&quot;:1.2699999809265137,&quot;top&quot;:1.2699999809265137},&quot;type&quot;:0}],&quot;type&quot;:0}"/>
  <p:tag name="KSO_WM_SLIDE_BACKGROUND_TYPE" val="general"/>
</p:tagLst>
</file>

<file path=ppt/tags/tag57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579.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580.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8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20},&quot;minSize&quot;:{&quot;size1&quot;:11.2},&quot;normalSize&quot;:{&quot;size1&quot;:11.2},&quot;subLayout&quot;:[{&quot;id&quot;:&quot;2023-06-28T10:01:47&quot;,&quot;margin&quot;:{&quot;bottom&quot;:0.025999998673796654,&quot;left&quot;:1.2699999809265137,&quot;right&quot;:1.2699999809265137,&quot;top&quot;:0.4230000376701355},&quot;type&quot;:0},{&quot;id&quot;:&quot;2023-06-28T10:01:4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9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83_1*f*1"/>
  <p:tag name="KSO_WM_TEMPLATE_CATEGORY" val="diagram"/>
  <p:tag name="KSO_WM_TEMPLATE_INDEX" val="20211083"/>
  <p:tag name="KSO_WM_UNIT_LAYERLEVEL" val="1"/>
  <p:tag name="KSO_WM_TAG_VERSION" val="1.0"/>
  <p:tag name="KSO_WM_BEAUTIFY_FLAG" val="#wm#"/>
  <p:tag name="KSO_WM_UNIT_DEFAULT_FONT" val="14;20;2"/>
  <p:tag name="KSO_WM_UNIT_BLOCK" val="0"/>
  <p:tag name="KSO_WM_UNIT_VALUE" val="300"/>
  <p:tag name="KSO_WM_UNIT_SHOW_EDIT_AREA_INDICATION" val="1"/>
  <p:tag name="KSO_WM_CHIP_GROUPID" val="5e6b05596848fb12bee65ac8"/>
  <p:tag name="KSO_WM_CHIP_XID" val="5e6b05596848fb12bee65aca"/>
  <p:tag name="KSO_WM_UNIT_DEC_AREA_ID" val="70c8755b6f37472d840b2f40d7c25c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t&quot;,&quot;fill_mode&quot;:&quot;full&quot;,&quot;sacle_strategy&quot;:&quot;smart&quot;}"/>
  <p:tag name="KSO_WM_ASSEMBLE_CHIP_INDEX" val="078f4d704024496f9c40d775791a1fb9"/>
  <p:tag name="KSO_WM_UNIT_TEXT_FILL_FORE_SCHEMECOLOR_INDEX_BRIGHTNESS" val="0.25"/>
  <p:tag name="KSO_WM_UNIT_TEXT_FILL_FORE_SCHEMECOLOR_INDEX" val="13"/>
  <p:tag name="KSO_WM_UNIT_TEXT_FILL_TYPE" val="1"/>
  <p:tag name="KSO_WM_TEMPLATE_ASSEMBLE_XID" val="6130c4e08b5cc6c91112a57b"/>
  <p:tag name="KSO_WM_TEMPLATE_ASSEMBLE_GROUPID" val="6130c4e08b5cc6c91112a57b"/>
  <p:tag name="WM_BEAUTIFY_ZORDER_FLAG_TAG" val="4"/>
</p:tagLst>
</file>

<file path=ppt/tags/tag59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7&quot;,&quot;maxSize&quot;:{&quot;size1&quot;:20},&quot;minSize&quot;:{&quot;size1&quot;:11.2},&quot;normalSize&quot;:{&quot;size1&quot;:11.2},&quot;subLayout&quot;:[{&quot;id&quot;:&quot;2023-06-28T10:01:47&quot;,&quot;margin&quot;:{&quot;bottom&quot;:0.025999998673796654,&quot;left&quot;:1.2699999809265137,&quot;right&quot;:1.2699999809265137,&quot;top&quot;:0.4230000376701355},&quot;type&quot;:0},{&quot;id&quot;:&quot;2023-06-28T10:01:4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97.xml><?xml version="1.0" encoding="utf-8"?>
<p:tagLst xmlns:p="http://schemas.openxmlformats.org/presentationml/2006/main">
  <p:tag name="KSO_WM_UNIT_VALUE" val="1396*2030"/>
  <p:tag name="KSO_WM_UNIT_HIGHLIGHT" val="0"/>
  <p:tag name="KSO_WM_UNIT_COMPATIBLE" val="1"/>
  <p:tag name="KSO_WM_UNIT_DIAGRAM_ISNUMVISUAL" val="0"/>
  <p:tag name="KSO_WM_UNIT_DIAGRAM_ISREFERUNIT" val="0"/>
  <p:tag name="KSO_WM_UNIT_TYPE" val="d"/>
  <p:tag name="KSO_WM_UNIT_INDEX" val="1"/>
  <p:tag name="KSO_WM_UNIT_ID" val="diagram20212425_1*d*1"/>
  <p:tag name="KSO_WM_TEMPLATE_CATEGORY" val="diagram"/>
  <p:tag name="KSO_WM_TEMPLATE_INDEX" val="20212425"/>
  <p:tag name="KSO_WM_UNIT_LAYERLEVEL" val="1"/>
  <p:tag name="KSO_WM_TAG_VERSION" val="1.0"/>
  <p:tag name="KSO_WM_BEAUTIFY_FLAG" val="#wm#"/>
  <p:tag name="KSO_WM_CHIP_GROUPID" val="5e7310da9a230a26b9e88a19"/>
  <p:tag name="KSO_WM_CHIP_XID" val="5e7310da9a230a26b9e88a1a"/>
  <p:tag name="KSO_WM_UNIT_DEC_AREA_ID" val="340bee9351c4465ba4a8fce5758eecf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1"/>
  <p:tag name="KSO_WM_CHIP_FILLAREA_FILL_RULE" val="{&quot;fill_align&quot;:&quot;cm&quot;,&quot;fill_mode&quot;:&quot;full&quot;,&quot;sacle_strategy&quot;:&quot;smart&quot;}"/>
  <p:tag name="KSO_WM_ASSEMBLE_CHIP_INDEX" val="012f4e72739f42be9836acbed7fb9265"/>
  <p:tag name="KSO_WM_UNIT_PLACING_PICTURE" val="012f4e72739f42be9836acbed7fb9265"/>
  <p:tag name="KSO_WM_TEMPLATE_ASSEMBLE_XID" val="60656f444054ed1e2fb80698"/>
  <p:tag name="KSO_WM_TEMPLATE_ASSEMBLE_GROUPID" val="60656f444054ed1e2fb80698"/>
  <p:tag name="WM_BEAUTIFY_ZORDER_FLAG_TAG" val="3"/>
</p:tagLst>
</file>

<file path=ppt/tags/tag598.xml><?xml version="1.0" encoding="utf-8"?>
<p:tagLst xmlns:p="http://schemas.openxmlformats.org/presentationml/2006/main">
  <p:tag name="KSO_WM_UNIT_BLOCK" val="0"/>
  <p:tag name="KSO_WM_UNIT_DEC_AREA_ID" val="ea095481d0d64115a605da437295c8b3"/>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2425_1*i*1"/>
  <p:tag name="KSO_WM_TEMPLATE_CATEGORY" val="diagram"/>
  <p:tag name="KSO_WM_TEMPLATE_INDEX" val="20212425"/>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22a7a4dda340fd2c9b58ef"/>
  <p:tag name="KSO_WM_CHIP_XID" val="5f22a7a4dda340fd2c9b58f0"/>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UNIT_VALUE" val="220"/>
  <p:tag name="KSO_WM_TEMPLATE_ASSEMBLE_XID" val="60656f444054ed1e2fb80698"/>
  <p:tag name="KSO_WM_TEMPLATE_ASSEMBLE_GROUPID" val="60656f444054ed1e2fb80698"/>
  <p:tag name="WM_BEAUTIFY_ZORDER_FLAG_TAG" val="4"/>
</p:tagLst>
</file>

<file path=ppt/tags/tag599.xml><?xml version="1.0" encoding="utf-8"?>
<p:tagLst xmlns:p="http://schemas.openxmlformats.org/presentationml/2006/main">
  <p:tag name="KSO_WM_UNIT_BLOCK" val="0"/>
  <p:tag name="KSO_WM_UNIT_DEC_AREA_ID" val="043bafd8d448469aa39d124e0fa06edc"/>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2425_1*i*2"/>
  <p:tag name="KSO_WM_TEMPLATE_CATEGORY" val="diagram"/>
  <p:tag name="KSO_WM_TEMPLATE_INDEX" val="20212425"/>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22a7a4dda340fd2c9b58ef"/>
  <p:tag name="KSO_WM_CHIP_XID" val="5f22a7a4dda340fd2c9b58f0"/>
  <p:tag name="KSO_WM_UNIT_LINE_FORE_SCHEMECOLOR_INDEX_BRIGHTNESS" val="0"/>
  <p:tag name="KSO_WM_UNIT_LINE_FORE_SCHEMECOLOR_INDEX" val="5"/>
  <p:tag name="KSO_WM_UNIT_LINE_FILL_TYPE" val="2"/>
  <p:tag name="KSO_WM_TEMPLATE_ASSEMBLE_XID" val="60656f444054ed1e2fb80698"/>
  <p:tag name="KSO_WM_TEMPLATE_ASSEMBLE_GROUPID" val="60656f444054ed1e2fb80698"/>
  <p:tag name="WM_BEAUTIFY_ZORDER_FLAG_TAG" val="5"/>
</p:tagLst>
</file>

<file path=ppt/tags/tag600.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425_1*f*1"/>
  <p:tag name="KSO_WM_TEMPLATE_CATEGORY" val="diagram"/>
  <p:tag name="KSO_WM_TEMPLATE_INDEX" val="20212425"/>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aa5d4fde96204ae7b3c177b368bb9c4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6a5ace680e5944c7ac7153acdf87aaa7"/>
  <p:tag name="KSO_WM_UNIT_SUPPORT_BIG_FONT" val="1"/>
  <p:tag name="KSO_WM_UNIT_TEXT_FILL_FORE_SCHEMECOLOR_INDEX_BRIGHTNESS" val="0.25"/>
  <p:tag name="KSO_WM_UNIT_TEXT_FILL_FORE_SCHEMECOLOR_INDEX" val="13"/>
  <p:tag name="KSO_WM_UNIT_TEXT_FILL_TYPE" val="1"/>
  <p:tag name="KSO_WM_TEMPLATE_ASSEMBLE_XID" val="60656f444054ed1e2fb80698"/>
  <p:tag name="KSO_WM_TEMPLATE_ASSEMBLE_GROUPID" val="60656f444054ed1e2fb80698"/>
  <p:tag name="WM_BEAUTIFY_ZORDER_FLAG_TAG" val="6"/>
</p:tagLst>
</file>

<file path=ppt/tags/tag60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8&quot;,&quot;maxSize&quot;:{&quot;size1&quot;:20},&quot;minSize&quot;:{&quot;size1&quot;:11.2},&quot;normalSize&quot;:{&quot;size1&quot;:11.2},&quot;subLayout&quot;:[{&quot;id&quot;:&quot;2023-06-28T10:01:48&quot;,&quot;margin&quot;:{&quot;bottom&quot;:0.025999998673796654,&quot;left&quot;:1.2699999809265137,&quot;right&quot;:1.2699999809265137,&quot;top&quot;:0.4230000376701355},&quot;type&quot;:0},{&quot;id&quot;:&quot;2023-06-28T10:01: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06.xml><?xml version="1.0" encoding="utf-8"?>
<p:tagLst xmlns:p="http://schemas.openxmlformats.org/presentationml/2006/main">
  <p:tag name="KSO_WM_UNIT_VALUE" val="1904*2115"/>
  <p:tag name="KSO_WM_UNIT_HIGHLIGHT" val="0"/>
  <p:tag name="KSO_WM_UNIT_COMPATIBLE" val="1"/>
  <p:tag name="KSO_WM_UNIT_DIAGRAM_ISNUMVISUAL" val="0"/>
  <p:tag name="KSO_WM_UNIT_DIAGRAM_ISREFERUNIT" val="0"/>
  <p:tag name="KSO_WM_UNIT_TYPE" val="d"/>
  <p:tag name="KSO_WM_UNIT_INDEX" val="1"/>
  <p:tag name="KSO_WM_UNIT_ID" val="diagram20210856_1*d*1"/>
  <p:tag name="KSO_WM_TEMPLATE_CATEGORY" val="diagram"/>
  <p:tag name="KSO_WM_TEMPLATE_INDEX" val="20210856"/>
  <p:tag name="KSO_WM_UNIT_LAYERLEVEL" val="1"/>
  <p:tag name="KSO_WM_TAG_VERSION" val="1.0"/>
  <p:tag name="KSO_WM_BEAUTIFY_FLAG" val="#wm#"/>
  <p:tag name="KSO_WM_CHIP_GROUPID" val="5e7310da9a230a26b9e88a19"/>
  <p:tag name="KSO_WM_CHIP_XID" val="5e7310da9a230a26b9e88a1a"/>
  <p:tag name="KSO_WM_UNIT_DEC_AREA_ID" val="2f2f1071c88845dab12dcd4402c69aab"/>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5bf607024c4172860c5b241dae7768"/>
  <p:tag name="KSO_WM_UNIT_PLACING_PICTURE" val="995bf607024c4172860c5b241dae7768"/>
  <p:tag name="KSO_WM_TEMPLATE_ASSEMBLE_XID" val="6130c4e08b5cc6c91112a56b"/>
  <p:tag name="KSO_WM_TEMPLATE_ASSEMBLE_GROUPID" val="6130c4e08b5cc6c91112a56b"/>
  <p:tag name="WM_BEAUTIFY_ZORDER_FLAG_TAG" val="4"/>
</p:tagLst>
</file>

<file path=ppt/tags/tag6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0856_1*f*1"/>
  <p:tag name="KSO_WM_TEMPLATE_CATEGORY" val="diagram"/>
  <p:tag name="KSO_WM_TEMPLATE_INDEX" val="20210856"/>
  <p:tag name="KSO_WM_UNIT_LAYERLEVEL" val="1"/>
  <p:tag name="KSO_WM_TAG_VERSION" val="1.0"/>
  <p:tag name="KSO_WM_BEAUTIFY_FLAG" val="#wm#"/>
  <p:tag name="KSO_WM_UNIT_DEFAULT_FONT" val="14;20;2"/>
  <p:tag name="KSO_WM_UNIT_BLOCK" val="0"/>
  <p:tag name="KSO_WM_UNIT_VALUE" val="91"/>
  <p:tag name="KSO_WM_UNIT_SHOW_EDIT_AREA_INDICATION" val="1"/>
  <p:tag name="KSO_WM_CHIP_GROUPID" val="5e6b05596848fb12bee65ac8"/>
  <p:tag name="KSO_WM_CHIP_XID" val="5e6b05596848fb12bee65aca"/>
  <p:tag name="KSO_WM_UNIT_DEC_AREA_ID" val="d887781d562a400288dd7084926b567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0132f91d220f4e668e51bf54e00cfb97"/>
  <p:tag name="KSO_WM_UNIT_TEXT_FILL_FORE_SCHEMECOLOR_INDEX_BRIGHTNESS" val="0.25"/>
  <p:tag name="KSO_WM_UNIT_TEXT_FILL_FORE_SCHEMECOLOR_INDEX" val="13"/>
  <p:tag name="KSO_WM_UNIT_TEXT_FILL_TYPE" val="1"/>
  <p:tag name="KSO_WM_TEMPLATE_ASSEMBLE_XID" val="6130c4e08b5cc6c91112a56b"/>
  <p:tag name="KSO_WM_TEMPLATE_ASSEMBLE_GROUPID" val="6130c4e08b5cc6c91112a56b"/>
  <p:tag name="WM_BEAUTIFY_ZORDER_FLAG_TAG" val="5"/>
</p:tagLst>
</file>

<file path=ppt/tags/tag60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8&quot;,&quot;maxSize&quot;:{&quot;size1&quot;:20},&quot;minSize&quot;:{&quot;size1&quot;:11.2},&quot;normalSize&quot;:{&quot;size1&quot;:11.2},&quot;subLayout&quot;:[{&quot;id&quot;:&quot;2023-06-28T10:01:48&quot;,&quot;margin&quot;:{&quot;bottom&quot;:0.025999998673796654,&quot;left&quot;:1.2699999809265137,&quot;right&quot;:1.2699999809265137,&quot;top&quot;:0.4230000376701355},&quot;type&quot;:0},{&quot;id&quot;:&quot;2023-06-28T10:01: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09.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610.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611.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1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1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1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1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1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2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2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8&quot;,&quot;maxSize&quot;:{&quot;size1&quot;:20},&quot;minSize&quot;:{&quot;size1&quot;:11.2},&quot;normalSize&quot;:{&quot;size1&quot;:11.2},&quot;subLayout&quot;:[{&quot;id&quot;:&quot;2023-06-28T10:01:48&quot;,&quot;margin&quot;:{&quot;bottom&quot;:0.025999998673796654,&quot;left&quot;:1.2699999809265137,&quot;right&quot;:1.2699999809265137,&quot;top&quot;:0.4230000376701355},&quot;type&quot;:0},{&quot;id&quot;:&quot;2023-06-28T10:01: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2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2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2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3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3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3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8&quot;,&quot;maxSize&quot;:{&quot;size1&quot;:20},&quot;minSize&quot;:{&quot;size1&quot;:11.2},&quot;normalSize&quot;:{&quot;size1&quot;:11.2},&quot;subLayout&quot;:[{&quot;id&quot;:&quot;2023-06-28T10:01:48&quot;,&quot;margin&quot;:{&quot;bottom&quot;:0.025999998673796654,&quot;left&quot;:1.2699999809265137,&quot;right&quot;:1.2699999809265137,&quot;top&quot;:0.4230000376701355},&quot;type&quot;:0},{&quot;id&quot;:&quot;2023-06-28T10:01: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3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64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4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4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4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6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64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8&quot;,&quot;maxSize&quot;:{&quot;size1&quot;:31.1},&quot;minSize&quot;:{&quot;size1&quot;:17.8},&quot;normalSize&quot;:{&quot;size1&quot;:17.8},&quot;subLayout&quot;:[{&quot;id&quot;:&quot;2023-06-28T10:01:48&quot;,&quot;maxSize&quot;:{&quot;size1&quot;:100},&quot;minSize&quot;:{&quot;size1&quot;:61.7},&quot;normalSize&quot;:{&quot;size1&quot;:61.7},&quot;subLayout&quot;:[{&quot;id&quot;:&quot;2023-06-28T10:01:48&quot;,&quot;margin&quot;:{&quot;bottom&quot;:0,&quot;left&quot;:1.2699999809265137,&quot;right&quot;:1.2699999809265137,&quot;top&quot;:0.4230000376701355},&quot;type&quot;:0},{&quot;id&quot;:&quot;2023-06-28T10:01:48&quot;,&quot;margin&quot;:{&quot;bottom&quot;:0.025999998673796654,&quot;left&quot;:1.2699999809265137,&quot;right&quot;:1.2699999809265137,&quot;top&quot;:0.025999998673796654},&quot;type&quot;:0}],&quot;type&quot;:0},{&quot;id&quot;:&quot;2023-06-28T10:01:48&quot;,&quot;margin&quot;:{&quot;bottom&quot;:0.847000002861023,&quot;left&quot;:1.2699999809265137,&quot;right&quot;:1.2699999809265137,&quot;top&quot;:1.2699999809265137},&quot;type&quot;:0}],&quot;type&quot;:0}"/>
  <p:tag name="KSO_WM_SLIDE_BACKGROUND_TYPE" val="general"/>
</p:tagLst>
</file>

<file path=ppt/tags/tag6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8&quot;,&quot;maxSize&quot;:{&quot;size1&quot;:31.1},&quot;minSize&quot;:{&quot;size1&quot;:17.8},&quot;normalSize&quot;:{&quot;size1&quot;:17.8},&quot;subLayout&quot;:[{&quot;id&quot;:&quot;2023-06-28T10:01:48&quot;,&quot;maxSize&quot;:{&quot;size1&quot;:100},&quot;minSize&quot;:{&quot;size1&quot;:61.7},&quot;normalSize&quot;:{&quot;size1&quot;:61.7},&quot;subLayout&quot;:[{&quot;id&quot;:&quot;2023-06-28T10:01:48&quot;,&quot;margin&quot;:{&quot;bottom&quot;:0,&quot;left&quot;:1.2699999809265137,&quot;right&quot;:1.2699999809265137,&quot;top&quot;:0.4230000376701355},&quot;type&quot;:0},{&quot;id&quot;:&quot;2023-06-28T10:01:48&quot;,&quot;margin&quot;:{&quot;bottom&quot;:0.025999998673796654,&quot;left&quot;:1.2699999809265137,&quot;right&quot;:1.2699999809265137,&quot;top&quot;:0.025999998673796654},&quot;type&quot;:0}],&quot;type&quot;:0},{&quot;id&quot;:&quot;2023-06-28T10:01:48&quot;,&quot;margin&quot;:{&quot;bottom&quot;:0.847000002861023,&quot;left&quot;:1.2699999809265137,&quot;right&quot;:1.2699999809265137,&quot;top&quot;:1.2699999809265137},&quot;type&quot;:0}],&quot;type&quot;:0}"/>
  <p:tag name="KSO_WM_SLIDE_BACKGROUND_TYPE" val="general"/>
</p:tagLst>
</file>

<file path=ppt/tags/tag6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5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8&quot;,&quot;maxSize&quot;:{&quot;size1&quot;:20},&quot;minSize&quot;:{&quot;size1&quot;:11.2},&quot;normalSize&quot;:{&quot;size1&quot;:11.2},&quot;subLayout&quot;:[{&quot;id&quot;:&quot;2023-06-28T10:01:48&quot;,&quot;margin&quot;:{&quot;bottom&quot;:0.025999998673796654,&quot;left&quot;:1.2699999809265137,&quot;right&quot;:1.2699999809265137,&quot;top&quot;:0.4230000376701355},&quot;type&quot;:0},{&quot;id&quot;:&quot;2023-06-28T10:01: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6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64.xml><?xml version="1.0" encoding="utf-8"?>
<p:tagLst xmlns:p="http://schemas.openxmlformats.org/presentationml/2006/main">
  <p:tag name="KSO_WM_UNIT_PLACING_PICTURE_USER_VIEWPORT" val="{&quot;height&quot;:5110,&quot;width&quot;:7345}"/>
</p:tagLst>
</file>

<file path=ppt/tags/tag66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8&quot;,&quot;maxSize&quot;:{&quot;size1&quot;:20},&quot;minSize&quot;:{&quot;size1&quot;:11.2},&quot;normalSize&quot;:{&quot;size1&quot;:11.2},&quot;subLayout&quot;:[{&quot;id&quot;:&quot;2023-06-28T10:01:48&quot;,&quot;margin&quot;:{&quot;bottom&quot;:0.025999998673796654,&quot;left&quot;:1.2699999809265137,&quot;right&quot;:1.2699999809265137,&quot;top&quot;:0.4230000376701355},&quot;type&quot;:0},{&quot;id&quot;:&quot;2023-06-28T10:01: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6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8T10:01:49&quot;,&quot;maxSize&quot;:{&quot;size1&quot;:31.1},&quot;minSize&quot;:{&quot;size1&quot;:17.8},&quot;normalSize&quot;:{&quot;size1&quot;:17.8},&quot;subLayout&quot;:[{&quot;id&quot;:&quot;2023-06-28T10:01:49&quot;,&quot;maxSize&quot;:{&quot;size1&quot;:100},&quot;minSize&quot;:{&quot;size1&quot;:61.7},&quot;normalSize&quot;:{&quot;size1&quot;:61.7},&quot;subLayout&quot;:[{&quot;id&quot;:&quot;2023-06-28T10:01:49&quot;,&quot;margin&quot;:{&quot;bottom&quot;:0,&quot;left&quot;:1.2699999809265137,&quot;right&quot;:1.2699999809265137,&quot;top&quot;:0.4230000376701355},&quot;type&quot;:0},{&quot;id&quot;:&quot;2023-06-28T10:01:49&quot;,&quot;margin&quot;:{&quot;bottom&quot;:0.025999998673796654,&quot;left&quot;:1.2699999809265137,&quot;right&quot;:1.2699999809265137,&quot;top&quot;:0.025999998673796654},&quot;type&quot;:0}],&quot;type&quot;:0},{&quot;id&quot;:&quot;2023-06-28T10:01:49&quot;,&quot;margin&quot;:{&quot;bottom&quot;:0.847000002861023,&quot;left&quot;:1.2699999809265137,&quot;right&quot;:1.2699999809265137,&quot;top&quot;:1.2699999809265137},&quot;type&quot;:0}],&quot;type&quot;:0}"/>
  <p:tag name="KSO_WM_SLIDE_BACKGROUND_TYPE" val="general"/>
</p:tagLst>
</file>

<file path=ppt/tags/tag67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673.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674.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8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8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8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8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8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9&quot;,&quot;maxSize&quot;:{&quot;size1&quot;:20},&quot;minSize&quot;:{&quot;size1&quot;:11.2},&quot;normalSize&quot;:{&quot;size1&quot;:11.2},&quot;subLayout&quot;:[{&quot;id&quot;:&quot;2023-06-28T10:01:49&quot;,&quot;margin&quot;:{&quot;bottom&quot;:0.025999998673796654,&quot;left&quot;:1.2699999809265137,&quot;right&quot;:1.2699999809265137,&quot;top&quot;:0.4230000376701355},&quot;type&quot;:0},{&quot;id&quot;:&quot;2023-06-28T10:01: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68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69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9&quot;,&quot;maxSize&quot;:{&quot;size1&quot;:20},&quot;minSize&quot;:{&quot;size1&quot;:11.2},&quot;normalSize&quot;:{&quot;size1&quot;:11.2},&quot;subLayout&quot;:[{&quot;id&quot;:&quot;2023-06-28T10:01:49&quot;,&quot;margin&quot;:{&quot;bottom&quot;:0.025999998673796654,&quot;left&quot;:1.2699999809265137,&quot;right&quot;:1.2699999809265137,&quot;top&quot;:0.4230000376701355},&quot;type&quot;:0},{&quot;id&quot;:&quot;2023-06-28T10:01: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9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9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8T10:01:49&quot;,&quot;maxSize&quot;:{&quot;size1&quot;:20},&quot;minSize&quot;:{&quot;size1&quot;:11.2},&quot;normalSize&quot;:{&quot;size1&quot;:11.2},&quot;subLayout&quot;:[{&quot;id&quot;:&quot;2023-06-28T10:01:49&quot;,&quot;margin&quot;:{&quot;bottom&quot;:0.025999998673796654,&quot;left&quot;:1.2699999809265137,&quot;right&quot;:1.2699999809265137,&quot;top&quot;:0.4230000376701355},&quot;type&quot;:0},{&quot;id&quot;:&quot;2023-06-28T10:01: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698.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699.xml><?xml version="1.0" encoding="utf-8"?>
<p:tagLst xmlns:p="http://schemas.openxmlformats.org/presentationml/2006/main">
  <p:tag name="KSO_WPP_MARK_KEY" val="9736b007-edd3-49c4-9128-883bb77ad105"/>
  <p:tag name="COMMONDATA" val="eyJoZGlkIjoiMjJiNWQxMzM1MWNmYTdjOGE5NWNkODk4YzI2ZTYwN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22291</Words>
  <Application>WPS 演示</Application>
  <PresentationFormat>宽屏</PresentationFormat>
  <Paragraphs>768</Paragraphs>
  <Slides>76</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76</vt:i4>
      </vt:variant>
    </vt:vector>
  </HeadingPairs>
  <TitlesOfParts>
    <vt:vector size="88" baseType="lpstr">
      <vt:lpstr>Arial</vt:lpstr>
      <vt:lpstr>宋体</vt:lpstr>
      <vt:lpstr>Wingdings</vt:lpstr>
      <vt:lpstr>微软雅黑</vt:lpstr>
      <vt:lpstr>汉仪青云简</vt:lpstr>
      <vt:lpstr>Segoe UI</vt:lpstr>
      <vt:lpstr>Times New Roman</vt:lpstr>
      <vt:lpstr>Arial Unicode MS</vt:lpstr>
      <vt:lpstr>Wingdings</vt:lpstr>
      <vt:lpstr>Arial Black</vt:lpstr>
      <vt:lpstr>Office 主题​​</vt:lpstr>
      <vt:lpstr>1_Office 主题​​</vt:lpstr>
      <vt:lpstr>第 6 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 文件组及其创建与使用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管理数据库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 扩大和收缩数据库</vt:lpstr>
      <vt:lpstr>PowerPoint 演示文稿</vt:lpstr>
      <vt:lpstr>PowerPoint 演示文稿</vt:lpstr>
      <vt:lpstr>PowerPoint 演示文稿</vt:lpstr>
      <vt:lpstr>PowerPoint 演示文稿</vt:lpstr>
      <vt:lpstr>PowerPoint 演示文稿</vt:lpstr>
      <vt:lpstr>PowerPoint 演示文稿</vt:lpstr>
      <vt:lpstr>6 导入/导出数据</vt:lpstr>
      <vt:lpstr>PowerPoint 演示文稿</vt:lpstr>
      <vt:lpstr>PowerPoint 演示文稿</vt:lpstr>
      <vt:lpstr>PowerPoint 演示文稿</vt:lpstr>
      <vt:lpstr>PowerPoint 演示文稿</vt:lpstr>
      <vt:lpstr>7 备份与恢复数据库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 生成SQL脚本</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dlg</cp:lastModifiedBy>
  <cp:revision>43</cp:revision>
  <dcterms:created xsi:type="dcterms:W3CDTF">2023-06-28T02:00:00Z</dcterms:created>
  <dcterms:modified xsi:type="dcterms:W3CDTF">2023-06-30T07:57:25Z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2052-11.1.0.12155</vt:lpwstr>
  </property>
  <property fmtid="{D5CDD505-2E9C-101B-9397-08002B2CF9AE}" pid="3" name="ICV">
    <vt:lpwstr/>
  </property>
</Properties>
</file>