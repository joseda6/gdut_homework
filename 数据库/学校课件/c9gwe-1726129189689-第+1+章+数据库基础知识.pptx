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57"/>
  </p:handoutMasterIdLst>
  <p:sldIdLst>
    <p:sldId id="257" r:id="rId4"/>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7" r:id="rId30"/>
    <p:sldId id="288" r:id="rId31"/>
    <p:sldId id="289" r:id="rId32"/>
    <p:sldId id="290" r:id="rId33"/>
    <p:sldId id="291" r:id="rId34"/>
    <p:sldId id="292"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6" r:id="rId56"/>
  </p:sldIdLst>
  <p:sldSz cx="12192000" cy="6858000"/>
  <p:notesSz cx="7103745" cy="10234295"/>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2" Type="http://schemas.openxmlformats.org/officeDocument/2006/relationships/tags" Target="tags/tag606.xml"/><Relationship Id="rId61" Type="http://schemas.openxmlformats.org/officeDocument/2006/relationships/commentAuthors" Target="commentAuthors.xml"/><Relationship Id="rId60" Type="http://schemas.openxmlformats.org/officeDocument/2006/relationships/tableStyles" Target="tableStyles.xml"/><Relationship Id="rId6" Type="http://schemas.openxmlformats.org/officeDocument/2006/relationships/slide" Target="slides/slide2.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2" Type="http://schemas.openxmlformats.org/officeDocument/2006/relationships/slideLayout" Target="../slideLayouts/slideLayout17.xml"/><Relationship Id="rId11" Type="http://schemas.openxmlformats.org/officeDocument/2006/relationships/tags" Target="../tags/tag142.xml"/><Relationship Id="rId10" Type="http://schemas.openxmlformats.org/officeDocument/2006/relationships/tags" Target="../tags/tag141.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5.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3" Type="http://schemas.openxmlformats.org/officeDocument/2006/relationships/slideLayout" Target="../slideLayouts/slideLayout17.xml"/><Relationship Id="rId12" Type="http://schemas.openxmlformats.org/officeDocument/2006/relationships/tags" Target="../tags/tag167.xml"/><Relationship Id="rId11" Type="http://schemas.openxmlformats.org/officeDocument/2006/relationships/image" Target="../media/image1.emf"/><Relationship Id="rId10" Type="http://schemas.openxmlformats.org/officeDocument/2006/relationships/tags" Target="../tags/tag166.xml"/><Relationship Id="rId1" Type="http://schemas.openxmlformats.org/officeDocument/2006/relationships/tags" Target="../tags/tag157.xml"/></Relationships>
</file>

<file path=ppt/slides/_rels/slide6.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image" Target="../media/image2.emf"/><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0" Type="http://schemas.openxmlformats.org/officeDocument/2006/relationships/slideLayout" Target="../slideLayouts/slideLayout17.xml"/><Relationship Id="rId1" Type="http://schemas.openxmlformats.org/officeDocument/2006/relationships/tags" Target="../tags/tag168.xml"/></Relationships>
</file>

<file path=ppt/slides/_rels/slide7.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image" Target="../media/image3.emf"/><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0" Type="http://schemas.openxmlformats.org/officeDocument/2006/relationships/slideLayout" Target="../slideLayouts/slideLayout17.xml"/><Relationship Id="rId1" Type="http://schemas.openxmlformats.org/officeDocument/2006/relationships/tags" Target="../tags/tag176.xml"/></Relationships>
</file>

<file path=ppt/slides/_rels/slide8.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6" Type="http://schemas.openxmlformats.org/officeDocument/2006/relationships/slideLayout" Target="../slideLayouts/slideLayout17.xml"/><Relationship Id="rId15" Type="http://schemas.openxmlformats.org/officeDocument/2006/relationships/tags" Target="../tags/tag195.xml"/><Relationship Id="rId14" Type="http://schemas.openxmlformats.org/officeDocument/2006/relationships/image" Target="../media/image6.png"/><Relationship Id="rId13" Type="http://schemas.openxmlformats.org/officeDocument/2006/relationships/tags" Target="../tags/tag194.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4.xml"/></Relationships>
</file>

<file path=ppt/slides/_rels/slide9.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3" Type="http://schemas.openxmlformats.org/officeDocument/2006/relationships/slideLayout" Target="../slideLayouts/slideLayout17.xml"/><Relationship Id="rId12" Type="http://schemas.openxmlformats.org/officeDocument/2006/relationships/tags" Target="../tags/tag207.xml"/><Relationship Id="rId11" Type="http://schemas.openxmlformats.org/officeDocument/2006/relationships/tags" Target="../tags/tag206.xml"/><Relationship Id="rId10" Type="http://schemas.openxmlformats.org/officeDocument/2006/relationships/tags" Target="../tags/tag205.xml"/><Relationship Id="rId1" Type="http://schemas.openxmlformats.org/officeDocument/2006/relationships/tags" Target="../tags/tag196.xml"/></Relationships>
</file>

<file path=ppt/slides/_rels/slide10.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3" Type="http://schemas.openxmlformats.org/officeDocument/2006/relationships/slideLayout" Target="../slideLayouts/slideLayout17.xml"/><Relationship Id="rId12" Type="http://schemas.openxmlformats.org/officeDocument/2006/relationships/tags" Target="../tags/tag219.xml"/><Relationship Id="rId11" Type="http://schemas.openxmlformats.org/officeDocument/2006/relationships/tags" Target="../tags/tag218.xml"/><Relationship Id="rId10" Type="http://schemas.openxmlformats.org/officeDocument/2006/relationships/tags" Target="../tags/tag217.xml"/><Relationship Id="rId1" Type="http://schemas.openxmlformats.org/officeDocument/2006/relationships/tags" Target="../tags/tag208.xml"/></Relationships>
</file>

<file path=ppt/slides/_rels/slide11.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3" Type="http://schemas.openxmlformats.org/officeDocument/2006/relationships/slideLayout" Target="../slideLayouts/slideLayout17.xml"/><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0.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52.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59.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73.xml"/><Relationship Id="rId6" Type="http://schemas.openxmlformats.org/officeDocument/2006/relationships/tags" Target="../tags/tag272.xml"/><Relationship Id="rId5" Type="http://schemas.openxmlformats.org/officeDocument/2006/relationships/tags" Target="../tags/tag271.xml"/><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01.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08.xml"/><Relationship Id="rId6" Type="http://schemas.openxmlformats.org/officeDocument/2006/relationships/tags" Target="../tags/tag307.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15.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s>
</file>

<file path=ppt/slides/_rels/slide24.xml.rels><?xml version="1.0" encoding="UTF-8" standalone="yes"?>
<Relationships xmlns="http://schemas.openxmlformats.org/package/2006/relationships"><Relationship Id="rId9" Type="http://schemas.openxmlformats.org/officeDocument/2006/relationships/tags" Target="../tags/tag323.xml"/><Relationship Id="rId8" Type="http://schemas.openxmlformats.org/officeDocument/2006/relationships/tags" Target="../tags/tag322.xml"/><Relationship Id="rId7" Type="http://schemas.openxmlformats.org/officeDocument/2006/relationships/image" Target="../media/image7.emf"/><Relationship Id="rId6" Type="http://schemas.openxmlformats.org/officeDocument/2006/relationships/tags" Target="../tags/tag321.xml"/><Relationship Id="rId5" Type="http://schemas.openxmlformats.org/officeDocument/2006/relationships/tags" Target="../tags/tag320.xml"/><Relationship Id="rId4" Type="http://schemas.openxmlformats.org/officeDocument/2006/relationships/tags" Target="../tags/tag319.xml"/><Relationship Id="rId3" Type="http://schemas.openxmlformats.org/officeDocument/2006/relationships/tags" Target="../tags/tag318.xml"/><Relationship Id="rId2" Type="http://schemas.openxmlformats.org/officeDocument/2006/relationships/tags" Target="../tags/tag317.xml"/><Relationship Id="rId10" Type="http://schemas.openxmlformats.org/officeDocument/2006/relationships/slideLayout" Target="../slideLayouts/slideLayout17.xml"/><Relationship Id="rId1" Type="http://schemas.openxmlformats.org/officeDocument/2006/relationships/tags" Target="../tags/tag316.xml"/></Relationships>
</file>

<file path=ppt/slides/_rels/slide25.xml.rels><?xml version="1.0" encoding="UTF-8" standalone="yes"?>
<Relationships xmlns="http://schemas.openxmlformats.org/package/2006/relationships"><Relationship Id="rId9" Type="http://schemas.openxmlformats.org/officeDocument/2006/relationships/tags" Target="../tags/tag330.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0" Type="http://schemas.openxmlformats.org/officeDocument/2006/relationships/slideLayout" Target="../slideLayouts/slideLayout17.xml"/><Relationship Id="rId1" Type="http://schemas.openxmlformats.org/officeDocument/2006/relationships/tags" Target="../tags/tag324.xml"/></Relationships>
</file>

<file path=ppt/slides/_rels/slide26.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image" Target="../media/image10.emf"/><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tags" Target="../tags/tag332.xml"/><Relationship Id="rId11" Type="http://schemas.openxmlformats.org/officeDocument/2006/relationships/slideLayout" Target="../slideLayouts/slideLayout17.xml"/><Relationship Id="rId10" Type="http://schemas.openxmlformats.org/officeDocument/2006/relationships/tags" Target="../tags/tag339.xml"/><Relationship Id="rId1" Type="http://schemas.openxmlformats.org/officeDocument/2006/relationships/tags" Target="../tags/tag331.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46.xml"/><Relationship Id="rId6" Type="http://schemas.openxmlformats.org/officeDocument/2006/relationships/tags" Target="../tags/tag345.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tags" Target="../tags/tag340.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60.xml"/><Relationship Id="rId7" Type="http://schemas.openxmlformats.org/officeDocument/2006/relationships/image" Target="../media/image11.png"/><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 Type="http://schemas.openxmlformats.org/officeDocument/2006/relationships/tags" Target="../tags/tag354.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67.xml"/><Relationship Id="rId7" Type="http://schemas.openxmlformats.org/officeDocument/2006/relationships/image" Target="../media/image12.png"/><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 Type="http://schemas.openxmlformats.org/officeDocument/2006/relationships/tags" Target="../tags/tag361.xml"/></Relationships>
</file>

<file path=ppt/slides/_rels/slide31.xml.rels><?xml version="1.0" encoding="UTF-8" standalone="yes"?>
<Relationships xmlns="http://schemas.openxmlformats.org/package/2006/relationships"><Relationship Id="rId9" Type="http://schemas.openxmlformats.org/officeDocument/2006/relationships/tags" Target="../tags/tag376.xml"/><Relationship Id="rId8" Type="http://schemas.openxmlformats.org/officeDocument/2006/relationships/tags" Target="../tags/tag375.xml"/><Relationship Id="rId7" Type="http://schemas.openxmlformats.org/officeDocument/2006/relationships/tags" Target="../tags/tag374.xml"/><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 Type="http://schemas.openxmlformats.org/officeDocument/2006/relationships/tags" Target="../tags/tag369.xml"/><Relationship Id="rId15" Type="http://schemas.openxmlformats.org/officeDocument/2006/relationships/slideLayout" Target="../slideLayouts/slideLayout17.xml"/><Relationship Id="rId14" Type="http://schemas.openxmlformats.org/officeDocument/2006/relationships/tags" Target="../tags/tag380.xml"/><Relationship Id="rId13" Type="http://schemas.openxmlformats.org/officeDocument/2006/relationships/image" Target="../media/image13.emf"/><Relationship Id="rId12" Type="http://schemas.openxmlformats.org/officeDocument/2006/relationships/tags" Target="../tags/tag379.xml"/><Relationship Id="rId11" Type="http://schemas.openxmlformats.org/officeDocument/2006/relationships/tags" Target="../tags/tag378.xml"/><Relationship Id="rId10" Type="http://schemas.openxmlformats.org/officeDocument/2006/relationships/tags" Target="../tags/tag377.xml"/><Relationship Id="rId1" Type="http://schemas.openxmlformats.org/officeDocument/2006/relationships/tags" Target="../tags/tag368.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87.xml"/><Relationship Id="rId6" Type="http://schemas.openxmlformats.org/officeDocument/2006/relationships/tags" Target="../tags/tag386.xml"/><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tags" Target="../tags/tag382.xml"/><Relationship Id="rId1" Type="http://schemas.openxmlformats.org/officeDocument/2006/relationships/tags" Target="../tags/tag381.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94.xml"/><Relationship Id="rId6" Type="http://schemas.openxmlformats.org/officeDocument/2006/relationships/tags" Target="../tags/tag393.xml"/><Relationship Id="rId5" Type="http://schemas.openxmlformats.org/officeDocument/2006/relationships/tags" Target="../tags/tag392.xml"/><Relationship Id="rId4" Type="http://schemas.openxmlformats.org/officeDocument/2006/relationships/tags" Target="../tags/tag391.xml"/><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tags" Target="../tags/tag388.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01.xml"/><Relationship Id="rId6" Type="http://schemas.openxmlformats.org/officeDocument/2006/relationships/tags" Target="../tags/tag400.xml"/><Relationship Id="rId5" Type="http://schemas.openxmlformats.org/officeDocument/2006/relationships/tags" Target="../tags/tag399.xml"/><Relationship Id="rId4" Type="http://schemas.openxmlformats.org/officeDocument/2006/relationships/tags" Target="../tags/tag398.xml"/><Relationship Id="rId3" Type="http://schemas.openxmlformats.org/officeDocument/2006/relationships/tags" Target="../tags/tag397.xml"/><Relationship Id="rId2" Type="http://schemas.openxmlformats.org/officeDocument/2006/relationships/tags" Target="../tags/tag396.xml"/><Relationship Id="rId1" Type="http://schemas.openxmlformats.org/officeDocument/2006/relationships/tags" Target="../tags/tag395.xml"/></Relationships>
</file>

<file path=ppt/slides/_rels/slide35.xml.rels><?xml version="1.0" encoding="UTF-8" standalone="yes"?>
<Relationships xmlns="http://schemas.openxmlformats.org/package/2006/relationships"><Relationship Id="rId9" Type="http://schemas.openxmlformats.org/officeDocument/2006/relationships/tags" Target="../tags/tag410.xml"/><Relationship Id="rId8" Type="http://schemas.openxmlformats.org/officeDocument/2006/relationships/tags" Target="../tags/tag409.xml"/><Relationship Id="rId7" Type="http://schemas.openxmlformats.org/officeDocument/2006/relationships/tags" Target="../tags/tag408.xml"/><Relationship Id="rId6" Type="http://schemas.openxmlformats.org/officeDocument/2006/relationships/tags" Target="../tags/tag407.xml"/><Relationship Id="rId5" Type="http://schemas.openxmlformats.org/officeDocument/2006/relationships/tags" Target="../tags/tag406.xml"/><Relationship Id="rId4" Type="http://schemas.openxmlformats.org/officeDocument/2006/relationships/tags" Target="../tags/tag405.xml"/><Relationship Id="rId3" Type="http://schemas.openxmlformats.org/officeDocument/2006/relationships/tags" Target="../tags/tag404.xml"/><Relationship Id="rId2" Type="http://schemas.openxmlformats.org/officeDocument/2006/relationships/tags" Target="../tags/tag403.xml"/><Relationship Id="rId16" Type="http://schemas.openxmlformats.org/officeDocument/2006/relationships/slideLayout" Target="../slideLayouts/slideLayout17.xml"/><Relationship Id="rId15" Type="http://schemas.openxmlformats.org/officeDocument/2006/relationships/tags" Target="../tags/tag416.xml"/><Relationship Id="rId14" Type="http://schemas.openxmlformats.org/officeDocument/2006/relationships/tags" Target="../tags/tag415.xml"/><Relationship Id="rId13" Type="http://schemas.openxmlformats.org/officeDocument/2006/relationships/tags" Target="../tags/tag414.xml"/><Relationship Id="rId12" Type="http://schemas.openxmlformats.org/officeDocument/2006/relationships/tags" Target="../tags/tag413.xml"/><Relationship Id="rId11" Type="http://schemas.openxmlformats.org/officeDocument/2006/relationships/tags" Target="../tags/tag412.xml"/><Relationship Id="rId10" Type="http://schemas.openxmlformats.org/officeDocument/2006/relationships/tags" Target="../tags/tag411.xml"/><Relationship Id="rId1" Type="http://schemas.openxmlformats.org/officeDocument/2006/relationships/tags" Target="../tags/tag402.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23.xml"/><Relationship Id="rId6" Type="http://schemas.openxmlformats.org/officeDocument/2006/relationships/tags" Target="../tags/tag422.xml"/><Relationship Id="rId5" Type="http://schemas.openxmlformats.org/officeDocument/2006/relationships/tags" Target="../tags/tag421.xml"/><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tags" Target="../tags/tag418.xml"/><Relationship Id="rId1" Type="http://schemas.openxmlformats.org/officeDocument/2006/relationships/tags" Target="../tags/tag417.xml"/></Relationships>
</file>

<file path=ppt/slides/_rels/slide37.xml.rels><?xml version="1.0" encoding="UTF-8" standalone="yes"?>
<Relationships xmlns="http://schemas.openxmlformats.org/package/2006/relationships"><Relationship Id="rId9" Type="http://schemas.openxmlformats.org/officeDocument/2006/relationships/tags" Target="../tags/tag432.xml"/><Relationship Id="rId8" Type="http://schemas.openxmlformats.org/officeDocument/2006/relationships/tags" Target="../tags/tag431.xml"/><Relationship Id="rId7" Type="http://schemas.openxmlformats.org/officeDocument/2006/relationships/tags" Target="../tags/tag430.xml"/><Relationship Id="rId6" Type="http://schemas.openxmlformats.org/officeDocument/2006/relationships/tags" Target="../tags/tag429.xml"/><Relationship Id="rId5" Type="http://schemas.openxmlformats.org/officeDocument/2006/relationships/tags" Target="../tags/tag428.xml"/><Relationship Id="rId4" Type="http://schemas.openxmlformats.org/officeDocument/2006/relationships/tags" Target="../tags/tag427.xml"/><Relationship Id="rId3" Type="http://schemas.openxmlformats.org/officeDocument/2006/relationships/tags" Target="../tags/tag426.xml"/><Relationship Id="rId2" Type="http://schemas.openxmlformats.org/officeDocument/2006/relationships/tags" Target="../tags/tag425.xml"/><Relationship Id="rId12" Type="http://schemas.openxmlformats.org/officeDocument/2006/relationships/slideLayout" Target="../slideLayouts/slideLayout17.xml"/><Relationship Id="rId11" Type="http://schemas.openxmlformats.org/officeDocument/2006/relationships/tags" Target="../tags/tag434.xml"/><Relationship Id="rId10" Type="http://schemas.openxmlformats.org/officeDocument/2006/relationships/tags" Target="../tags/tag433.xml"/><Relationship Id="rId1" Type="http://schemas.openxmlformats.org/officeDocument/2006/relationships/tags" Target="../tags/tag424.xml"/></Relationships>
</file>

<file path=ppt/slides/_rels/slide38.xml.rels><?xml version="1.0" encoding="UTF-8" standalone="yes"?>
<Relationships xmlns="http://schemas.openxmlformats.org/package/2006/relationships"><Relationship Id="rId9" Type="http://schemas.openxmlformats.org/officeDocument/2006/relationships/image" Target="../media/image14.emf"/><Relationship Id="rId8" Type="http://schemas.openxmlformats.org/officeDocument/2006/relationships/tags" Target="../tags/tag442.xml"/><Relationship Id="rId7" Type="http://schemas.openxmlformats.org/officeDocument/2006/relationships/tags" Target="../tags/tag441.xml"/><Relationship Id="rId6" Type="http://schemas.openxmlformats.org/officeDocument/2006/relationships/tags" Target="../tags/tag440.xml"/><Relationship Id="rId5" Type="http://schemas.openxmlformats.org/officeDocument/2006/relationships/tags" Target="../tags/tag439.xml"/><Relationship Id="rId4" Type="http://schemas.openxmlformats.org/officeDocument/2006/relationships/tags" Target="../tags/tag438.xml"/><Relationship Id="rId3" Type="http://schemas.openxmlformats.org/officeDocument/2006/relationships/tags" Target="../tags/tag437.xml"/><Relationship Id="rId2" Type="http://schemas.openxmlformats.org/officeDocument/2006/relationships/tags" Target="../tags/tag436.xml"/><Relationship Id="rId11" Type="http://schemas.openxmlformats.org/officeDocument/2006/relationships/slideLayout" Target="../slideLayouts/slideLayout17.xml"/><Relationship Id="rId10" Type="http://schemas.openxmlformats.org/officeDocument/2006/relationships/tags" Target="../tags/tag443.xml"/><Relationship Id="rId1" Type="http://schemas.openxmlformats.org/officeDocument/2006/relationships/tags" Target="../tags/tag435.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 Type="http://schemas.openxmlformats.org/officeDocument/2006/relationships/tags" Target="../tags/tag445.xml"/><Relationship Id="rId1" Type="http://schemas.openxmlformats.org/officeDocument/2006/relationships/tags" Target="../tags/tag444.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57.xml"/><Relationship Id="rId6" Type="http://schemas.openxmlformats.org/officeDocument/2006/relationships/tags" Target="../tags/tag456.xml"/><Relationship Id="rId5" Type="http://schemas.openxmlformats.org/officeDocument/2006/relationships/tags" Target="../tags/tag455.xml"/><Relationship Id="rId4" Type="http://schemas.openxmlformats.org/officeDocument/2006/relationships/tags" Target="../tags/tag454.xml"/><Relationship Id="rId3" Type="http://schemas.openxmlformats.org/officeDocument/2006/relationships/tags" Target="../tags/tag453.xml"/><Relationship Id="rId2" Type="http://schemas.openxmlformats.org/officeDocument/2006/relationships/tags" Target="../tags/tag452.xml"/><Relationship Id="rId1" Type="http://schemas.openxmlformats.org/officeDocument/2006/relationships/tags" Target="../tags/tag451.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64.xml"/><Relationship Id="rId6" Type="http://schemas.openxmlformats.org/officeDocument/2006/relationships/tags" Target="../tags/tag463.xml"/><Relationship Id="rId5" Type="http://schemas.openxmlformats.org/officeDocument/2006/relationships/tags" Target="../tags/tag462.xml"/><Relationship Id="rId4" Type="http://schemas.openxmlformats.org/officeDocument/2006/relationships/tags" Target="../tags/tag461.xml"/><Relationship Id="rId3" Type="http://schemas.openxmlformats.org/officeDocument/2006/relationships/tags" Target="../tags/tag460.xml"/><Relationship Id="rId2" Type="http://schemas.openxmlformats.org/officeDocument/2006/relationships/tags" Target="../tags/tag459.xml"/><Relationship Id="rId1" Type="http://schemas.openxmlformats.org/officeDocument/2006/relationships/tags" Target="../tags/tag458.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71.xml"/><Relationship Id="rId6" Type="http://schemas.openxmlformats.org/officeDocument/2006/relationships/tags" Target="../tags/tag470.xml"/><Relationship Id="rId5" Type="http://schemas.openxmlformats.org/officeDocument/2006/relationships/tags" Target="../tags/tag469.xml"/><Relationship Id="rId4" Type="http://schemas.openxmlformats.org/officeDocument/2006/relationships/tags" Target="../tags/tag468.xml"/><Relationship Id="rId3" Type="http://schemas.openxmlformats.org/officeDocument/2006/relationships/tags" Target="../tags/tag467.xml"/><Relationship Id="rId2" Type="http://schemas.openxmlformats.org/officeDocument/2006/relationships/tags" Target="../tags/tag466.xml"/><Relationship Id="rId1" Type="http://schemas.openxmlformats.org/officeDocument/2006/relationships/tags" Target="../tags/tag465.xml"/></Relationships>
</file>

<file path=ppt/slides/_rels/slide43.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 Type="http://schemas.openxmlformats.org/officeDocument/2006/relationships/tags" Target="../tags/tag473.xml"/><Relationship Id="rId13" Type="http://schemas.openxmlformats.org/officeDocument/2006/relationships/slideLayout" Target="../slideLayouts/slideLayout17.xml"/><Relationship Id="rId12" Type="http://schemas.openxmlformats.org/officeDocument/2006/relationships/tags" Target="../tags/tag483.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tags" Target="../tags/tag472.xml"/></Relationships>
</file>

<file path=ppt/slides/_rels/slide44.xml.rels><?xml version="1.0" encoding="UTF-8" standalone="yes"?>
<Relationships xmlns="http://schemas.openxmlformats.org/package/2006/relationships"><Relationship Id="rId9" Type="http://schemas.openxmlformats.org/officeDocument/2006/relationships/tags" Target="../tags/tag492.xml"/><Relationship Id="rId8" Type="http://schemas.openxmlformats.org/officeDocument/2006/relationships/tags" Target="../tags/tag491.xml"/><Relationship Id="rId7" Type="http://schemas.openxmlformats.org/officeDocument/2006/relationships/tags" Target="../tags/tag490.xml"/><Relationship Id="rId6" Type="http://schemas.openxmlformats.org/officeDocument/2006/relationships/tags" Target="../tags/tag489.xml"/><Relationship Id="rId5" Type="http://schemas.openxmlformats.org/officeDocument/2006/relationships/tags" Target="../tags/tag488.xml"/><Relationship Id="rId4" Type="http://schemas.openxmlformats.org/officeDocument/2006/relationships/tags" Target="../tags/tag487.xml"/><Relationship Id="rId3" Type="http://schemas.openxmlformats.org/officeDocument/2006/relationships/tags" Target="../tags/tag486.xml"/><Relationship Id="rId2" Type="http://schemas.openxmlformats.org/officeDocument/2006/relationships/tags" Target="../tags/tag485.xml"/><Relationship Id="rId13" Type="http://schemas.openxmlformats.org/officeDocument/2006/relationships/slideLayout" Target="../slideLayouts/slideLayout17.xml"/><Relationship Id="rId12" Type="http://schemas.openxmlformats.org/officeDocument/2006/relationships/tags" Target="../tags/tag495.xml"/><Relationship Id="rId11" Type="http://schemas.openxmlformats.org/officeDocument/2006/relationships/tags" Target="../tags/tag494.xml"/><Relationship Id="rId10" Type="http://schemas.openxmlformats.org/officeDocument/2006/relationships/tags" Target="../tags/tag493.xml"/><Relationship Id="rId1" Type="http://schemas.openxmlformats.org/officeDocument/2006/relationships/tags" Target="../tags/tag484.xml"/></Relationships>
</file>

<file path=ppt/slides/_rels/slide45.xml.rels><?xml version="1.0" encoding="UTF-8" standalone="yes"?>
<Relationships xmlns="http://schemas.openxmlformats.org/package/2006/relationships"><Relationship Id="rId9" Type="http://schemas.openxmlformats.org/officeDocument/2006/relationships/tags" Target="../tags/tag504.xml"/><Relationship Id="rId8" Type="http://schemas.openxmlformats.org/officeDocument/2006/relationships/tags" Target="../tags/tag503.xml"/><Relationship Id="rId7" Type="http://schemas.openxmlformats.org/officeDocument/2006/relationships/tags" Target="../tags/tag502.xml"/><Relationship Id="rId6" Type="http://schemas.openxmlformats.org/officeDocument/2006/relationships/tags" Target="../tags/tag501.xml"/><Relationship Id="rId5" Type="http://schemas.openxmlformats.org/officeDocument/2006/relationships/tags" Target="../tags/tag500.xml"/><Relationship Id="rId4" Type="http://schemas.openxmlformats.org/officeDocument/2006/relationships/tags" Target="../tags/tag499.xml"/><Relationship Id="rId3" Type="http://schemas.openxmlformats.org/officeDocument/2006/relationships/tags" Target="../tags/tag498.xml"/><Relationship Id="rId2" Type="http://schemas.openxmlformats.org/officeDocument/2006/relationships/tags" Target="../tags/tag497.xml"/><Relationship Id="rId12" Type="http://schemas.openxmlformats.org/officeDocument/2006/relationships/slideLayout" Target="../slideLayouts/slideLayout17.xml"/><Relationship Id="rId11" Type="http://schemas.openxmlformats.org/officeDocument/2006/relationships/tags" Target="../tags/tag506.xml"/><Relationship Id="rId10" Type="http://schemas.openxmlformats.org/officeDocument/2006/relationships/tags" Target="../tags/tag505.xml"/><Relationship Id="rId1" Type="http://schemas.openxmlformats.org/officeDocument/2006/relationships/tags" Target="../tags/tag496.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3.xml"/><Relationship Id="rId6" Type="http://schemas.openxmlformats.org/officeDocument/2006/relationships/tags" Target="../tags/tag512.xml"/><Relationship Id="rId5" Type="http://schemas.openxmlformats.org/officeDocument/2006/relationships/tags" Target="../tags/tag511.xml"/><Relationship Id="rId4" Type="http://schemas.openxmlformats.org/officeDocument/2006/relationships/tags" Target="../tags/tag510.xml"/><Relationship Id="rId3" Type="http://schemas.openxmlformats.org/officeDocument/2006/relationships/tags" Target="../tags/tag509.xml"/><Relationship Id="rId2" Type="http://schemas.openxmlformats.org/officeDocument/2006/relationships/tags" Target="../tags/tag508.xml"/><Relationship Id="rId1" Type="http://schemas.openxmlformats.org/officeDocument/2006/relationships/tags" Target="../tags/tag507.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20.xml"/><Relationship Id="rId6" Type="http://schemas.openxmlformats.org/officeDocument/2006/relationships/tags" Target="../tags/tag519.xml"/><Relationship Id="rId5" Type="http://schemas.openxmlformats.org/officeDocument/2006/relationships/tags" Target="../tags/tag518.xml"/><Relationship Id="rId4" Type="http://schemas.openxmlformats.org/officeDocument/2006/relationships/tags" Target="../tags/tag517.xml"/><Relationship Id="rId3" Type="http://schemas.openxmlformats.org/officeDocument/2006/relationships/tags" Target="../tags/tag516.xml"/><Relationship Id="rId2" Type="http://schemas.openxmlformats.org/officeDocument/2006/relationships/tags" Target="../tags/tag515.xml"/><Relationship Id="rId1" Type="http://schemas.openxmlformats.org/officeDocument/2006/relationships/tags" Target="../tags/tag514.xml"/></Relationships>
</file>

<file path=ppt/slides/_rels/slide48.xml.rels><?xml version="1.0" encoding="UTF-8" standalone="yes"?>
<Relationships xmlns="http://schemas.openxmlformats.org/package/2006/relationships"><Relationship Id="rId9" Type="http://schemas.openxmlformats.org/officeDocument/2006/relationships/tags" Target="../tags/tag529.xml"/><Relationship Id="rId8" Type="http://schemas.openxmlformats.org/officeDocument/2006/relationships/tags" Target="../tags/tag528.xml"/><Relationship Id="rId7" Type="http://schemas.openxmlformats.org/officeDocument/2006/relationships/tags" Target="../tags/tag527.xml"/><Relationship Id="rId6" Type="http://schemas.openxmlformats.org/officeDocument/2006/relationships/tags" Target="../tags/tag526.xml"/><Relationship Id="rId5" Type="http://schemas.openxmlformats.org/officeDocument/2006/relationships/tags" Target="../tags/tag525.xml"/><Relationship Id="rId4" Type="http://schemas.openxmlformats.org/officeDocument/2006/relationships/tags" Target="../tags/tag524.xml"/><Relationship Id="rId3" Type="http://schemas.openxmlformats.org/officeDocument/2006/relationships/tags" Target="../tags/tag523.xml"/><Relationship Id="rId24" Type="http://schemas.openxmlformats.org/officeDocument/2006/relationships/slideLayout" Target="../slideLayouts/slideLayout17.xml"/><Relationship Id="rId23" Type="http://schemas.openxmlformats.org/officeDocument/2006/relationships/tags" Target="../tags/tag543.xml"/><Relationship Id="rId22" Type="http://schemas.openxmlformats.org/officeDocument/2006/relationships/tags" Target="../tags/tag542.xml"/><Relationship Id="rId21" Type="http://schemas.openxmlformats.org/officeDocument/2006/relationships/tags" Target="../tags/tag541.xml"/><Relationship Id="rId20" Type="http://schemas.openxmlformats.org/officeDocument/2006/relationships/tags" Target="../tags/tag540.xml"/><Relationship Id="rId2" Type="http://schemas.openxmlformats.org/officeDocument/2006/relationships/tags" Target="../tags/tag522.xml"/><Relationship Id="rId19" Type="http://schemas.openxmlformats.org/officeDocument/2006/relationships/tags" Target="../tags/tag539.xml"/><Relationship Id="rId18" Type="http://schemas.openxmlformats.org/officeDocument/2006/relationships/tags" Target="../tags/tag538.xml"/><Relationship Id="rId17" Type="http://schemas.openxmlformats.org/officeDocument/2006/relationships/tags" Target="../tags/tag537.xml"/><Relationship Id="rId16" Type="http://schemas.openxmlformats.org/officeDocument/2006/relationships/tags" Target="../tags/tag536.xml"/><Relationship Id="rId15" Type="http://schemas.openxmlformats.org/officeDocument/2006/relationships/tags" Target="../tags/tag535.xml"/><Relationship Id="rId14" Type="http://schemas.openxmlformats.org/officeDocument/2006/relationships/tags" Target="../tags/tag534.xml"/><Relationship Id="rId13" Type="http://schemas.openxmlformats.org/officeDocument/2006/relationships/tags" Target="../tags/tag533.xml"/><Relationship Id="rId12" Type="http://schemas.openxmlformats.org/officeDocument/2006/relationships/tags" Target="../tags/tag532.xml"/><Relationship Id="rId11" Type="http://schemas.openxmlformats.org/officeDocument/2006/relationships/tags" Target="../tags/tag531.xml"/><Relationship Id="rId10" Type="http://schemas.openxmlformats.org/officeDocument/2006/relationships/tags" Target="../tags/tag530.xml"/><Relationship Id="rId1" Type="http://schemas.openxmlformats.org/officeDocument/2006/relationships/tags" Target="../tags/tag521.xml"/></Relationships>
</file>

<file path=ppt/slides/_rels/slide49.xml.rels><?xml version="1.0" encoding="UTF-8" standalone="yes"?>
<Relationships xmlns="http://schemas.openxmlformats.org/package/2006/relationships"><Relationship Id="rId9" Type="http://schemas.openxmlformats.org/officeDocument/2006/relationships/tags" Target="../tags/tag551.xml"/><Relationship Id="rId8" Type="http://schemas.openxmlformats.org/officeDocument/2006/relationships/image" Target="../media/image15.emf"/><Relationship Id="rId7" Type="http://schemas.openxmlformats.org/officeDocument/2006/relationships/tags" Target="../tags/tag550.xml"/><Relationship Id="rId6" Type="http://schemas.openxmlformats.org/officeDocument/2006/relationships/tags" Target="../tags/tag549.xml"/><Relationship Id="rId5" Type="http://schemas.openxmlformats.org/officeDocument/2006/relationships/tags" Target="../tags/tag548.xml"/><Relationship Id="rId4" Type="http://schemas.openxmlformats.org/officeDocument/2006/relationships/tags" Target="../tags/tag547.xml"/><Relationship Id="rId3" Type="http://schemas.openxmlformats.org/officeDocument/2006/relationships/tags" Target="../tags/tag546.xml"/><Relationship Id="rId2" Type="http://schemas.openxmlformats.org/officeDocument/2006/relationships/tags" Target="../tags/tag545.xml"/><Relationship Id="rId11" Type="http://schemas.openxmlformats.org/officeDocument/2006/relationships/slideLayout" Target="../slideLayouts/slideLayout17.xml"/><Relationship Id="rId10" Type="http://schemas.openxmlformats.org/officeDocument/2006/relationships/tags" Target="../tags/tag552.xml"/><Relationship Id="rId1" Type="http://schemas.openxmlformats.org/officeDocument/2006/relationships/tags" Target="../tags/tag544.xml"/></Relationships>
</file>

<file path=ppt/slides/_rels/slide50.xml.rels><?xml version="1.0" encoding="UTF-8" standalone="yes"?>
<Relationships xmlns="http://schemas.openxmlformats.org/package/2006/relationships"><Relationship Id="rId9" Type="http://schemas.openxmlformats.org/officeDocument/2006/relationships/tags" Target="../tags/tag561.xml"/><Relationship Id="rId8" Type="http://schemas.openxmlformats.org/officeDocument/2006/relationships/tags" Target="../tags/tag560.xml"/><Relationship Id="rId7" Type="http://schemas.openxmlformats.org/officeDocument/2006/relationships/tags" Target="../tags/tag559.xml"/><Relationship Id="rId6" Type="http://schemas.openxmlformats.org/officeDocument/2006/relationships/tags" Target="../tags/tag558.xml"/><Relationship Id="rId5" Type="http://schemas.openxmlformats.org/officeDocument/2006/relationships/tags" Target="../tags/tag557.xml"/><Relationship Id="rId4" Type="http://schemas.openxmlformats.org/officeDocument/2006/relationships/tags" Target="../tags/tag556.xml"/><Relationship Id="rId3" Type="http://schemas.openxmlformats.org/officeDocument/2006/relationships/tags" Target="../tags/tag555.xml"/><Relationship Id="rId23" Type="http://schemas.openxmlformats.org/officeDocument/2006/relationships/slideLayout" Target="../slideLayouts/slideLayout17.xml"/><Relationship Id="rId22" Type="http://schemas.openxmlformats.org/officeDocument/2006/relationships/tags" Target="../tags/tag574.xml"/><Relationship Id="rId21" Type="http://schemas.openxmlformats.org/officeDocument/2006/relationships/tags" Target="../tags/tag573.xml"/><Relationship Id="rId20" Type="http://schemas.openxmlformats.org/officeDocument/2006/relationships/tags" Target="../tags/tag572.xml"/><Relationship Id="rId2" Type="http://schemas.openxmlformats.org/officeDocument/2006/relationships/tags" Target="../tags/tag554.xml"/><Relationship Id="rId19" Type="http://schemas.openxmlformats.org/officeDocument/2006/relationships/tags" Target="../tags/tag571.xml"/><Relationship Id="rId18" Type="http://schemas.openxmlformats.org/officeDocument/2006/relationships/tags" Target="../tags/tag570.xml"/><Relationship Id="rId17" Type="http://schemas.openxmlformats.org/officeDocument/2006/relationships/tags" Target="../tags/tag569.xml"/><Relationship Id="rId16" Type="http://schemas.openxmlformats.org/officeDocument/2006/relationships/tags" Target="../tags/tag568.xml"/><Relationship Id="rId15" Type="http://schemas.openxmlformats.org/officeDocument/2006/relationships/tags" Target="../tags/tag567.xml"/><Relationship Id="rId14" Type="http://schemas.openxmlformats.org/officeDocument/2006/relationships/tags" Target="../tags/tag566.xml"/><Relationship Id="rId13" Type="http://schemas.openxmlformats.org/officeDocument/2006/relationships/tags" Target="../tags/tag565.xml"/><Relationship Id="rId12" Type="http://schemas.openxmlformats.org/officeDocument/2006/relationships/tags" Target="../tags/tag564.xml"/><Relationship Id="rId11" Type="http://schemas.openxmlformats.org/officeDocument/2006/relationships/tags" Target="../tags/tag563.xml"/><Relationship Id="rId10" Type="http://schemas.openxmlformats.org/officeDocument/2006/relationships/tags" Target="../tags/tag562.xml"/><Relationship Id="rId1" Type="http://schemas.openxmlformats.org/officeDocument/2006/relationships/tags" Target="../tags/tag553.xml"/></Relationships>
</file>

<file path=ppt/slides/_rels/slide51.xml.rels><?xml version="1.0" encoding="UTF-8" standalone="yes"?>
<Relationships xmlns="http://schemas.openxmlformats.org/package/2006/relationships"><Relationship Id="rId9" Type="http://schemas.openxmlformats.org/officeDocument/2006/relationships/tags" Target="../tags/tag583.xml"/><Relationship Id="rId8" Type="http://schemas.openxmlformats.org/officeDocument/2006/relationships/tags" Target="../tags/tag582.xml"/><Relationship Id="rId7" Type="http://schemas.openxmlformats.org/officeDocument/2006/relationships/tags" Target="../tags/tag581.xml"/><Relationship Id="rId6" Type="http://schemas.openxmlformats.org/officeDocument/2006/relationships/tags" Target="../tags/tag580.xml"/><Relationship Id="rId5" Type="http://schemas.openxmlformats.org/officeDocument/2006/relationships/tags" Target="../tags/tag579.xml"/><Relationship Id="rId4" Type="http://schemas.openxmlformats.org/officeDocument/2006/relationships/tags" Target="../tags/tag578.xml"/><Relationship Id="rId30" Type="http://schemas.openxmlformats.org/officeDocument/2006/relationships/slideLayout" Target="../slideLayouts/slideLayout17.xml"/><Relationship Id="rId3" Type="http://schemas.openxmlformats.org/officeDocument/2006/relationships/tags" Target="../tags/tag577.xml"/><Relationship Id="rId29" Type="http://schemas.openxmlformats.org/officeDocument/2006/relationships/tags" Target="../tags/tag603.xml"/><Relationship Id="rId28" Type="http://schemas.openxmlformats.org/officeDocument/2006/relationships/tags" Target="../tags/tag602.xml"/><Relationship Id="rId27" Type="http://schemas.openxmlformats.org/officeDocument/2006/relationships/tags" Target="../tags/tag601.xml"/><Relationship Id="rId26" Type="http://schemas.openxmlformats.org/officeDocument/2006/relationships/tags" Target="../tags/tag600.xml"/><Relationship Id="rId25" Type="http://schemas.openxmlformats.org/officeDocument/2006/relationships/tags" Target="../tags/tag599.xml"/><Relationship Id="rId24" Type="http://schemas.openxmlformats.org/officeDocument/2006/relationships/tags" Target="../tags/tag598.xml"/><Relationship Id="rId23" Type="http://schemas.openxmlformats.org/officeDocument/2006/relationships/tags" Target="../tags/tag597.xml"/><Relationship Id="rId22" Type="http://schemas.openxmlformats.org/officeDocument/2006/relationships/tags" Target="../tags/tag596.xml"/><Relationship Id="rId21" Type="http://schemas.openxmlformats.org/officeDocument/2006/relationships/tags" Target="../tags/tag595.xml"/><Relationship Id="rId20" Type="http://schemas.openxmlformats.org/officeDocument/2006/relationships/tags" Target="../tags/tag594.xml"/><Relationship Id="rId2" Type="http://schemas.openxmlformats.org/officeDocument/2006/relationships/tags" Target="../tags/tag576.xml"/><Relationship Id="rId19" Type="http://schemas.openxmlformats.org/officeDocument/2006/relationships/tags" Target="../tags/tag593.xml"/><Relationship Id="rId18" Type="http://schemas.openxmlformats.org/officeDocument/2006/relationships/tags" Target="../tags/tag592.xml"/><Relationship Id="rId17" Type="http://schemas.openxmlformats.org/officeDocument/2006/relationships/tags" Target="../tags/tag591.xml"/><Relationship Id="rId16" Type="http://schemas.openxmlformats.org/officeDocument/2006/relationships/tags" Target="../tags/tag590.xml"/><Relationship Id="rId15" Type="http://schemas.openxmlformats.org/officeDocument/2006/relationships/tags" Target="../tags/tag589.xml"/><Relationship Id="rId14" Type="http://schemas.openxmlformats.org/officeDocument/2006/relationships/tags" Target="../tags/tag588.xml"/><Relationship Id="rId13" Type="http://schemas.openxmlformats.org/officeDocument/2006/relationships/tags" Target="../tags/tag587.xml"/><Relationship Id="rId12" Type="http://schemas.openxmlformats.org/officeDocument/2006/relationships/tags" Target="../tags/tag586.xml"/><Relationship Id="rId11" Type="http://schemas.openxmlformats.org/officeDocument/2006/relationships/tags" Target="../tags/tag585.xml"/><Relationship Id="rId10" Type="http://schemas.openxmlformats.org/officeDocument/2006/relationships/tags" Target="../tags/tag584.xml"/><Relationship Id="rId1" Type="http://schemas.openxmlformats.org/officeDocument/2006/relationships/tags" Target="../tags/tag575.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605.xml"/><Relationship Id="rId1" Type="http://schemas.openxmlformats.org/officeDocument/2006/relationships/tags" Target="../tags/tag6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1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数据库基础知识 ►</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数据库是数据管理的最新技术，也是计算机科学的重要分支。本章主要介绍数据库的基础知识、数据库系统的组成等内容。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数据库系统概论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数据库系统的基本概念</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53668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数据库系统主要涉及数据、数据库、数据库管理系统和数据库系统4个基本概念。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数据（Data）指能输入计算机并能被计算机程序处理的所有符号，是数据库中存储的基本对象。数据的种类很多，如数字、文本、图形、图像、音频、视频、学生的档案记录、货物的运输情况等都属于数据。必须赋予一定的含义才能使数据具有意义，这种含义称为数据的语义，数据与语义不可分。例如，63是一个数据，它可以代表一个学生的某科成绩、某个人的年龄、某系的学生人数等，只有把63赋予语义后，才能表示确定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数据库（DataBase，DB）是指在计算机存储设备上建立起来的用于存储数据的仓库，其中存放的数据是可以长期保留、有组织、可共享的数据集合。也就是按照一定的数学模型组织、描述和存储数据，使得数据库中的数据具有尽可能小的冗余度、较高的数据独立性和易扩展性的特点，并可在一定范围内共享给多个用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数据库系统概论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数据库系统的基本概念</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47889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数据库管理系统（DataBase Management System，DBMS）是位于用户和操作系统之间的数据管理软件。用它实现数据定义、组织、存储、管理、操纵以及数据库建立、维护、事务管理、运行管理等功能。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数据库系统（DataBase System，DBS）是指带有数据库并利用数据库技术对计算机中的数据进行管理的计算机系统。它可以实现有组织地、动态地存储大量相关数据，并提供数据处理和信息资源等共享服务。数据库系统一般由满足数据库系统要求的计算机硬件和包括数据库、数据库管理系统、数据库应用开发系统在内的计算机软件以及数据库系统中的人员组成，如图1-1所示。在不引起混淆的情况下，数据库系统也简称数据库。</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数据库系统概论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数据库系统的基本概念</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图文框 6"/>
          <p:cNvSpPr/>
          <p:nvPr>
            <p:custDataLst>
              <p:tags r:id="rId6"/>
            </p:custDataLst>
          </p:nvPr>
        </p:nvSpPr>
        <p:spPr>
          <a:xfrm>
            <a:off x="1586372" y="1799809"/>
            <a:ext cx="9019333" cy="4753433"/>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7"/>
            </p:custDataLst>
          </p:nvPr>
        </p:nvSpPr>
        <p:spPr>
          <a:xfrm rot="10800000" flipH="1" flipV="1">
            <a:off x="2020574" y="1676400"/>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8"/>
            </p:custDataLst>
          </p:nvPr>
        </p:nvSpPr>
        <p:spPr>
          <a:xfrm rot="10800000" flipH="1" flipV="1">
            <a:off x="1876347" y="1676400"/>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4" name="Title 6"/>
          <p:cNvSpPr txBox="1"/>
          <p:nvPr>
            <p:custDataLst>
              <p:tags r:id="rId9"/>
            </p:custDataLst>
          </p:nvPr>
        </p:nvSpPr>
        <p:spPr>
          <a:xfrm>
            <a:off x="4775120" y="5761634"/>
            <a:ext cx="2346247" cy="1096937"/>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ctr"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图1-1 数据库系统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descr="/data/temp/c5ca58be-1163-11ee-8c7a-8201e8884c01.jpgc5ca58be-1163-11ee-8c7a-8201e8884c01"/>
          <p:cNvPicPr>
            <a:picLocks noChangeAspect="1"/>
          </p:cNvPicPr>
          <p:nvPr>
            <p:custDataLst>
              <p:tags r:id="rId10"/>
            </p:custDataLst>
          </p:nvPr>
        </p:nvPicPr>
        <p:blipFill rotWithShape="1">
          <a:blip r:embed="rId11"/>
          <a:srcRect/>
          <a:stretch>
            <a:fillRect/>
          </a:stretch>
        </p:blipFill>
        <p:spPr>
          <a:xfrm>
            <a:off x="4476415" y="1993922"/>
            <a:ext cx="4360833" cy="4001941"/>
          </a:xfrm>
          <a:custGeom>
            <a:avLst/>
            <a:gdLst/>
            <a:ahLst/>
            <a:cxnLst>
              <a:cxn ang="3">
                <a:pos x="hc" y="t"/>
              </a:cxn>
              <a:cxn ang="cd2">
                <a:pos x="l" y="vc"/>
              </a:cxn>
              <a:cxn ang="cd4">
                <a:pos x="hc" y="b"/>
              </a:cxn>
              <a:cxn ang="0">
                <a:pos x="r" y="vc"/>
              </a:cxn>
            </a:cxnLst>
            <a:rect l="l" t="t" r="r" b="b"/>
            <a:pathLst>
              <a:path w="8880" h="6480">
                <a:moveTo>
                  <a:pt x="0" y="0"/>
                </a:moveTo>
                <a:lnTo>
                  <a:pt x="8880" y="0"/>
                </a:lnTo>
                <a:lnTo>
                  <a:pt x="8880" y="6480"/>
                </a:lnTo>
                <a:lnTo>
                  <a:pt x="0" y="6480"/>
                </a:lnTo>
                <a:lnTo>
                  <a:pt x="0" y="0"/>
                </a:lnTo>
                <a:close/>
              </a:path>
            </a:pathLst>
          </a:custGeom>
        </p:spPr>
      </p:pic>
    </p:spTree>
    <p:custDataLst>
      <p:tags r:id="rId12"/>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数据库系统概论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数据库技术的产生与特点</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c5c55d0e-1163-11ee-bc24-42fbe6673ad9.jpgc5c55d0e-1163-11ee-bc24-42fbe6673ad9"/>
          <p:cNvPicPr>
            <a:picLocks noChangeAspect="1"/>
          </p:cNvPicPr>
          <p:nvPr>
            <p:custDataLst>
              <p:tags r:id="rId6"/>
            </p:custDataLst>
          </p:nvPr>
        </p:nvPicPr>
        <p:blipFill rotWithShape="1">
          <a:blip r:embed="rId7"/>
          <a:srcRect/>
          <a:stretch>
            <a:fillRect/>
          </a:stretch>
        </p:blipFill>
        <p:spPr>
          <a:xfrm>
            <a:off x="350767" y="1993603"/>
            <a:ext cx="3499321" cy="2383749"/>
          </a:xfrm>
          <a:custGeom>
            <a:avLst/>
            <a:gdLst/>
            <a:ahLst/>
            <a:cxnLst>
              <a:cxn ang="3">
                <a:pos x="hc" y="t"/>
              </a:cxn>
              <a:cxn ang="cd2">
                <a:pos x="l" y="vc"/>
              </a:cxn>
              <a:cxn ang="cd4">
                <a:pos x="hc" y="b"/>
              </a:cxn>
              <a:cxn ang="0">
                <a:pos x="r" y="vc"/>
              </a:cxn>
            </a:cxnLst>
            <a:rect l="l" t="t" r="r" b="b"/>
            <a:pathLst>
              <a:path w="4320" h="2160">
                <a:moveTo>
                  <a:pt x="0" y="0"/>
                </a:moveTo>
                <a:lnTo>
                  <a:pt x="4320" y="0"/>
                </a:lnTo>
                <a:lnTo>
                  <a:pt x="4320" y="2160"/>
                </a:lnTo>
                <a:lnTo>
                  <a:pt x="0" y="2160"/>
                </a:lnTo>
                <a:close/>
              </a:path>
            </a:pathLst>
          </a:custGeom>
        </p:spPr>
      </p:pic>
      <p:sp>
        <p:nvSpPr>
          <p:cNvPr id="5" name="Title 6"/>
          <p:cNvSpPr txBox="1"/>
          <p:nvPr>
            <p:custDataLst>
              <p:tags r:id="rId8"/>
            </p:custDataLst>
          </p:nvPr>
        </p:nvSpPr>
        <p:spPr>
          <a:xfrm>
            <a:off x="4732090" y="1536826"/>
            <a:ext cx="5673767" cy="440029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在数据库技术产生之前，对数据的管理经历了人工管理和文件系统两个阶段。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世纪50年代中期以前属于人工管理数据的阶段。当时，计算机主要用于科学计算，数据采用批处理的方式，计算机硬件中没有磁盘外部存储设备，软件没有操作系统，因此只能采用人工的方式对数据进行管理。人工管理数据的特点：数据不保存、应用程序管理数据、数据不能共享、数据不具有独立性。人工管理阶段应用程序与数据之间的对应关系如图1-2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350520" y="4675505"/>
            <a:ext cx="3805555" cy="645160"/>
          </a:xfrm>
          <a:prstGeom prst="rect">
            <a:avLst/>
          </a:prstGeom>
          <a:noFill/>
        </p:spPr>
        <p:txBody>
          <a:bodyPr wrap="square" rtlCol="0" anchor="t">
            <a:spAutoFit/>
          </a:bodyPr>
          <a:p>
            <a:r>
              <a:rPr lang="zh-CN" altLang="en-US"/>
              <a:t>图1-2  人工管理阶段应用程序</a:t>
            </a:r>
            <a:r>
              <a:rPr lang="zh-CN" altLang="en-US">
                <a:sym typeface="+mn-ea"/>
              </a:rPr>
              <a:t>与数据</a:t>
            </a:r>
            <a:r>
              <a:rPr lang="zh-CN" altLang="en-US"/>
              <a:t>之间的对应关系</a:t>
            </a:r>
            <a:endParaRPr lang="zh-CN" altLang="en-US"/>
          </a:p>
        </p:txBody>
      </p:sp>
    </p:spTree>
    <p:custDataLst>
      <p:tags r:id="rId9"/>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数据库系统概论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数据库技术的产生与特点</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4927" y="2564118"/>
            <a:ext cx="5955983" cy="3101363"/>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20世纪50年代后期到60年代中期属于文件系统阶段。此时，计算机硬件中已经配置了磁盘、磁鼓等外部存储设备，软件操作系统中已经具备专门进行数据管理功能的系统，即文件系统。文件系统的特点为：数据可以长期保留、有文件系统管理数据、数据的共享性和独立性差、冗余度大。文件系统应用程序与数据之间的对应关系如图1-3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descr="/data/temp/c5d2b24f-1163-11ee-99a7-a2d6284a62e3.jpgc5d2b24f-1163-11ee-99a7-a2d6284a62e3"/>
          <p:cNvPicPr>
            <a:picLocks noChangeAspect="1"/>
          </p:cNvPicPr>
          <p:nvPr>
            <p:custDataLst>
              <p:tags r:id="rId7"/>
            </p:custDataLst>
          </p:nvPr>
        </p:nvPicPr>
        <p:blipFill rotWithShape="1">
          <a:blip r:embed="rId8"/>
          <a:srcRect/>
          <a:stretch>
            <a:fillRect/>
          </a:stretch>
        </p:blipFill>
        <p:spPr>
          <a:xfrm>
            <a:off x="7949905" y="1632573"/>
            <a:ext cx="3670157" cy="2539065"/>
          </a:xfrm>
          <a:custGeom>
            <a:avLst/>
            <a:gdLst/>
            <a:ahLst/>
            <a:cxnLst>
              <a:cxn ang="3">
                <a:pos x="hc" y="t"/>
              </a:cxn>
              <a:cxn ang="cd2">
                <a:pos x="l" y="vc"/>
              </a:cxn>
              <a:cxn ang="cd4">
                <a:pos x="hc" y="b"/>
              </a:cxn>
              <a:cxn ang="0">
                <a:pos x="r" y="vc"/>
              </a:cxn>
            </a:cxnLst>
            <a:rect l="l" t="t" r="r" b="b"/>
            <a:pathLst>
              <a:path w="3600" h="2880">
                <a:moveTo>
                  <a:pt x="3600" y="0"/>
                </a:moveTo>
                <a:lnTo>
                  <a:pt x="3600" y="2880"/>
                </a:lnTo>
                <a:lnTo>
                  <a:pt x="0" y="2880"/>
                </a:lnTo>
                <a:lnTo>
                  <a:pt x="0" y="0"/>
                </a:lnTo>
                <a:lnTo>
                  <a:pt x="3600" y="0"/>
                </a:lnTo>
                <a:close/>
              </a:path>
            </a:pathLst>
          </a:custGeom>
        </p:spPr>
      </p:pic>
      <p:sp>
        <p:nvSpPr>
          <p:cNvPr id="8" name="文本框 7"/>
          <p:cNvSpPr txBox="1"/>
          <p:nvPr/>
        </p:nvSpPr>
        <p:spPr>
          <a:xfrm>
            <a:off x="8172450" y="4516755"/>
            <a:ext cx="3343910" cy="645160"/>
          </a:xfrm>
          <a:prstGeom prst="rect">
            <a:avLst/>
          </a:prstGeom>
          <a:noFill/>
        </p:spPr>
        <p:txBody>
          <a:bodyPr wrap="square" rtlCol="0" anchor="t">
            <a:spAutoFit/>
          </a:bodyPr>
          <a:p>
            <a:r>
              <a:rPr lang="zh-CN" altLang="en-US"/>
              <a:t>图1-3 文件系统应用程序与数据之间的对应关系</a:t>
            </a:r>
            <a:endParaRPr lang="zh-CN" altLang="en-US"/>
          </a:p>
        </p:txBody>
      </p:sp>
    </p:spTree>
    <p:custDataLst>
      <p:tags r:id="rId9"/>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数据库系统概论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数据库技术的产生与特点</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850390"/>
            <a:ext cx="578104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从20世纪60年代后期至今属于数据库系统阶段。随着计算机硬件和软件技术的发展，计算机管理对象的规模越来越大，应用范围越来越广，文件系统已经不能满足应用的需求。为了解决多用户、多应用共享数据，使数据尽可能多的为应用服务，一种新的数据管理技术——数据库技术应运而生。此时，出现的专门用于统一管理数据的软件——数据库管理系统成为用户与数据的接口，应用程序与数据之间的对应关系如图1-4所示。数据库系统的特点为：数据结构化、数据共享性和独立性高、冗余度低、易扩充，并且数据由数据库管理系统统一管理和控制。</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custDataLst>
              <p:tags r:id="rId7"/>
            </p:custDataLst>
          </p:nvPr>
        </p:nvPicPr>
        <p:blipFill>
          <a:blip r:embed="rId8"/>
          <a:stretch>
            <a:fillRect/>
          </a:stretch>
        </p:blipFill>
        <p:spPr>
          <a:xfrm>
            <a:off x="6315710" y="1993900"/>
            <a:ext cx="5419090" cy="4095750"/>
          </a:xfrm>
          <a:prstGeom prst="rect">
            <a:avLst/>
          </a:prstGeom>
        </p:spPr>
      </p:pic>
      <p:pic>
        <p:nvPicPr>
          <p:cNvPr id="8" name="图片 7"/>
          <p:cNvPicPr>
            <a:picLocks noChangeAspect="1"/>
          </p:cNvPicPr>
          <p:nvPr/>
        </p:nvPicPr>
        <p:blipFill>
          <a:blip r:embed="rId9"/>
          <a:stretch>
            <a:fillRect/>
          </a:stretch>
        </p:blipFill>
        <p:spPr>
          <a:xfrm>
            <a:off x="7065010" y="2287905"/>
            <a:ext cx="3920490" cy="2783205"/>
          </a:xfrm>
          <a:prstGeom prst="rect">
            <a:avLst/>
          </a:prstGeom>
        </p:spPr>
      </p:pic>
      <p:sp>
        <p:nvSpPr>
          <p:cNvPr id="9" name="Title 6"/>
          <p:cNvSpPr txBox="1"/>
          <p:nvPr>
            <p:custDataLst>
              <p:tags r:id="rId10"/>
            </p:custDataLst>
          </p:nvPr>
        </p:nvSpPr>
        <p:spPr>
          <a:xfrm>
            <a:off x="7766690" y="4820753"/>
            <a:ext cx="2960393" cy="12687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图1-4 数据库系统应用程序与数据之间的对应关系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grpSp>
        <p:nvGrpSpPr>
          <p:cNvPr id="10" name="组合 9"/>
          <p:cNvGrpSpPr/>
          <p:nvPr>
            <p:custDataLst>
              <p:tags r:id="rId11"/>
            </p:custDataLst>
          </p:nvPr>
        </p:nvGrpSpPr>
        <p:grpSpPr>
          <a:xfrm rot="10800000">
            <a:off x="10859803" y="1850311"/>
            <a:ext cx="666000" cy="384633"/>
            <a:chOff x="1160829" y="2656459"/>
            <a:chExt cx="720000" cy="415819"/>
          </a:xfrm>
          <a:solidFill>
            <a:schemeClr val="accent1"/>
          </a:solidFill>
        </p:grpSpPr>
        <p:sp>
          <p:nvSpPr>
            <p:cNvPr id="12" name="任意多边形: 形状 19"/>
            <p:cNvSpPr/>
            <p:nvPr>
              <p:custDataLst>
                <p:tags r:id="rId12"/>
              </p:custDataLst>
            </p:nvPr>
          </p:nvSpPr>
          <p:spPr>
            <a:xfrm>
              <a:off x="1160829" y="2656459"/>
              <a:ext cx="340237" cy="415819"/>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3" name="任意多边形: 形状 20"/>
            <p:cNvSpPr/>
            <p:nvPr>
              <p:custDataLst>
                <p:tags r:id="rId13"/>
              </p:custDataLst>
            </p:nvPr>
          </p:nvSpPr>
          <p:spPr>
            <a:xfrm>
              <a:off x="1540592" y="2656459"/>
              <a:ext cx="340237" cy="415819"/>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grpSp>
      <p:pic>
        <p:nvPicPr>
          <p:cNvPr id="14" name="图片 13"/>
          <p:cNvPicPr>
            <a:picLocks noChangeAspect="1"/>
          </p:cNvPicPr>
          <p:nvPr/>
        </p:nvPicPr>
        <p:blipFill>
          <a:blip r:embed="rId14"/>
          <a:stretch>
            <a:fillRect/>
          </a:stretch>
        </p:blipFill>
        <p:spPr>
          <a:xfrm>
            <a:off x="6444615" y="4593590"/>
            <a:ext cx="285750" cy="1276350"/>
          </a:xfrm>
          <a:prstGeom prst="rect">
            <a:avLst/>
          </a:prstGeom>
        </p:spPr>
      </p:pic>
    </p:spTree>
    <p:custDataLst>
      <p:tags r:id="rId1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数据模型的组成要素</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6600">
                  <a:solidFill>
                    <a:schemeClr val="accent2"/>
                  </a:solidFill>
                  <a:prstDash val="solid"/>
                </a:ln>
                <a:solidFill>
                  <a:srgbClr val="FFFFFF"/>
                </a:solidFill>
                <a:effectLst>
                  <a:outerShdw dist="38100" dir="2700000" algn="tl" rotWithShape="0">
                    <a:schemeClr val="accent2"/>
                  </a:outerShdw>
                </a:effectLst>
                <a:uFillTx/>
                <a:latin typeface="微软雅黑" panose="020B0503020204020204" charset="-122"/>
                <a:ea typeface="微软雅黑" panose="020B0503020204020204" charset="-122"/>
                <a:cs typeface="微软雅黑" panose="020B0503020204020204" charset="-122"/>
              </a:rPr>
              <a:t>数据模型</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对现实世界中某个对象的特征进行的模拟与抽象，是数据库系统的核心和基础。数据模型的严格定义是一组概念的集合。这些概念精确地描述了系统的静态特性、动态特性和完整性约束条件，因此数据模型通常由数据结构、数据操作和完整性约束条件3部分组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6600">
                  <a:solidFill>
                    <a:schemeClr val="accent2"/>
                  </a:solidFill>
                  <a:prstDash val="solid"/>
                </a:ln>
                <a:solidFill>
                  <a:srgbClr val="FFFFFF"/>
                </a:solidFill>
                <a:effectLst>
                  <a:outerShdw dist="38100" dir="2700000" algn="tl" rotWithShape="0">
                    <a:schemeClr val="accent2"/>
                  </a:outerShdw>
                </a:effectLst>
                <a:uFillTx/>
                <a:latin typeface="微软雅黑" panose="020B0503020204020204" charset="-122"/>
                <a:ea typeface="微软雅黑" panose="020B0503020204020204" charset="-122"/>
                <a:cs typeface="微软雅黑" panose="020B0503020204020204" charset="-122"/>
              </a:rPr>
              <a:t>数据结构</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是数据对象的集合。它描述数据对象的类型、内容、属性以及数据对象之间的关系，是对系统静态特性的描述。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6600">
                  <a:solidFill>
                    <a:schemeClr val="accent2"/>
                  </a:solidFill>
                  <a:prstDash val="solid"/>
                </a:ln>
                <a:solidFill>
                  <a:srgbClr val="FFFFFF"/>
                </a:solidFill>
                <a:effectLst>
                  <a:outerShdw dist="38100" dir="2700000" algn="tl" rotWithShape="0">
                    <a:schemeClr val="accent2"/>
                  </a:outerShdw>
                </a:effectLst>
                <a:uFillTx/>
                <a:latin typeface="微软雅黑" panose="020B0503020204020204" charset="-122"/>
                <a:ea typeface="微软雅黑" panose="020B0503020204020204" charset="-122"/>
                <a:cs typeface="微软雅黑" panose="020B0503020204020204" charset="-122"/>
              </a:rPr>
              <a:t>数据操作</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是数据库中数据允许执行操作的集合，包括操作及有关的操作规则，主要有检索（查询）和更新（插入、删除和修改）两类操作，是对系统动态特性的描述。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6600">
                  <a:solidFill>
                    <a:schemeClr val="accent2"/>
                  </a:solidFill>
                  <a:prstDash val="solid"/>
                </a:ln>
                <a:solidFill>
                  <a:srgbClr val="FFFFFF"/>
                </a:solidFill>
                <a:effectLst>
                  <a:outerShdw dist="38100" dir="2700000" algn="tl" rotWithShape="0">
                    <a:schemeClr val="accent2"/>
                  </a:outerShdw>
                </a:effectLst>
                <a:uFillTx/>
                <a:latin typeface="微软雅黑" panose="020B0503020204020204" charset="-122"/>
                <a:ea typeface="微软雅黑" panose="020B0503020204020204" charset="-122"/>
                <a:cs typeface="微软雅黑" panose="020B0503020204020204" charset="-122"/>
              </a:rPr>
              <a:t>数据完整性约束条件</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是数据完整性规则的集合。它是对数据与数据之间关系的制约以及关系依存的规则，用以保证数据的完整性和一致性。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2.2 数据的概念模型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6600">
                  <a:solidFill>
                    <a:schemeClr val="accent2"/>
                  </a:solidFill>
                  <a:prstDash val="solid"/>
                </a:ln>
                <a:solidFill>
                  <a:srgbClr val="FFFFFF"/>
                </a:solidFill>
                <a:effectLst>
                  <a:outerShdw dist="38100" dir="2700000" algn="tl" rotWithShape="0">
                    <a:schemeClr val="accent2"/>
                  </a:outerShdw>
                </a:effectLst>
                <a:uFillTx/>
                <a:latin typeface="微软雅黑" panose="020B0503020204020204" charset="-122"/>
                <a:ea typeface="微软雅黑" panose="020B0503020204020204" charset="-122"/>
                <a:cs typeface="微软雅黑" panose="020B0503020204020204" charset="-122"/>
              </a:rPr>
              <a:t>概念模型</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现实世界到计算机世界的第一个中间层次，用于实现现实世界到信息世界的抽象化。它用符号记录现实世界的信息和联系，用规范化的数据库定义语言表示对现实世界的抽象化与描述，与具体的计算机系统无关。概念模型既是数据库设计人员对数据库进行设计的有力工具，也是数据库设计人员与用户交流的有力工具。概念模型涉及如下内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实体</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3282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客观世界存在并可相互区别的事物称为实体。实体可以是具体的人、事、物，也可以是抽象的概念或联系。例如，一个学生、一个部门、一门课程、学生的一次选课、部门的一次订货、老师与院系之间的工作关系等都是实体。</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属性</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548231" y="2237728"/>
            <a:ext cx="709553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实体所具有的某一特性称为</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属性</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。一个实体可以由多个属性来刻画。例如，学生实体可以由学号、姓名、性别、出生年月、所在院系、入学时间等属性组成。这些属性组合起来表示一个学生的特征。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码</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2493633"/>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唯一标识实体的属性集合称为码。例如，学号是学生实体的码。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域</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213427" y="2493633"/>
            <a:ext cx="776514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属性的取值范围称为该属性的域，它是具有相同数据类型的数据集合。例如，学号的域为8位整数，姓名域为字符串集合，性别域为{男，女}。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实体型</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212279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由于具有相同属性的实体必然具有共同的特征和性质，因此用实体名及描述实体的各个属性名就完全可以刻画出全部同质实体的共同特征和性质，现把形式为：实体名（属性名1，属性名2，…，属性名n）的表示形式称为实体型，用它刻画实体的共同特征和性质。例如，学生（学号，姓名，性别，年龄，所在院系，入学时间）就是一个实体型，而（20160016，李明，男，19，计算机，2016）是该实体型的一个值。</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实体集</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249363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同一类型实体的集合称为实体集。例如，全体学生就是一个实体集。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联系</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现实世界中，事物内部以及事物之间是有联系的，这些联系在信息世界中反映为实体型内部的联系和实体型之间的联系。实体型内部的联系通常指组成实体的各个属性之间的联系；实体型之间的联系通常指不同实体集之间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两个实体型之间的联系</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710690" y="1633220"/>
            <a:ext cx="8502650" cy="48768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两个实体型之间的联系可以分为3种，即一对一联系、一对多联系和多对多联系。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两个实体型之间的联系</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78496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FillTx/>
                <a:latin typeface="微软雅黑" panose="020B0503020204020204" charset="-122"/>
                <a:ea typeface="微软雅黑" panose="020B0503020204020204" charset="-122"/>
                <a:cs typeface="微软雅黑" panose="020B0503020204020204" charset="-122"/>
              </a:rPr>
              <a:t>一对一联系（1:1）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如果对于实体集A中的每一个实体，实体集B中至多有一个（也可以没有）实体与之联系，反之亦然，就称实体集A、B中的实体型A与实体型B具有一对一联系，记为1:1。
例如，在学校的班级实体集和班长实体集中，一个班级只有一个正班长，一个班长只在一个班中任职，班级实体型与班长实体型是一对一的联系。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FillTx/>
                <a:latin typeface="微软雅黑" panose="020B0503020204020204" charset="-122"/>
                <a:ea typeface="微软雅黑" panose="020B0503020204020204" charset="-122"/>
                <a:cs typeface="微软雅黑" panose="020B0503020204020204" charset="-122"/>
              </a:rPr>
              <a:t>一对多联系（1:n）</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如果对于实体集A中的每一个实体，实体集B中有n个实体（n≥0）与之联系，反之，对于实体集B中的每一个实体，实体集A中至多有一个实体与之联系，就称实体型A与实体型B有一对多的联系，记为1: n。
例如，在班级实体集与学生实体集中，一个班级中有若干名学生，每个学生只在一个班级中学习，班级实体型与学生实体型之间就具有一对多的联系。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两个实体型之间的联系</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964055" y="1798955"/>
            <a:ext cx="861314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FillTx/>
                <a:latin typeface="微软雅黑" panose="020B0503020204020204" charset="-122"/>
                <a:ea typeface="微软雅黑" panose="020B0503020204020204" charset="-122"/>
                <a:cs typeface="微软雅黑" panose="020B0503020204020204" charset="-122"/>
              </a:rPr>
              <a:t>多对多联系（m:n）</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如果对于实体集A中的每一个实体，实体集B中有n个实体（n≥0）与之联系，反之，对于实体集B中的每一个实体，实体集A中有m个实体（m≥0）与之联系，就称实体型A与实体型B之间具有多对多的联系，记为m:n。
例如，在课程实体集和学生实体集，一门课程同时有若干个学生选修，一个学生可以同时选修多门课程，课程实体型与学生实体型之间就具有多对多的联系。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两个以上实体型之间的联系</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61" y="1536564"/>
            <a:ext cx="11277678" cy="456719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两个以上实体型之间也存在一对一、一对多和多对多的联系。</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对于n（n&gt;2）个实体型E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n</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，若存在实体型Ei，使得Ei与其余n-1个实体型E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n</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之间均存在一对一（一对多或多对多）的联系，而这n-1个实体型E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n</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之间没有任何联系，则称n个实体型E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n</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之间存在一对一（一对多或多对多）的联系。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例如，有课程、教师和参考书3个实体集，如果一门课程可以有若干个教师讲授，使用若干本参考书，而每个教师只讲授一门课程，每一本参考书只供一门课程使用，课程与教师、参考书之间的联系就是一对多的联系。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又如，有3个供应商、项目、零件实体集，如果一个供应商可以供应多个项目多种零件，每个项目可以使用多个供应商供应的零件，每种零件可以由不同供应商提供，则供应商、项目和零件之间存在多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单个实体型内的联系</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315210" y="1993900"/>
            <a:ext cx="756094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同一个实体集内的各个实体之间也可以存在一对一、一对多和多对多的联系。这属于实体型属性之间的联系。例如，职工实体集内部具有领导与被领导的联系，如果某一职工（干部）领导若干名职工，一个职工仅被另一个职工直接领导，这就是一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显然，一对一联系是一对多联系的特例，而一对多联系是多对多联系的特例。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概念模型的E-R图表示方法</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61224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概念模型的表示方法有很多，其中最著名、最常用的是P.P.S.Chen于1976年提出的实体-联系方法（Entity-Relationship Approach）。该方法用E-R图描述对现实世界进行抽象的概念模型，E-R方法也称为</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E-R模型</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E-R图</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提供了表示实体型、属性和联系的方法。在E-R图中，用矩形表示实体型，矩形内写明实体名称。用椭圆表示属性，并用无向边与相应的实体型相连。用菱形表示联系，菱形内写明联系名，并用无向边分别与有关实体型相连，同时在无向边旁标上联系的类型（</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1:1、1:n或m:n</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用E-R图表示两个实体型之间的一对一、一对多和多对多的联系，如图1-5所示。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概念模型的E-R图表示方法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 name="图片 4" descr="/data/temp/c6363ccb-1163-11ee-9d7c-ce39b16b3610.jpgc6363ccb-1163-11ee-9d7c-ce39b16b3610"/>
          <p:cNvPicPr>
            <a:picLocks noChangeAspect="1"/>
          </p:cNvPicPr>
          <p:nvPr>
            <p:custDataLst>
              <p:tags r:id="rId6"/>
            </p:custDataLst>
          </p:nvPr>
        </p:nvPicPr>
        <p:blipFill rotWithShape="1">
          <a:blip r:embed="rId7"/>
          <a:srcRect/>
          <a:stretch>
            <a:fillRect/>
          </a:stretch>
        </p:blipFill>
        <p:spPr>
          <a:xfrm>
            <a:off x="3590954" y="1536620"/>
            <a:ext cx="5010092" cy="1568732"/>
          </a:xfrm>
          <a:custGeom>
            <a:avLst/>
            <a:gdLst/>
            <a:ahLst/>
            <a:cxnLst>
              <a:cxn ang="3">
                <a:pos x="hc" y="t"/>
              </a:cxn>
              <a:cxn ang="cd2">
                <a:pos x="l" y="vc"/>
              </a:cxn>
              <a:cxn ang="cd4">
                <a:pos x="hc" y="b"/>
              </a:cxn>
              <a:cxn ang="0">
                <a:pos x="r" y="vc"/>
              </a:cxn>
            </a:cxnLst>
            <a:rect l="l" t="t" r="r" b="b"/>
            <a:pathLst>
              <a:path w="12480" h="3120">
                <a:moveTo>
                  <a:pt x="0" y="0"/>
                </a:moveTo>
                <a:lnTo>
                  <a:pt x="12480" y="0"/>
                </a:lnTo>
                <a:lnTo>
                  <a:pt x="12480" y="3120"/>
                </a:lnTo>
                <a:lnTo>
                  <a:pt x="0" y="3120"/>
                </a:lnTo>
                <a:lnTo>
                  <a:pt x="0" y="0"/>
                </a:lnTo>
                <a:close/>
              </a:path>
            </a:pathLst>
          </a:custGeom>
        </p:spPr>
      </p:pic>
      <p:sp>
        <p:nvSpPr>
          <p:cNvPr id="6" name="Title 6"/>
          <p:cNvSpPr txBox="1"/>
          <p:nvPr>
            <p:custDataLst>
              <p:tags r:id="rId8"/>
            </p:custDataLst>
          </p:nvPr>
        </p:nvSpPr>
        <p:spPr>
          <a:xfrm>
            <a:off x="2423160" y="3937635"/>
            <a:ext cx="7785100" cy="264541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E-R图也可以表示两个以上实体型以及单个实体型内的联系，如本小节内容中的课程、教师和参考书3个实体型之间的一对多联系，供应商、项目、零件3个实体型之间多对多的联系以及职工实体型内部具有领导与被领导的一对多联系，分别如图1-6（a）、（b）和图1-7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630930" y="3244850"/>
            <a:ext cx="6096000" cy="368300"/>
          </a:xfrm>
          <a:prstGeom prst="rect">
            <a:avLst/>
          </a:prstGeom>
          <a:noFill/>
        </p:spPr>
        <p:txBody>
          <a:bodyPr wrap="square" rtlCol="0" anchor="t">
            <a:spAutoFit/>
          </a:bodyPr>
          <a:p>
            <a:r>
              <a:rPr lang="zh-CN" altLang="en-US"/>
              <a:t>（a）1:1联系 </a:t>
            </a:r>
            <a:r>
              <a:rPr lang="en-US" altLang="zh-CN"/>
              <a:t>       </a:t>
            </a:r>
            <a:r>
              <a:rPr lang="zh-CN" altLang="en-US"/>
              <a:t>（b）1:n联系 </a:t>
            </a:r>
            <a:r>
              <a:rPr lang="en-US" altLang="zh-CN"/>
              <a:t>        </a:t>
            </a:r>
            <a:r>
              <a:rPr lang="zh-CN" altLang="en-US"/>
              <a:t>（c）m:n联系</a:t>
            </a:r>
            <a:endParaRPr lang="zh-CN" altLang="en-US"/>
          </a:p>
        </p:txBody>
      </p:sp>
      <p:sp>
        <p:nvSpPr>
          <p:cNvPr id="9" name="文本框 8"/>
          <p:cNvSpPr txBox="1"/>
          <p:nvPr/>
        </p:nvSpPr>
        <p:spPr>
          <a:xfrm>
            <a:off x="4462145" y="3690620"/>
            <a:ext cx="6096000" cy="368300"/>
          </a:xfrm>
          <a:prstGeom prst="rect">
            <a:avLst/>
          </a:prstGeom>
          <a:noFill/>
        </p:spPr>
        <p:txBody>
          <a:bodyPr wrap="square" rtlCol="0" anchor="t">
            <a:spAutoFit/>
          </a:bodyPr>
          <a:p>
            <a:r>
              <a:rPr lang="zh-CN" altLang="en-US"/>
              <a:t>图1-5 两个实体型之间的3种联系</a:t>
            </a:r>
            <a:endParaRPr lang="zh-CN" altLang="en-US"/>
          </a:p>
        </p:txBody>
      </p:sp>
    </p:spTree>
    <p:custDataLst>
      <p:tags r:id="rId9"/>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概念模型的E-R图表示方法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2" name="Rectangle 10"/>
          <p:cNvSpPr/>
          <p:nvPr>
            <p:custDataLst>
              <p:tags r:id="rId6"/>
            </p:custDataLst>
          </p:nvPr>
        </p:nvSpPr>
        <p:spPr>
          <a:xfrm>
            <a:off x="6726555" y="1840230"/>
            <a:ext cx="4429760" cy="3556635"/>
          </a:xfrm>
          <a:custGeom>
            <a:avLst/>
            <a:gdLst>
              <a:gd name="connsiteX0" fmla="*/ 4495837 w 4495837"/>
              <a:gd name="connsiteY0" fmla="*/ 0 h 4495834"/>
              <a:gd name="connsiteX1" fmla="*/ 4495834 w 4495837"/>
              <a:gd name="connsiteY1" fmla="*/ 4495834 h 4495834"/>
              <a:gd name="connsiteX2" fmla="*/ 1 w 4495837"/>
              <a:gd name="connsiteY2" fmla="*/ 4495834 h 4495834"/>
              <a:gd name="connsiteX3" fmla="*/ 0 w 4495837"/>
              <a:gd name="connsiteY3" fmla="*/ 1 h 4495834"/>
            </a:gdLst>
            <a:ahLst/>
            <a:cxnLst>
              <a:cxn ang="0">
                <a:pos x="connsiteX0" y="connsiteY0"/>
              </a:cxn>
              <a:cxn ang="0">
                <a:pos x="connsiteX1" y="connsiteY1"/>
              </a:cxn>
              <a:cxn ang="0">
                <a:pos x="connsiteX2" y="connsiteY2"/>
              </a:cxn>
              <a:cxn ang="0">
                <a:pos x="connsiteX3" y="connsiteY3"/>
              </a:cxn>
            </a:cxnLst>
            <a:rect l="l" t="t" r="r" b="b"/>
            <a:pathLst>
              <a:path w="4495837" h="4495834">
                <a:moveTo>
                  <a:pt x="4495837" y="0"/>
                </a:moveTo>
                <a:lnTo>
                  <a:pt x="4495834" y="4495834"/>
                </a:lnTo>
                <a:lnTo>
                  <a:pt x="1" y="4495834"/>
                </a:lnTo>
                <a:lnTo>
                  <a:pt x="0" y="1"/>
                </a:lnTo>
                <a:close/>
              </a:path>
            </a:pathLst>
          </a:custGeom>
          <a:solidFill>
            <a:schemeClr val="lt2"/>
          </a:solidFill>
          <a:ln>
            <a:noFill/>
          </a:ln>
          <a:effectLst>
            <a:outerShdw blurRad="190500" sx="102000" sy="102000" algn="ctr" rotWithShape="0">
              <a:schemeClr val="dk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7"/>
          <a:stretch>
            <a:fillRect/>
          </a:stretch>
        </p:blipFill>
        <p:spPr>
          <a:xfrm>
            <a:off x="457200" y="1993900"/>
            <a:ext cx="5667375" cy="2962275"/>
          </a:xfrm>
          <a:prstGeom prst="rect">
            <a:avLst/>
          </a:prstGeom>
        </p:spPr>
      </p:pic>
      <p:pic>
        <p:nvPicPr>
          <p:cNvPr id="9" name="图片 8"/>
          <p:cNvPicPr>
            <a:picLocks noChangeAspect="1"/>
          </p:cNvPicPr>
          <p:nvPr/>
        </p:nvPicPr>
        <p:blipFill>
          <a:blip r:embed="rId8"/>
          <a:stretch>
            <a:fillRect/>
          </a:stretch>
        </p:blipFill>
        <p:spPr>
          <a:xfrm>
            <a:off x="7278370" y="2403475"/>
            <a:ext cx="3143250" cy="1905000"/>
          </a:xfrm>
          <a:prstGeom prst="rect">
            <a:avLst/>
          </a:prstGeom>
        </p:spPr>
      </p:pic>
    </p:spTree>
    <p:custDataLst>
      <p:tags r:id="rId9"/>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概念模型的E-R图表示方法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c64df9f9-1163-11ee-8348-eebcf3dea646.jpgc64df9f9-1163-11ee-8348-eebcf3dea646"/>
          <p:cNvPicPr>
            <a:picLocks noChangeAspect="1"/>
          </p:cNvPicPr>
          <p:nvPr>
            <p:custDataLst>
              <p:tags r:id="rId6"/>
            </p:custDataLst>
          </p:nvPr>
        </p:nvPicPr>
        <p:blipFill rotWithShape="1">
          <a:blip r:embed="rId7"/>
          <a:srcRect/>
          <a:stretch>
            <a:fillRect/>
          </a:stretch>
        </p:blipFill>
        <p:spPr>
          <a:xfrm>
            <a:off x="2775655" y="2508589"/>
            <a:ext cx="5499705" cy="1125426"/>
          </a:xfrm>
          <a:custGeom>
            <a:avLst/>
            <a:gdLst/>
            <a:ahLst/>
            <a:cxnLst>
              <a:cxn ang="3">
                <a:pos x="hc" y="t"/>
              </a:cxn>
              <a:cxn ang="cd2">
                <a:pos x="l" y="vc"/>
              </a:cxn>
              <a:cxn ang="cd4">
                <a:pos x="hc" y="b"/>
              </a:cxn>
              <a:cxn ang="0">
                <a:pos x="r" y="vc"/>
              </a:cxn>
            </a:cxnLst>
            <a:rect l="l" t="t" r="r" b="b"/>
            <a:pathLst>
              <a:path w="19200" h="7200">
                <a:moveTo>
                  <a:pt x="0" y="0"/>
                </a:moveTo>
                <a:lnTo>
                  <a:pt x="19200" y="0"/>
                </a:lnTo>
                <a:lnTo>
                  <a:pt x="19200" y="7200"/>
                </a:lnTo>
                <a:lnTo>
                  <a:pt x="0" y="7200"/>
                </a:lnTo>
                <a:lnTo>
                  <a:pt x="0" y="0"/>
                </a:lnTo>
                <a:close/>
              </a:path>
            </a:pathLst>
          </a:custGeom>
        </p:spPr>
      </p:pic>
      <p:sp>
        <p:nvSpPr>
          <p:cNvPr id="5" name="Title 6"/>
          <p:cNvSpPr txBox="1"/>
          <p:nvPr>
            <p:custDataLst>
              <p:tags r:id="rId8"/>
            </p:custDataLst>
          </p:nvPr>
        </p:nvSpPr>
        <p:spPr>
          <a:xfrm>
            <a:off x="3832860" y="3921760"/>
            <a:ext cx="2714625" cy="4337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图1-8 学生实体及属性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0" name="矩形 9"/>
          <p:cNvSpPr/>
          <p:nvPr>
            <p:custDataLst>
              <p:tags r:id="rId9"/>
            </p:custDataLst>
          </p:nvPr>
        </p:nvSpPr>
        <p:spPr>
          <a:xfrm>
            <a:off x="457200" y="5070772"/>
            <a:ext cx="11277600" cy="28194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15">
              <a:solidFill>
                <a:schemeClr val="lt1"/>
              </a:solidFill>
              <a:latin typeface="微软雅黑" panose="020B0503020204020204" charset="-122"/>
              <a:ea typeface="微软雅黑" panose="020B0503020204020204" charset="-122"/>
            </a:endParaRPr>
          </a:p>
        </p:txBody>
      </p:sp>
    </p:spTree>
    <p:custDataLst>
      <p:tags r:id="rId10"/>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一个用E-R图表示概念模型的具体实例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610235" y="1720850"/>
            <a:ext cx="10970895"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设有一物质管理处，需要进行物质管理的对象有仓库、零件、供应商、项目和职工，它们是E-R模型中的实体，并具有如下属性：
（1）仓库的属性：包括仓库号、仓库面积、仓库电话号码。
（2）零件的属性：包括零件号、零件名称、零件规格、零件单价、零件描述。
（3）供应商的属性：包括供应商号、供应商姓名、供应商地址、供应商电话号码、供应商账号。
（4）项目的属性：包括项目号、项目预算、开工日期。
（5）职工的属性：包括职工号、职工姓名、职工年龄、职称。
这些实体之间的联系如下：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一个用E-R图表示概念模型的具体实例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（1）仓库和零件之间具有多对多的联系。
因为一个仓库可以存放多种零件，同时一种零件也可以被存放在多个仓库中，因此仓库和零件之间具有多对多的联系。现用库存量来表示某种零件在某个仓库中的数量。
（2）仓库和职工之间具有一对多的联系。
因为在实际工作中，一个仓库可能需要多名仓库管理员（职工），而一名仓库管理员（职工）只能在一个仓库工作，因此仓库和职工之间具有一对多的联系。
（3）职工实体型中领导与被领导的职工具有一对多的联系。
在仓库管理员的职工实体型中，一个仓库只有一名主任，该主任领导若干名管理员，主任与管理员之间具有领导与被领导关系。因此，职工实体型中具有一对多的联系。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（4）供应商、项目和零件三者之间具有多对多的联系。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一个用E-R图表示概念模型的具体实例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6056630" y="1733550"/>
            <a:ext cx="5678805" cy="44005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因为一个供应商可以为多个项目提供多种零件，每个项目可以使用不同供应商提供的零件，每种零件可由不同供应商供给。因此，供应商、项目和零件三者之间具有多对多的联系。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满足上述条件的实体及其属性图如图1-9（a）所示。实体及其联系图如图1-9（b）所示。物资管理的E-R图如图1-9（c）所示。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7"/>
          <a:stretch>
            <a:fillRect/>
          </a:stretch>
        </p:blipFill>
        <p:spPr>
          <a:xfrm>
            <a:off x="584835" y="1536700"/>
            <a:ext cx="4963795" cy="4944110"/>
          </a:xfrm>
          <a:prstGeom prst="rect">
            <a:avLst/>
          </a:prstGeom>
        </p:spPr>
      </p:pic>
    </p:spTree>
    <p:custDataLst>
      <p:tags r:id="rId8"/>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9"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一个用E-R图表示概念模型的具体实例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3069885" y="4634256"/>
            <a:ext cx="5568350" cy="155068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图1-9 一个用E-R图表示概念模型的具体实例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7"/>
          <a:stretch>
            <a:fillRect/>
          </a:stretch>
        </p:blipFill>
        <p:spPr>
          <a:xfrm>
            <a:off x="1680845" y="1758315"/>
            <a:ext cx="7548245" cy="2875280"/>
          </a:xfrm>
          <a:prstGeom prst="rect">
            <a:avLst/>
          </a:prstGeom>
        </p:spPr>
      </p:pic>
    </p:spTree>
    <p:custDataLst>
      <p:tags r:id="rId8"/>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一个用E-R图表示概念模型的具体实例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椭圆 21"/>
          <p:cNvSpPr/>
          <p:nvPr>
            <p:custDataLst>
              <p:tags r:id="rId6"/>
            </p:custDataLst>
          </p:nvPr>
        </p:nvSpPr>
        <p:spPr>
          <a:xfrm>
            <a:off x="9672154"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7"/>
            </p:custDataLst>
          </p:nvPr>
        </p:nvSpPr>
        <p:spPr>
          <a:xfrm>
            <a:off x="10028727"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4" name="椭圆 23"/>
          <p:cNvSpPr/>
          <p:nvPr>
            <p:custDataLst>
              <p:tags r:id="rId8"/>
            </p:custDataLst>
          </p:nvPr>
        </p:nvSpPr>
        <p:spPr>
          <a:xfrm>
            <a:off x="10387286"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5" name="任意多边形 24"/>
          <p:cNvSpPr/>
          <p:nvPr>
            <p:custDataLst>
              <p:tags r:id="rId9"/>
            </p:custDataLst>
          </p:nvPr>
        </p:nvSpPr>
        <p:spPr>
          <a:xfrm>
            <a:off x="1566337" y="5284835"/>
            <a:ext cx="1444665" cy="1268862"/>
          </a:xfrm>
          <a:custGeom>
            <a:avLst/>
            <a:gdLst/>
            <a:ahLst/>
            <a:cxnLst>
              <a:cxn ang="3">
                <a:pos x="hc" y="t"/>
              </a:cxn>
              <a:cxn ang="cd2">
                <a:pos x="l" y="vc"/>
              </a:cxn>
              <a:cxn ang="cd4">
                <a:pos x="hc" y="b"/>
              </a:cxn>
              <a:cxn ang="0">
                <a:pos x="r" y="vc"/>
              </a:cxn>
            </a:cxnLst>
            <a:rect l="l" t="t" r="r" b="b"/>
            <a:pathLst>
              <a:path w="2858" h="2510">
                <a:moveTo>
                  <a:pt x="780" y="0"/>
                </a:moveTo>
                <a:cubicBezTo>
                  <a:pt x="1927" y="0"/>
                  <a:pt x="2858" y="931"/>
                  <a:pt x="2858" y="2079"/>
                </a:cubicBezTo>
                <a:cubicBezTo>
                  <a:pt x="2858" y="2222"/>
                  <a:pt x="2843" y="2362"/>
                  <a:pt x="2816" y="2497"/>
                </a:cubicBezTo>
                <a:lnTo>
                  <a:pt x="2813" y="2510"/>
                </a:lnTo>
                <a:lnTo>
                  <a:pt x="0" y="2510"/>
                </a:lnTo>
                <a:lnTo>
                  <a:pt x="0" y="151"/>
                </a:lnTo>
                <a:lnTo>
                  <a:pt x="17" y="144"/>
                </a:lnTo>
                <a:cubicBezTo>
                  <a:pt x="253" y="51"/>
                  <a:pt x="510" y="0"/>
                  <a:pt x="780"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26" name="AutoShape 3"/>
          <p:cNvSpPr>
            <a:spLocks noChangeAspect="1" noChangeArrowheads="1" noTextEdit="1"/>
          </p:cNvSpPr>
          <p:nvPr>
            <p:custDataLst>
              <p:tags r:id="rId10"/>
            </p:custDataLst>
          </p:nvPr>
        </p:nvSpPr>
        <p:spPr bwMode="auto">
          <a:xfrm>
            <a:off x="2166253" y="2381599"/>
            <a:ext cx="526913" cy="48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7" name="Freeform 5"/>
          <p:cNvSpPr>
            <a:spLocks noEditPoints="1"/>
          </p:cNvSpPr>
          <p:nvPr>
            <p:custDataLst>
              <p:tags r:id="rId11"/>
            </p:custDataLst>
          </p:nvPr>
        </p:nvSpPr>
        <p:spPr bwMode="auto">
          <a:xfrm>
            <a:off x="2044088" y="2153162"/>
            <a:ext cx="610345" cy="477748"/>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alpha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 name="Title 6"/>
          <p:cNvSpPr txBox="1"/>
          <p:nvPr>
            <p:custDataLst>
              <p:tags r:id="rId12"/>
            </p:custDataLst>
          </p:nvPr>
        </p:nvSpPr>
        <p:spPr>
          <a:xfrm>
            <a:off x="4509135" y="5788025"/>
            <a:ext cx="2860675" cy="6413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（c）完整的实体-联系图</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13"/>
          <a:stretch>
            <a:fillRect/>
          </a:stretch>
        </p:blipFill>
        <p:spPr>
          <a:xfrm>
            <a:off x="3395345" y="1536700"/>
            <a:ext cx="5401945" cy="4454525"/>
          </a:xfrm>
          <a:prstGeom prst="rect">
            <a:avLst/>
          </a:prstGeom>
        </p:spPr>
      </p:pic>
      <p:sp>
        <p:nvSpPr>
          <p:cNvPr id="9" name="文本框 8"/>
          <p:cNvSpPr txBox="1"/>
          <p:nvPr/>
        </p:nvSpPr>
        <p:spPr>
          <a:xfrm>
            <a:off x="3395345" y="6360160"/>
            <a:ext cx="6096000" cy="368300"/>
          </a:xfrm>
          <a:prstGeom prst="rect">
            <a:avLst/>
          </a:prstGeom>
          <a:noFill/>
        </p:spPr>
        <p:txBody>
          <a:bodyPr wrap="square" rtlCol="0" anchor="t">
            <a:spAutoFit/>
          </a:bodyPr>
          <a:p>
            <a:r>
              <a:rPr lang="zh-CN" altLang="en-US"/>
              <a:t>图1-9  一个用E-R图表示概念模型的具体实例（续）</a:t>
            </a:r>
            <a:endParaRPr lang="zh-CN" altLang="en-US"/>
          </a:p>
        </p:txBody>
      </p:sp>
    </p:spTree>
    <p:custDataLst>
      <p:tags r:id="rId14"/>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2.3 数据的逻辑模型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2189379"/>
            <a:ext cx="6425930" cy="385084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逻辑模型是信息世界到计算机世界的抽象，将信息世界中的概念模型进一步转换成便于计算机处理的数据模型，即逻辑模型。逻辑模型主要用于DBMS的实现。目前比较成熟地应用在数据库系统中的逻辑模型有：层次模型、网状模型和关系模型。它们之间的根本区别在于数据之间联系的表示方式不同（即记录型之间的联系方式不同）。层次模型以“树结构”表示数据之间的联系。网状模型以“图结构”表示数据之间的联系。关系模型用“二维表”（或称为关系）表示数据之间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层次模型</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74178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FillTx/>
                <a:latin typeface="微软雅黑" panose="020B0503020204020204" charset="-122"/>
                <a:ea typeface="微软雅黑" panose="020B0503020204020204" charset="-122"/>
                <a:cs typeface="微软雅黑" panose="020B0503020204020204" charset="-122"/>
              </a:rPr>
              <a:t>层次模型</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是数据库最早出现的数据模型，它将现实世界的实体之间抽象成一种自上而下的层次关系，用</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树形结构</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表示各类实体以及实体间的联系。层次模型的结构特点为：
（1）有且只有一个节点没有双亲节点，这个节点称为</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根节点</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（2）根以外的其他节点有且只有一个</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双亲节点</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（3）上下层节点之间表示一对多的联系。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层次模型本身虽然只能表示一对多的联系，但多对多联系的概念模型可以通过冗余节点法和虚拟节点法将其分解为一对多的联系，然后再使用层次模型表示。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层次模型的优点是数据结构比较简单清晰、提供良好的完整性支持、数据库查询效率高。但由于层次模型受文件系统影响大，模型受限很多，物理成分复杂，不适用于表示非层次性的联系。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网状模型</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062990" y="1609090"/>
            <a:ext cx="10230485"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FillTx/>
                <a:latin typeface="微软雅黑" panose="020B0503020204020204" charset="-122"/>
                <a:ea typeface="微软雅黑" panose="020B0503020204020204" charset="-122"/>
                <a:cs typeface="微软雅黑" panose="020B0503020204020204" charset="-122"/>
              </a:rPr>
              <a:t>网状模型</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是一种非层次模型，它去掉了层次模型的两个限制，与层次模型相比，可以更直接地描述现实世界。网状模型的结构特点为：
（1）允许一个以上的节点没有双亲节点；
（2）一个节点可以有多个双亲节点；
（3）节点之间表示多对多的联系。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网状模型优于层次模型，具有良好的性能和高效率的存储方式。但其数据结构比较复杂，数据模式和系统实现均不理想。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关系模型</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圆角矩形 3"/>
          <p:cNvSpPr/>
          <p:nvPr>
            <p:custDataLst>
              <p:tags r:id="rId6"/>
            </p:custDataLst>
          </p:nvPr>
        </p:nvSpPr>
        <p:spPr>
          <a:xfrm>
            <a:off x="2909875" y="1680433"/>
            <a:ext cx="6423684" cy="4522352"/>
          </a:xfrm>
          <a:prstGeom prst="roundRect">
            <a:avLst>
              <a:gd name="adj" fmla="val 3466"/>
            </a:avLst>
          </a:prstGeom>
          <a:noFill/>
          <a:ln>
            <a:solidFill>
              <a:schemeClr val="l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7" name="圆角矩形 6"/>
          <p:cNvSpPr/>
          <p:nvPr>
            <p:custDataLst>
              <p:tags r:id="rId7"/>
            </p:custDataLst>
          </p:nvPr>
        </p:nvSpPr>
        <p:spPr>
          <a:xfrm>
            <a:off x="3310080" y="1654175"/>
            <a:ext cx="422086" cy="5835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cxnSp>
        <p:nvCxnSpPr>
          <p:cNvPr id="8" name="直接连接符 7"/>
          <p:cNvCxnSpPr/>
          <p:nvPr>
            <p:custDataLst>
              <p:tags r:id="rId8"/>
            </p:custDataLst>
          </p:nvPr>
        </p:nvCxnSpPr>
        <p:spPr>
          <a:xfrm>
            <a:off x="2909875" y="3168854"/>
            <a:ext cx="6423684" cy="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圆角矩形 4"/>
          <p:cNvSpPr/>
          <p:nvPr>
            <p:custDataLst>
              <p:tags r:id="rId9"/>
            </p:custDataLst>
          </p:nvPr>
        </p:nvSpPr>
        <p:spPr>
          <a:xfrm>
            <a:off x="3310080" y="3147458"/>
            <a:ext cx="422086" cy="58353"/>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cxnSp>
        <p:nvCxnSpPr>
          <p:cNvPr id="12" name="直接连接符 11"/>
          <p:cNvCxnSpPr/>
          <p:nvPr>
            <p:custDataLst>
              <p:tags r:id="rId10"/>
            </p:custDataLst>
          </p:nvPr>
        </p:nvCxnSpPr>
        <p:spPr>
          <a:xfrm>
            <a:off x="2909875" y="4698805"/>
            <a:ext cx="6423684" cy="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圆角矩形 10"/>
          <p:cNvSpPr/>
          <p:nvPr>
            <p:custDataLst>
              <p:tags r:id="rId11"/>
            </p:custDataLst>
          </p:nvPr>
        </p:nvSpPr>
        <p:spPr>
          <a:xfrm>
            <a:off x="3310080" y="4677408"/>
            <a:ext cx="422086" cy="58353"/>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8" name="文本框 147"/>
          <p:cNvSpPr txBox="1"/>
          <p:nvPr>
            <p:custDataLst>
              <p:tags r:id="rId12"/>
            </p:custDataLst>
          </p:nvPr>
        </p:nvSpPr>
        <p:spPr>
          <a:xfrm>
            <a:off x="3217201" y="1847483"/>
            <a:ext cx="5809033" cy="1147864"/>
          </a:xfrm>
          <a:prstGeom prst="rect">
            <a:avLst/>
          </a:prstGeom>
          <a:noFill/>
        </p:spPr>
        <p:txBody>
          <a:bodyPr wrap="square" rtlCol="0" anchor="t" anchorCtr="0">
            <a:normAutofit/>
          </a:bodyPr>
          <a:p>
            <a:pPr>
              <a:lnSpc>
                <a:spcPct val="130000"/>
              </a:lnSpc>
            </a:pPr>
            <a:r>
              <a:rPr lang="zh-CN" altLang="en-US" sz="1100" spc="150">
                <a:solidFill>
                  <a:schemeClr val="dk1">
                    <a:lumMod val="75000"/>
                    <a:lumOff val="25000"/>
                  </a:schemeClr>
                </a:solidFill>
                <a:uFillTx/>
                <a:latin typeface="微软雅黑" panose="020B0503020204020204" charset="-122"/>
                <a:ea typeface="微软雅黑" panose="020B0503020204020204" charset="-122"/>
                <a:sym typeface="+mn-ea"/>
              </a:rPr>
              <a:t>关系模型是目前最重要的一种数据模型。它建立在严格的数学概念基础之上，从用户观点看，关系模型由一组关系组成，每个关系的数据结构是一张规范化的二维表。实体与实体之间的联系都用关系来表示。</a:t>
            </a:r>
            <a:endParaRPr lang="zh-CN" altLang="en-US" sz="1100" spc="150">
              <a:solidFill>
                <a:schemeClr val="dk1">
                  <a:lumMod val="75000"/>
                  <a:lumOff val="25000"/>
                </a:schemeClr>
              </a:solidFill>
              <a:uFillTx/>
              <a:latin typeface="微软雅黑" panose="020B0503020204020204" charset="-122"/>
              <a:ea typeface="微软雅黑" panose="020B0503020204020204" charset="-122"/>
              <a:sym typeface="+mn-ea"/>
            </a:endParaRPr>
          </a:p>
        </p:txBody>
      </p:sp>
      <p:sp>
        <p:nvSpPr>
          <p:cNvPr id="10" name="文本框 9"/>
          <p:cNvSpPr txBox="1"/>
          <p:nvPr>
            <p:custDataLst>
              <p:tags r:id="rId13"/>
            </p:custDataLst>
          </p:nvPr>
        </p:nvSpPr>
        <p:spPr>
          <a:xfrm>
            <a:off x="3217201" y="3357919"/>
            <a:ext cx="5809033" cy="1147864"/>
          </a:xfrm>
          <a:prstGeom prst="rect">
            <a:avLst/>
          </a:prstGeom>
          <a:noFill/>
        </p:spPr>
        <p:txBody>
          <a:bodyPr wrap="square" rtlCol="0" anchor="t" anchorCtr="0">
            <a:normAutofit fontScale="80000"/>
          </a:bodyPr>
          <a:p>
            <a:pPr>
              <a:lnSpc>
                <a:spcPct val="130000"/>
              </a:lnSpc>
            </a:pPr>
            <a:r>
              <a:rPr lang="zh-CN" altLang="en-US" sz="1400" spc="150">
                <a:solidFill>
                  <a:schemeClr val="dk1">
                    <a:lumMod val="75000"/>
                    <a:lumOff val="25000"/>
                  </a:schemeClr>
                </a:solidFill>
                <a:uFillTx/>
                <a:latin typeface="微软雅黑" panose="020B0503020204020204" charset="-122"/>
                <a:ea typeface="微软雅黑" panose="020B0503020204020204" charset="-122"/>
                <a:sym typeface="+mn-ea"/>
              </a:rPr>
              <a:t>关系模型的优点是建立在严格的数学概念的基础上；关系模型的概念单一，数据结构简单、清晰，用户易懂易用；关系模型的存储路径对用户透明，从而具有更高的数据独立性、更好的安全保密性，也简化了程序员的工作和数据库开发建立的工作，但也因此查找效率不如层次模型和网状模型。</a:t>
            </a:r>
            <a:endParaRPr lang="zh-CN" altLang="en-US" sz="1400" spc="150">
              <a:solidFill>
                <a:schemeClr val="dk1">
                  <a:lumMod val="75000"/>
                  <a:lumOff val="25000"/>
                </a:schemeClr>
              </a:solidFill>
              <a:uFillTx/>
              <a:latin typeface="微软雅黑" panose="020B0503020204020204" charset="-122"/>
              <a:ea typeface="微软雅黑" panose="020B0503020204020204" charset="-122"/>
              <a:sym typeface="+mn-ea"/>
            </a:endParaRPr>
          </a:p>
        </p:txBody>
      </p:sp>
      <p:sp>
        <p:nvSpPr>
          <p:cNvPr id="14" name="文本框 13"/>
          <p:cNvSpPr txBox="1"/>
          <p:nvPr>
            <p:custDataLst>
              <p:tags r:id="rId14"/>
            </p:custDataLst>
          </p:nvPr>
        </p:nvSpPr>
        <p:spPr>
          <a:xfrm>
            <a:off x="3217201" y="4887870"/>
            <a:ext cx="5809033" cy="1147864"/>
          </a:xfrm>
          <a:prstGeom prst="rect">
            <a:avLst/>
          </a:prstGeom>
          <a:noFill/>
        </p:spPr>
        <p:txBody>
          <a:bodyPr wrap="square" rtlCol="0" anchor="t" anchorCtr="0">
            <a:normAutofit/>
          </a:bodyPr>
          <a:p>
            <a:pPr>
              <a:lnSpc>
                <a:spcPct val="130000"/>
              </a:lnSpc>
            </a:pPr>
            <a:r>
              <a:rPr lang="zh-CN" altLang="en-US" sz="1100" spc="15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在此，我们仅对层次模型、网状模型和关系模型的数据结构进行了简单的介绍，关于层次模型和网状模型的操作和完整性约束条件的内容可查阅其他参考文献。关系数据模型的详细内容在本书的第2章介绍。</a:t>
            </a:r>
            <a:endParaRPr lang="zh-CN" altLang="en-US" sz="1100" spc="15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15"/>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数据的物理模型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313305" y="1993900"/>
            <a:ext cx="756539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物理模型指逻辑模型在计算机中的存储结构。数据库中的数据存储由DBMS完成，它既存储数据，又存储数据之间的联系。层次模型通常采用邻接法和链接法来存储数据及数据之间的联系。网状模型通常采用链接法。关系模型实体与实体之间都用表表示，在关系数据库的物理组织中，有的DBMS一个表对应一个操作系统文件，有的DBMS从操作系统中获得若干个大的文件，自己设计表、索引等存储结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数据库系统根据不同的层次和不同的角度划分为不同的结构。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从用户使用数据库的角度来划分，数据库系统结构分为单用户结构、主从式结构、分布式结构、客户/服务器、浏览器/应用服务器/数据库服务器等多层结构。这种结构称为数据库系统的外部体系结构。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从数据库管理系统的角度来划分，数据库系统通常采用多级模式结构。这种模式结构是数据库系统的一个总体框架，也是数据库管理系统的内部系统结构，能够满足用户方便存储数据和系统高效组织数据的需求。目前，数据库系统采用三级模式和二级映像的系统结构。本节主要介绍数据库系统内部结构这部分内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3.1 数据库系统的</a:t>
            </a:r>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三级模式结构</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矩形 3"/>
          <p:cNvSpPr/>
          <p:nvPr>
            <p:custDataLst>
              <p:tags r:id="rId6"/>
            </p:custDataLst>
          </p:nvPr>
        </p:nvSpPr>
        <p:spPr>
          <a:xfrm>
            <a:off x="4718050" y="1676400"/>
            <a:ext cx="6057265" cy="4876800"/>
          </a:xfrm>
          <a:prstGeom prst="rect">
            <a:avLst/>
          </a:prstGeom>
          <a:noFill/>
          <a:ln w="25400">
            <a:solidFill>
              <a:schemeClr val="dk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sp>
        <p:nvSpPr>
          <p:cNvPr id="5" name="Title 6"/>
          <p:cNvSpPr txBox="1"/>
          <p:nvPr>
            <p:custDataLst>
              <p:tags r:id="rId7"/>
            </p:custDataLst>
          </p:nvPr>
        </p:nvSpPr>
        <p:spPr>
          <a:xfrm>
            <a:off x="1417147" y="2071806"/>
            <a:ext cx="3015752" cy="408598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数据库系统的三级模式结构涉及</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模式、外模式和内模式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的概念，三级模式结构就是指数据库系统由外模式、模式和内模式三级构成，如图1-10所示。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6" name="图片 5" descr="/data/temp/c6a7cfde-1163-11ee-99a7-a2d6284a62e3.jpgc6a7cfde-1163-11ee-99a7-a2d6284a62e3"/>
          <p:cNvPicPr>
            <a:picLocks noChangeAspect="1"/>
          </p:cNvPicPr>
          <p:nvPr>
            <p:custDataLst>
              <p:tags r:id="rId8"/>
            </p:custDataLst>
          </p:nvPr>
        </p:nvPicPr>
        <p:blipFill rotWithShape="1">
          <a:blip r:embed="rId9"/>
          <a:srcRect/>
          <a:stretch>
            <a:fillRect/>
          </a:stretch>
        </p:blipFill>
        <p:spPr>
          <a:xfrm>
            <a:off x="4960126" y="2114378"/>
            <a:ext cx="5419860" cy="4000843"/>
          </a:xfrm>
          <a:custGeom>
            <a:avLst/>
            <a:gdLst/>
            <a:ahLst/>
            <a:cxnLst>
              <a:cxn ang="3">
                <a:pos x="hc" y="t"/>
              </a:cxn>
              <a:cxn ang="cd2">
                <a:pos x="l" y="vc"/>
              </a:cxn>
              <a:cxn ang="cd4">
                <a:pos x="hc" y="b"/>
              </a:cxn>
              <a:cxn ang="0">
                <a:pos x="r" y="vc"/>
              </a:cxn>
            </a:cxnLst>
            <a:rect l="l" t="t" r="r" b="b"/>
            <a:pathLst>
              <a:path w="7680" h="7440">
                <a:moveTo>
                  <a:pt x="0" y="0"/>
                </a:moveTo>
                <a:lnTo>
                  <a:pt x="7680" y="0"/>
                </a:lnTo>
                <a:lnTo>
                  <a:pt x="7680" y="7440"/>
                </a:lnTo>
                <a:lnTo>
                  <a:pt x="0" y="7440"/>
                </a:lnTo>
                <a:lnTo>
                  <a:pt x="0" y="0"/>
                </a:lnTo>
                <a:close/>
              </a:path>
            </a:pathLst>
          </a:custGeom>
        </p:spPr>
      </p:pic>
      <p:sp>
        <p:nvSpPr>
          <p:cNvPr id="9" name="文本框 8"/>
          <p:cNvSpPr txBox="1"/>
          <p:nvPr/>
        </p:nvSpPr>
        <p:spPr>
          <a:xfrm>
            <a:off x="5807710" y="6489700"/>
            <a:ext cx="3724275" cy="368300"/>
          </a:xfrm>
          <a:prstGeom prst="rect">
            <a:avLst/>
          </a:prstGeom>
          <a:noFill/>
        </p:spPr>
        <p:txBody>
          <a:bodyPr wrap="square" rtlCol="0" anchor="t">
            <a:spAutoFit/>
          </a:bodyPr>
          <a:p>
            <a:r>
              <a:rPr lang="zh-CN" altLang="en-US"/>
              <a:t>图1-10 数据库系统的三级模式结构</a:t>
            </a:r>
            <a:endParaRPr lang="zh-CN" altLang="en-US"/>
          </a:p>
        </p:txBody>
      </p:sp>
    </p:spTree>
    <p:custDataLst>
      <p:tags r:id="rId10"/>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模式</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53651" y="168630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模式也称为</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逻辑模式或概念模式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它是由数据库设计者在统一考虑所有用户需求的基础上，用某种数据模型对数据库中的全部数据的逻辑结构和特征的总体描述，是所有用户的公共数据视图。一个数据库只有一种模式，可以用数据库管理系统提供的数据模式描述语言来定义数据的逻辑结构、数据之间的联系以及与数据有关的安全性和完整性的要求。</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在数据模型中有</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型和值</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概念。型指对某一类数据的结构和属性的描述，值是型的一个具体赋值。模式属于型，模式的一个具体值也称为模式的一个实例。同一个模式可以有很多实例。由于模式反映的是数据的结构及其联系，而实例反映的是数据库中的数据在某一时刻的状态，随着数据的更新，实例也在不断变化，因此模式是相对稳定的，实例是相对变动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外模式</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1721231"/>
            <a:ext cx="6425930"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外模式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也称为</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子模型或用户模式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，它是数据库用户能够看到和使用的局部数据的逻辑结构和特征的描述，是数据库用户的数据视图，也是与某一应用有关的数据逻辑表示，应用程序的编写依赖于数据的外模式。</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外模式通常是模式的一个子集，一个数据库可以有多个外模式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一个外模式可以被某一用户的多个应用系统所使用，但一个应用程序只能使用一个外模式。用户可以通过外模式描述语言来描述、定义对应于用户的数据记录（外模式），也可以利用数据操作语言对这些数据记录进行处理。</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外模式是保证数据库安全性的一个有力措施</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rPr>
              <a:t>内模式</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170877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内模式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也称为</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物理模式或存储模式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，它是数据库中全体数据的内部表示或底层描述，描述了数据在存储介质上的存储方式及物理结构，对应着实际存储在外存储介质上的数据库，</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一个数据库只有一个内模式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。内模式由内模式描述语言来描述和定义。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数据库系统的二级映像功能</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436630" y="1751953"/>
            <a:ext cx="731874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数据库系统的</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三级模式是对数据进行抽象的3个级别</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，为了在数据库系统中实现这3个抽象层次的联系与转换，数据库管理系统在这三级模式之间提供了</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外模式/模式和模式/内模式的二级映像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。这两层映像保证了数据库系统中的数据具有较高的逻辑独立性和物理独立性。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外模式/模式映像</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01545" y="2144395"/>
            <a:ext cx="7752080" cy="39401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模式描述了数据的全局逻辑结构</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外模式描述了数据的局部逻辑结构</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对应一个模式可以定义多个外模式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对于每个外模式，数据库系统都有一个外模式/模式映像，它定义了该外模式与模式之间的对应关系。当模式发生变化时，只要数据库管理员对各个外模式/模式之间的映像做出相应的改变，就可以保持外模式不变，从而对应的应用程序也就可以不必修改。在数据库中，把用户的应用程序与数据库的逻辑结构相互独立的性质称为数据的逻辑独立性，即当数据的逻辑结构改变时，用户程序也可以不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3数据库系统模式与结构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模式/内模式映像</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316015" y="217153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数据库中只有一个模式和一个内模式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，所以模式/内模式映像是唯一的。模式/内模式的映像定义了数据的</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全局逻辑结构（模式）与存储结构（内模式）之间的对应关系</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当数据的存储结构发生变化时，只要数据库管理员对模式/内模式映射做出相应的改变，就能使模式保持不变，从而应用程序也不用改变。这种当存储结构发生变化而应用程序不用改变的性质称为数据的物理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数据库系统的组成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81362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由1.1.1可知，数据库系统一般由满足数据库系统要求的计算机硬件和包含数据库、数据库管理系统、数据库应用开发系统等在内的计算机软件以及数据库系统中的人员组成。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数据库系统的组成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计算机硬件</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57350" y="1689100"/>
            <a:ext cx="8687435" cy="38506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在数据库系统中，由于数据库中存放的数据量和DBMS的规模都很大，因此整个数据库系统对硬件资源提出了较高的要求，这些要求分别是：要有</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足够大的内存</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存放操作系统、DBMS核心模块、数据缓冲区和应用程序；要有</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足够大的磁盘</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或磁盘阵列等设备存放数据库，有足够的磁带（或光盘）做数据备份；系统要有较高的通道能力，以提高数据的传输速率。满足上述配置的个人计算机、中大型计算机和网络环境下的多台计算机都可以用来支撑数据库系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数据库系统的组成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计算机软件</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165670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系统需要的软件主要包括：建立、使用和维护配置数据库的DBMS；支撑DBMS运行的操作系统；具有与数据库接口的高级语言及其编译系统，便于开发应用程序；系统以DBMS为核心的为应用开发人员和最终用户提供高效率、多功能的应用程序开发工具；为特定应用环境开发的数据库应用系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数据库系统的组成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4.3 数据库系统中的人员</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456055" y="1483995"/>
            <a:ext cx="9433560" cy="1217295"/>
          </a:xfrm>
          <a:prstGeom prst="rect">
            <a:avLst/>
          </a:prstGeom>
          <a:noFill/>
          <a:ln w="3175">
            <a:noFill/>
            <a:prstDash val="dash"/>
          </a:ln>
        </p:spPr>
        <p:txBody>
          <a:bodyPr wrap="square" lIns="63500" tIns="25400" rIns="63500" bIns="25400" anchor="ctr" anchorCtr="0">
            <a:normAutofit fontScale="65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开发、管理和使用数据库系统的人员包括系统分析员和数据库设计人员、应用程序员、最终用户、数据库管理员4类：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grpSp>
        <p:nvGrpSpPr>
          <p:cNvPr id="5" name="组合 4"/>
          <p:cNvGrpSpPr/>
          <p:nvPr/>
        </p:nvGrpSpPr>
        <p:grpSpPr>
          <a:xfrm>
            <a:off x="1302687" y="2043081"/>
            <a:ext cx="9586627" cy="4814570"/>
            <a:chOff x="1535113" y="2165350"/>
            <a:chExt cx="9121775" cy="4581113"/>
          </a:xfrm>
        </p:grpSpPr>
        <p:sp>
          <p:nvSpPr>
            <p:cNvPr id="8" name="装饰7"/>
            <p:cNvSpPr/>
            <p:nvPr>
              <p:custDataLst>
                <p:tags r:id="rId7"/>
              </p:custDataLst>
            </p:nvPr>
          </p:nvSpPr>
          <p:spPr bwMode="auto">
            <a:xfrm>
              <a:off x="8120063" y="216535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9" name="装饰6"/>
            <p:cNvSpPr/>
            <p:nvPr>
              <p:custDataLst>
                <p:tags r:id="rId8"/>
              </p:custDataLst>
            </p:nvPr>
          </p:nvSpPr>
          <p:spPr bwMode="auto">
            <a:xfrm flipV="1">
              <a:off x="5924550" y="3429000"/>
              <a:ext cx="2535238"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0" name="装饰3"/>
            <p:cNvSpPr/>
            <p:nvPr>
              <p:custDataLst>
                <p:tags r:id="rId9"/>
              </p:custDataLst>
            </p:nvPr>
          </p:nvSpPr>
          <p:spPr bwMode="auto">
            <a:xfrm>
              <a:off x="3729038" y="216535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2" name="装饰1"/>
            <p:cNvSpPr/>
            <p:nvPr>
              <p:custDataLst>
                <p:tags r:id="rId10"/>
              </p:custDataLst>
            </p:nvPr>
          </p:nvSpPr>
          <p:spPr bwMode="auto">
            <a:xfrm>
              <a:off x="1535113" y="2165350"/>
              <a:ext cx="2536825" cy="1263650"/>
            </a:xfrm>
            <a:custGeom>
              <a:avLst/>
              <a:gdLst>
                <a:gd name="T0" fmla="*/ 1264980 w 421"/>
                <a:gd name="T1" fmla="*/ 343131 h 210"/>
                <a:gd name="T2" fmla="*/ 2192631 w 421"/>
                <a:gd name="T3" fmla="*/ 1264167 h 210"/>
                <a:gd name="T4" fmla="*/ 2535983 w 421"/>
                <a:gd name="T5" fmla="*/ 1264167 h 210"/>
                <a:gd name="T6" fmla="*/ 1264980 w 421"/>
                <a:gd name="T7" fmla="*/ 0 h 210"/>
                <a:gd name="T8" fmla="*/ 0 w 421"/>
                <a:gd name="T9" fmla="*/ 1264167 h 210"/>
                <a:gd name="T10" fmla="*/ 343352 w 421"/>
                <a:gd name="T11" fmla="*/ 1264167 h 210"/>
                <a:gd name="T12" fmla="*/ 1264980 w 421"/>
                <a:gd name="T13" fmla="*/ 343131 h 2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1"/>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3" name="装饰2"/>
            <p:cNvSpPr/>
            <p:nvPr>
              <p:custDataLst>
                <p:tags r:id="rId11"/>
              </p:custDataLst>
            </p:nvPr>
          </p:nvSpPr>
          <p:spPr bwMode="auto">
            <a:xfrm flipV="1">
              <a:off x="1535113" y="342900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4" name="装饰4"/>
            <p:cNvSpPr/>
            <p:nvPr>
              <p:custDataLst>
                <p:tags r:id="rId12"/>
              </p:custDataLst>
            </p:nvPr>
          </p:nvSpPr>
          <p:spPr bwMode="auto">
            <a:xfrm flipV="1">
              <a:off x="3729038" y="342900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3"/>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5" name="装饰5"/>
            <p:cNvSpPr/>
            <p:nvPr>
              <p:custDataLst>
                <p:tags r:id="rId13"/>
              </p:custDataLst>
            </p:nvPr>
          </p:nvSpPr>
          <p:spPr bwMode="auto">
            <a:xfrm>
              <a:off x="5924550" y="2165350"/>
              <a:ext cx="2535238"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6" name="装饰8"/>
            <p:cNvSpPr/>
            <p:nvPr>
              <p:custDataLst>
                <p:tags r:id="rId14"/>
              </p:custDataLst>
            </p:nvPr>
          </p:nvSpPr>
          <p:spPr bwMode="auto">
            <a:xfrm flipV="1">
              <a:off x="8120063" y="342900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7" name="图标1"/>
            <p:cNvSpPr>
              <a:spLocks noEditPoints="1"/>
            </p:cNvSpPr>
            <p:nvPr>
              <p:custDataLst>
                <p:tags r:id="rId15"/>
              </p:custDataLst>
            </p:nvPr>
          </p:nvSpPr>
          <p:spPr bwMode="auto">
            <a:xfrm>
              <a:off x="2521382" y="3152711"/>
              <a:ext cx="561057" cy="562124"/>
            </a:xfrm>
            <a:custGeom>
              <a:avLst/>
              <a:gdLst>
                <a:gd name="T0" fmla="*/ 138 w 220"/>
                <a:gd name="T1" fmla="*/ 0 h 220"/>
                <a:gd name="T2" fmla="*/ 55 w 220"/>
                <a:gd name="T3" fmla="*/ 83 h 220"/>
                <a:gd name="T4" fmla="*/ 65 w 220"/>
                <a:gd name="T5" fmla="*/ 121 h 220"/>
                <a:gd name="T6" fmla="*/ 7 w 220"/>
                <a:gd name="T7" fmla="*/ 178 h 220"/>
                <a:gd name="T8" fmla="*/ 7 w 220"/>
                <a:gd name="T9" fmla="*/ 178 h 220"/>
                <a:gd name="T10" fmla="*/ 0 w 220"/>
                <a:gd name="T11" fmla="*/ 196 h 220"/>
                <a:gd name="T12" fmla="*/ 24 w 220"/>
                <a:gd name="T13" fmla="*/ 220 h 220"/>
                <a:gd name="T14" fmla="*/ 42 w 220"/>
                <a:gd name="T15" fmla="*/ 213 h 220"/>
                <a:gd name="T16" fmla="*/ 42 w 220"/>
                <a:gd name="T17" fmla="*/ 213 h 220"/>
                <a:gd name="T18" fmla="*/ 99 w 220"/>
                <a:gd name="T19" fmla="*/ 155 h 220"/>
                <a:gd name="T20" fmla="*/ 138 w 220"/>
                <a:gd name="T21" fmla="*/ 165 h 220"/>
                <a:gd name="T22" fmla="*/ 220 w 220"/>
                <a:gd name="T23" fmla="*/ 83 h 220"/>
                <a:gd name="T24" fmla="*/ 138 w 220"/>
                <a:gd name="T25" fmla="*/ 0 h 220"/>
                <a:gd name="T26" fmla="*/ 33 w 220"/>
                <a:gd name="T27" fmla="*/ 204 h 220"/>
                <a:gd name="T28" fmla="*/ 24 w 220"/>
                <a:gd name="T29" fmla="*/ 208 h 220"/>
                <a:gd name="T30" fmla="*/ 12 w 220"/>
                <a:gd name="T31" fmla="*/ 196 h 220"/>
                <a:gd name="T32" fmla="*/ 16 w 220"/>
                <a:gd name="T33" fmla="*/ 187 h 220"/>
                <a:gd name="T34" fmla="*/ 16 w 220"/>
                <a:gd name="T35" fmla="*/ 187 h 220"/>
                <a:gd name="T36" fmla="*/ 71 w 220"/>
                <a:gd name="T37" fmla="*/ 132 h 220"/>
                <a:gd name="T38" fmla="*/ 88 w 220"/>
                <a:gd name="T39" fmla="*/ 149 h 220"/>
                <a:gd name="T40" fmla="*/ 33 w 220"/>
                <a:gd name="T41" fmla="*/ 204 h 220"/>
                <a:gd name="T42" fmla="*/ 138 w 220"/>
                <a:gd name="T43" fmla="*/ 151 h 220"/>
                <a:gd name="T44" fmla="*/ 69 w 220"/>
                <a:gd name="T45" fmla="*/ 83 h 220"/>
                <a:gd name="T46" fmla="*/ 138 w 220"/>
                <a:gd name="T47" fmla="*/ 14 h 220"/>
                <a:gd name="T48" fmla="*/ 206 w 220"/>
                <a:gd name="T49" fmla="*/ 83 h 220"/>
                <a:gd name="T50" fmla="*/ 138 w 220"/>
                <a:gd name="T51" fmla="*/ 15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84" h="885">
                  <a:moveTo>
                    <a:pt x="554" y="0"/>
                  </a:moveTo>
                  <a:cubicBezTo>
                    <a:pt x="369" y="0"/>
                    <a:pt x="221" y="149"/>
                    <a:pt x="221" y="334"/>
                  </a:cubicBezTo>
                  <a:cubicBezTo>
                    <a:pt x="221" y="386"/>
                    <a:pt x="233" y="443"/>
                    <a:pt x="261" y="487"/>
                  </a:cubicBezTo>
                  <a:cubicBezTo>
                    <a:pt x="28" y="716"/>
                    <a:pt x="28" y="716"/>
                    <a:pt x="28" y="716"/>
                  </a:cubicBezTo>
                  <a:cubicBezTo>
                    <a:pt x="12" y="736"/>
                    <a:pt x="0" y="760"/>
                    <a:pt x="0" y="789"/>
                  </a:cubicBezTo>
                  <a:cubicBezTo>
                    <a:pt x="0" y="841"/>
                    <a:pt x="44" y="885"/>
                    <a:pt x="96" y="885"/>
                  </a:cubicBezTo>
                  <a:cubicBezTo>
                    <a:pt x="125" y="885"/>
                    <a:pt x="149" y="873"/>
                    <a:pt x="169" y="857"/>
                  </a:cubicBezTo>
                  <a:cubicBezTo>
                    <a:pt x="398" y="624"/>
                    <a:pt x="398" y="624"/>
                    <a:pt x="398" y="624"/>
                  </a:cubicBezTo>
                  <a:cubicBezTo>
                    <a:pt x="442" y="652"/>
                    <a:pt x="498" y="664"/>
                    <a:pt x="554" y="664"/>
                  </a:cubicBezTo>
                  <a:cubicBezTo>
                    <a:pt x="735" y="664"/>
                    <a:pt x="884" y="515"/>
                    <a:pt x="884" y="334"/>
                  </a:cubicBezTo>
                  <a:cubicBezTo>
                    <a:pt x="884" y="149"/>
                    <a:pt x="735" y="0"/>
                    <a:pt x="554" y="0"/>
                  </a:cubicBezTo>
                  <a:close/>
                  <a:moveTo>
                    <a:pt x="133" y="821"/>
                  </a:moveTo>
                  <a:cubicBezTo>
                    <a:pt x="125" y="829"/>
                    <a:pt x="112" y="837"/>
                    <a:pt x="96" y="837"/>
                  </a:cubicBezTo>
                  <a:cubicBezTo>
                    <a:pt x="72" y="837"/>
                    <a:pt x="48" y="813"/>
                    <a:pt x="48" y="789"/>
                  </a:cubicBezTo>
                  <a:cubicBezTo>
                    <a:pt x="48" y="773"/>
                    <a:pt x="56" y="760"/>
                    <a:pt x="64" y="752"/>
                  </a:cubicBezTo>
                  <a:cubicBezTo>
                    <a:pt x="285" y="531"/>
                    <a:pt x="285" y="531"/>
                    <a:pt x="285" y="531"/>
                  </a:cubicBezTo>
                  <a:cubicBezTo>
                    <a:pt x="305" y="555"/>
                    <a:pt x="329" y="579"/>
                    <a:pt x="353" y="600"/>
                  </a:cubicBezTo>
                  <a:lnTo>
                    <a:pt x="133" y="821"/>
                  </a:lnTo>
                  <a:close/>
                  <a:moveTo>
                    <a:pt x="554" y="608"/>
                  </a:moveTo>
                  <a:cubicBezTo>
                    <a:pt x="402" y="608"/>
                    <a:pt x="277" y="483"/>
                    <a:pt x="277" y="334"/>
                  </a:cubicBezTo>
                  <a:cubicBezTo>
                    <a:pt x="277" y="181"/>
                    <a:pt x="402" y="56"/>
                    <a:pt x="554" y="56"/>
                  </a:cubicBezTo>
                  <a:cubicBezTo>
                    <a:pt x="703" y="56"/>
                    <a:pt x="827" y="181"/>
                    <a:pt x="827" y="334"/>
                  </a:cubicBezTo>
                  <a:cubicBezTo>
                    <a:pt x="827" y="483"/>
                    <a:pt x="703" y="608"/>
                    <a:pt x="554" y="608"/>
                  </a:cubicBezTo>
                  <a:close/>
                  <a:moveTo>
                    <a:pt x="554" y="138"/>
                  </a:moveTo>
                  <a:cubicBezTo>
                    <a:pt x="446" y="138"/>
                    <a:pt x="358" y="226"/>
                    <a:pt x="358" y="334"/>
                  </a:cubicBezTo>
                  <a:cubicBezTo>
                    <a:pt x="358" y="338"/>
                    <a:pt x="366" y="346"/>
                    <a:pt x="374" y="346"/>
                  </a:cubicBezTo>
                  <a:cubicBezTo>
                    <a:pt x="382" y="346"/>
                    <a:pt x="386" y="338"/>
                    <a:pt x="386" y="334"/>
                  </a:cubicBezTo>
                  <a:cubicBezTo>
                    <a:pt x="386" y="242"/>
                    <a:pt x="462" y="166"/>
                    <a:pt x="554" y="166"/>
                  </a:cubicBezTo>
                  <a:cubicBezTo>
                    <a:pt x="558" y="166"/>
                    <a:pt x="566" y="162"/>
                    <a:pt x="566" y="154"/>
                  </a:cubicBezTo>
                  <a:cubicBezTo>
                    <a:pt x="566" y="146"/>
                    <a:pt x="558" y="138"/>
                    <a:pt x="554" y="138"/>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8" name="图标2"/>
            <p:cNvSpPr>
              <a:spLocks noEditPoints="1"/>
            </p:cNvSpPr>
            <p:nvPr>
              <p:custDataLst>
                <p:tags r:id="rId16"/>
              </p:custDataLst>
            </p:nvPr>
          </p:nvSpPr>
          <p:spPr bwMode="auto">
            <a:xfrm>
              <a:off x="4758461" y="3195688"/>
              <a:ext cx="477272" cy="476171"/>
            </a:xfrm>
            <a:custGeom>
              <a:avLst/>
              <a:gdLst>
                <a:gd name="T0" fmla="*/ 163 w 180"/>
                <a:gd name="T1" fmla="*/ 0 h 180"/>
                <a:gd name="T2" fmla="*/ 39 w 180"/>
                <a:gd name="T3" fmla="*/ 0 h 180"/>
                <a:gd name="T4" fmla="*/ 23 w 180"/>
                <a:gd name="T5" fmla="*/ 17 h 180"/>
                <a:gd name="T6" fmla="*/ 23 w 180"/>
                <a:gd name="T7" fmla="*/ 28 h 180"/>
                <a:gd name="T8" fmla="*/ 17 w 180"/>
                <a:gd name="T9" fmla="*/ 28 h 180"/>
                <a:gd name="T10" fmla="*/ 0 w 180"/>
                <a:gd name="T11" fmla="*/ 45 h 180"/>
                <a:gd name="T12" fmla="*/ 0 w 180"/>
                <a:gd name="T13" fmla="*/ 158 h 180"/>
                <a:gd name="T14" fmla="*/ 23 w 180"/>
                <a:gd name="T15" fmla="*/ 180 h 180"/>
                <a:gd name="T16" fmla="*/ 158 w 180"/>
                <a:gd name="T17" fmla="*/ 180 h 180"/>
                <a:gd name="T18" fmla="*/ 180 w 180"/>
                <a:gd name="T19" fmla="*/ 158 h 180"/>
                <a:gd name="T20" fmla="*/ 180 w 180"/>
                <a:gd name="T21" fmla="*/ 17 h 180"/>
                <a:gd name="T22" fmla="*/ 163 w 180"/>
                <a:gd name="T23" fmla="*/ 0 h 180"/>
                <a:gd name="T24" fmla="*/ 169 w 180"/>
                <a:gd name="T25" fmla="*/ 158 h 180"/>
                <a:gd name="T26" fmla="*/ 158 w 180"/>
                <a:gd name="T27" fmla="*/ 169 h 180"/>
                <a:gd name="T28" fmla="*/ 23 w 180"/>
                <a:gd name="T29" fmla="*/ 169 h 180"/>
                <a:gd name="T30" fmla="*/ 11 w 180"/>
                <a:gd name="T31" fmla="*/ 158 h 180"/>
                <a:gd name="T32" fmla="*/ 11 w 180"/>
                <a:gd name="T33" fmla="*/ 45 h 180"/>
                <a:gd name="T34" fmla="*/ 17 w 180"/>
                <a:gd name="T35" fmla="*/ 39 h 180"/>
                <a:gd name="T36" fmla="*/ 23 w 180"/>
                <a:gd name="T37" fmla="*/ 39 h 180"/>
                <a:gd name="T38" fmla="*/ 23 w 180"/>
                <a:gd name="T39" fmla="*/ 152 h 180"/>
                <a:gd name="T40" fmla="*/ 28 w 180"/>
                <a:gd name="T41" fmla="*/ 158 h 180"/>
                <a:gd name="T42" fmla="*/ 34 w 180"/>
                <a:gd name="T43" fmla="*/ 152 h 180"/>
                <a:gd name="T44" fmla="*/ 34 w 180"/>
                <a:gd name="T45" fmla="*/ 17 h 180"/>
                <a:gd name="T46" fmla="*/ 39 w 180"/>
                <a:gd name="T47" fmla="*/ 11 h 180"/>
                <a:gd name="T48" fmla="*/ 163 w 180"/>
                <a:gd name="T49" fmla="*/ 11 h 180"/>
                <a:gd name="T50" fmla="*/ 169 w 180"/>
                <a:gd name="T51" fmla="*/ 17 h 180"/>
                <a:gd name="T52" fmla="*/ 169 w 180"/>
                <a:gd name="T53" fmla="*/ 15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52" h="750">
                  <a:moveTo>
                    <a:pt x="681" y="0"/>
                  </a:moveTo>
                  <a:cubicBezTo>
                    <a:pt x="163" y="0"/>
                    <a:pt x="163" y="0"/>
                    <a:pt x="163" y="0"/>
                  </a:cubicBezTo>
                  <a:cubicBezTo>
                    <a:pt x="125" y="0"/>
                    <a:pt x="96" y="33"/>
                    <a:pt x="96" y="71"/>
                  </a:cubicBezTo>
                  <a:cubicBezTo>
                    <a:pt x="96" y="117"/>
                    <a:pt x="96" y="117"/>
                    <a:pt x="96" y="117"/>
                  </a:cubicBezTo>
                  <a:cubicBezTo>
                    <a:pt x="71" y="117"/>
                    <a:pt x="71" y="117"/>
                    <a:pt x="71" y="117"/>
                  </a:cubicBezTo>
                  <a:cubicBezTo>
                    <a:pt x="33" y="117"/>
                    <a:pt x="0" y="150"/>
                    <a:pt x="0" y="187"/>
                  </a:cubicBezTo>
                  <a:cubicBezTo>
                    <a:pt x="0" y="658"/>
                    <a:pt x="0" y="658"/>
                    <a:pt x="0" y="658"/>
                  </a:cubicBezTo>
                  <a:cubicBezTo>
                    <a:pt x="0" y="708"/>
                    <a:pt x="42" y="750"/>
                    <a:pt x="96" y="750"/>
                  </a:cubicBezTo>
                  <a:cubicBezTo>
                    <a:pt x="660" y="750"/>
                    <a:pt x="660" y="750"/>
                    <a:pt x="660" y="750"/>
                  </a:cubicBezTo>
                  <a:cubicBezTo>
                    <a:pt x="710" y="750"/>
                    <a:pt x="752" y="708"/>
                    <a:pt x="752" y="658"/>
                  </a:cubicBezTo>
                  <a:cubicBezTo>
                    <a:pt x="752" y="71"/>
                    <a:pt x="752" y="71"/>
                    <a:pt x="752" y="71"/>
                  </a:cubicBezTo>
                  <a:cubicBezTo>
                    <a:pt x="752" y="33"/>
                    <a:pt x="718" y="0"/>
                    <a:pt x="681" y="0"/>
                  </a:cubicBezTo>
                  <a:close/>
                  <a:moveTo>
                    <a:pt x="706" y="658"/>
                  </a:moveTo>
                  <a:cubicBezTo>
                    <a:pt x="706" y="683"/>
                    <a:pt x="685" y="704"/>
                    <a:pt x="660" y="704"/>
                  </a:cubicBezTo>
                  <a:cubicBezTo>
                    <a:pt x="96" y="704"/>
                    <a:pt x="96" y="704"/>
                    <a:pt x="96" y="704"/>
                  </a:cubicBezTo>
                  <a:cubicBezTo>
                    <a:pt x="67" y="704"/>
                    <a:pt x="46" y="683"/>
                    <a:pt x="46" y="658"/>
                  </a:cubicBezTo>
                  <a:cubicBezTo>
                    <a:pt x="46" y="187"/>
                    <a:pt x="46" y="187"/>
                    <a:pt x="46" y="187"/>
                  </a:cubicBezTo>
                  <a:cubicBezTo>
                    <a:pt x="46" y="175"/>
                    <a:pt x="58" y="162"/>
                    <a:pt x="71" y="162"/>
                  </a:cubicBezTo>
                  <a:cubicBezTo>
                    <a:pt x="96" y="162"/>
                    <a:pt x="96" y="162"/>
                    <a:pt x="96" y="162"/>
                  </a:cubicBezTo>
                  <a:cubicBezTo>
                    <a:pt x="96" y="633"/>
                    <a:pt x="96" y="633"/>
                    <a:pt x="96" y="633"/>
                  </a:cubicBezTo>
                  <a:cubicBezTo>
                    <a:pt x="96" y="646"/>
                    <a:pt x="104" y="658"/>
                    <a:pt x="117" y="658"/>
                  </a:cubicBezTo>
                  <a:cubicBezTo>
                    <a:pt x="129" y="658"/>
                    <a:pt x="142" y="646"/>
                    <a:pt x="142" y="633"/>
                  </a:cubicBezTo>
                  <a:cubicBezTo>
                    <a:pt x="142" y="71"/>
                    <a:pt x="142" y="71"/>
                    <a:pt x="142" y="71"/>
                  </a:cubicBezTo>
                  <a:cubicBezTo>
                    <a:pt x="142" y="58"/>
                    <a:pt x="150" y="46"/>
                    <a:pt x="163" y="46"/>
                  </a:cubicBezTo>
                  <a:cubicBezTo>
                    <a:pt x="681" y="46"/>
                    <a:pt x="681" y="46"/>
                    <a:pt x="681" y="46"/>
                  </a:cubicBezTo>
                  <a:cubicBezTo>
                    <a:pt x="693" y="46"/>
                    <a:pt x="706" y="58"/>
                    <a:pt x="706" y="71"/>
                  </a:cubicBezTo>
                  <a:lnTo>
                    <a:pt x="706" y="658"/>
                  </a:lnTo>
                  <a:close/>
                  <a:moveTo>
                    <a:pt x="459" y="306"/>
                  </a:moveTo>
                  <a:cubicBezTo>
                    <a:pt x="648" y="306"/>
                    <a:pt x="648" y="306"/>
                    <a:pt x="648" y="306"/>
                  </a:cubicBezTo>
                  <a:cubicBezTo>
                    <a:pt x="652" y="306"/>
                    <a:pt x="656" y="301"/>
                    <a:pt x="656" y="293"/>
                  </a:cubicBezTo>
                  <a:cubicBezTo>
                    <a:pt x="656" y="289"/>
                    <a:pt x="652" y="285"/>
                    <a:pt x="648" y="285"/>
                  </a:cubicBezTo>
                  <a:cubicBezTo>
                    <a:pt x="459" y="285"/>
                    <a:pt x="459" y="285"/>
                    <a:pt x="459" y="285"/>
                  </a:cubicBezTo>
                  <a:cubicBezTo>
                    <a:pt x="450" y="285"/>
                    <a:pt x="446" y="289"/>
                    <a:pt x="446" y="293"/>
                  </a:cubicBezTo>
                  <a:cubicBezTo>
                    <a:pt x="446" y="301"/>
                    <a:pt x="450" y="306"/>
                    <a:pt x="459" y="306"/>
                  </a:cubicBezTo>
                  <a:close/>
                  <a:moveTo>
                    <a:pt x="459" y="234"/>
                  </a:moveTo>
                  <a:cubicBezTo>
                    <a:pt x="648" y="234"/>
                    <a:pt x="648" y="234"/>
                    <a:pt x="648" y="234"/>
                  </a:cubicBezTo>
                  <a:cubicBezTo>
                    <a:pt x="652" y="234"/>
                    <a:pt x="656" y="230"/>
                    <a:pt x="656" y="222"/>
                  </a:cubicBezTo>
                  <a:cubicBezTo>
                    <a:pt x="656" y="218"/>
                    <a:pt x="652" y="214"/>
                    <a:pt x="648" y="214"/>
                  </a:cubicBezTo>
                  <a:cubicBezTo>
                    <a:pt x="459" y="214"/>
                    <a:pt x="459" y="214"/>
                    <a:pt x="459" y="214"/>
                  </a:cubicBezTo>
                  <a:cubicBezTo>
                    <a:pt x="450" y="214"/>
                    <a:pt x="446" y="218"/>
                    <a:pt x="446" y="222"/>
                  </a:cubicBezTo>
                  <a:cubicBezTo>
                    <a:pt x="446" y="230"/>
                    <a:pt x="450" y="234"/>
                    <a:pt x="459" y="234"/>
                  </a:cubicBezTo>
                  <a:close/>
                  <a:moveTo>
                    <a:pt x="459" y="163"/>
                  </a:moveTo>
                  <a:cubicBezTo>
                    <a:pt x="648" y="163"/>
                    <a:pt x="648" y="163"/>
                    <a:pt x="648" y="163"/>
                  </a:cubicBezTo>
                  <a:cubicBezTo>
                    <a:pt x="652" y="163"/>
                    <a:pt x="656" y="159"/>
                    <a:pt x="656" y="155"/>
                  </a:cubicBezTo>
                  <a:cubicBezTo>
                    <a:pt x="656" y="147"/>
                    <a:pt x="652" y="142"/>
                    <a:pt x="648" y="142"/>
                  </a:cubicBezTo>
                  <a:cubicBezTo>
                    <a:pt x="459" y="142"/>
                    <a:pt x="459" y="142"/>
                    <a:pt x="459" y="142"/>
                  </a:cubicBezTo>
                  <a:cubicBezTo>
                    <a:pt x="450" y="142"/>
                    <a:pt x="446" y="147"/>
                    <a:pt x="446" y="155"/>
                  </a:cubicBezTo>
                  <a:cubicBezTo>
                    <a:pt x="446" y="159"/>
                    <a:pt x="450" y="163"/>
                    <a:pt x="459" y="163"/>
                  </a:cubicBezTo>
                  <a:close/>
                  <a:moveTo>
                    <a:pt x="388" y="634"/>
                  </a:moveTo>
                  <a:cubicBezTo>
                    <a:pt x="200" y="634"/>
                    <a:pt x="200" y="634"/>
                    <a:pt x="200" y="634"/>
                  </a:cubicBezTo>
                  <a:cubicBezTo>
                    <a:pt x="192" y="634"/>
                    <a:pt x="187" y="638"/>
                    <a:pt x="187" y="647"/>
                  </a:cubicBezTo>
                  <a:cubicBezTo>
                    <a:pt x="187" y="651"/>
                    <a:pt x="192" y="660"/>
                    <a:pt x="200" y="660"/>
                  </a:cubicBezTo>
                  <a:cubicBezTo>
                    <a:pt x="388" y="660"/>
                    <a:pt x="388" y="660"/>
                    <a:pt x="388" y="660"/>
                  </a:cubicBezTo>
                  <a:cubicBezTo>
                    <a:pt x="393" y="660"/>
                    <a:pt x="401" y="651"/>
                    <a:pt x="401" y="647"/>
                  </a:cubicBezTo>
                  <a:cubicBezTo>
                    <a:pt x="401" y="638"/>
                    <a:pt x="393" y="634"/>
                    <a:pt x="388" y="634"/>
                  </a:cubicBezTo>
                  <a:close/>
                  <a:moveTo>
                    <a:pt x="388" y="562"/>
                  </a:moveTo>
                  <a:cubicBezTo>
                    <a:pt x="200" y="562"/>
                    <a:pt x="200" y="562"/>
                    <a:pt x="200" y="562"/>
                  </a:cubicBezTo>
                  <a:cubicBezTo>
                    <a:pt x="192" y="562"/>
                    <a:pt x="187" y="567"/>
                    <a:pt x="187" y="575"/>
                  </a:cubicBezTo>
                  <a:cubicBezTo>
                    <a:pt x="187" y="580"/>
                    <a:pt x="192" y="588"/>
                    <a:pt x="200" y="588"/>
                  </a:cubicBezTo>
                  <a:cubicBezTo>
                    <a:pt x="388" y="588"/>
                    <a:pt x="388" y="588"/>
                    <a:pt x="388" y="588"/>
                  </a:cubicBezTo>
                  <a:cubicBezTo>
                    <a:pt x="393" y="588"/>
                    <a:pt x="401" y="580"/>
                    <a:pt x="401" y="575"/>
                  </a:cubicBezTo>
                  <a:cubicBezTo>
                    <a:pt x="401" y="567"/>
                    <a:pt x="393" y="562"/>
                    <a:pt x="388" y="562"/>
                  </a:cubicBezTo>
                  <a:close/>
                  <a:moveTo>
                    <a:pt x="388" y="493"/>
                  </a:moveTo>
                  <a:cubicBezTo>
                    <a:pt x="200" y="493"/>
                    <a:pt x="200" y="493"/>
                    <a:pt x="200" y="493"/>
                  </a:cubicBezTo>
                  <a:cubicBezTo>
                    <a:pt x="192" y="493"/>
                    <a:pt x="187" y="497"/>
                    <a:pt x="187" y="505"/>
                  </a:cubicBezTo>
                  <a:cubicBezTo>
                    <a:pt x="187" y="513"/>
                    <a:pt x="192" y="517"/>
                    <a:pt x="200" y="517"/>
                  </a:cubicBezTo>
                  <a:cubicBezTo>
                    <a:pt x="388" y="517"/>
                    <a:pt x="388" y="517"/>
                    <a:pt x="388" y="517"/>
                  </a:cubicBezTo>
                  <a:cubicBezTo>
                    <a:pt x="393" y="517"/>
                    <a:pt x="401" y="513"/>
                    <a:pt x="401" y="505"/>
                  </a:cubicBezTo>
                  <a:cubicBezTo>
                    <a:pt x="401" y="497"/>
                    <a:pt x="393" y="493"/>
                    <a:pt x="388" y="493"/>
                  </a:cubicBezTo>
                  <a:close/>
                  <a:moveTo>
                    <a:pt x="647" y="634"/>
                  </a:moveTo>
                  <a:cubicBezTo>
                    <a:pt x="459" y="634"/>
                    <a:pt x="459" y="634"/>
                    <a:pt x="459" y="634"/>
                  </a:cubicBezTo>
                  <a:cubicBezTo>
                    <a:pt x="450" y="634"/>
                    <a:pt x="446" y="638"/>
                    <a:pt x="446" y="647"/>
                  </a:cubicBezTo>
                  <a:cubicBezTo>
                    <a:pt x="446" y="651"/>
                    <a:pt x="450" y="660"/>
                    <a:pt x="459" y="660"/>
                  </a:cubicBezTo>
                  <a:cubicBezTo>
                    <a:pt x="647" y="660"/>
                    <a:pt x="647" y="660"/>
                    <a:pt x="647" y="660"/>
                  </a:cubicBezTo>
                  <a:cubicBezTo>
                    <a:pt x="651" y="660"/>
                    <a:pt x="660" y="651"/>
                    <a:pt x="660" y="647"/>
                  </a:cubicBezTo>
                  <a:cubicBezTo>
                    <a:pt x="660" y="638"/>
                    <a:pt x="651" y="634"/>
                    <a:pt x="647" y="634"/>
                  </a:cubicBezTo>
                  <a:close/>
                  <a:moveTo>
                    <a:pt x="647" y="562"/>
                  </a:moveTo>
                  <a:cubicBezTo>
                    <a:pt x="459" y="562"/>
                    <a:pt x="459" y="562"/>
                    <a:pt x="459" y="562"/>
                  </a:cubicBezTo>
                  <a:cubicBezTo>
                    <a:pt x="450" y="562"/>
                    <a:pt x="446" y="567"/>
                    <a:pt x="446" y="575"/>
                  </a:cubicBezTo>
                  <a:cubicBezTo>
                    <a:pt x="446" y="580"/>
                    <a:pt x="450" y="588"/>
                    <a:pt x="459" y="588"/>
                  </a:cubicBezTo>
                  <a:cubicBezTo>
                    <a:pt x="647" y="588"/>
                    <a:pt x="647" y="588"/>
                    <a:pt x="647" y="588"/>
                  </a:cubicBezTo>
                  <a:cubicBezTo>
                    <a:pt x="651" y="588"/>
                    <a:pt x="660" y="580"/>
                    <a:pt x="660" y="575"/>
                  </a:cubicBezTo>
                  <a:cubicBezTo>
                    <a:pt x="660" y="567"/>
                    <a:pt x="651" y="562"/>
                    <a:pt x="647" y="562"/>
                  </a:cubicBezTo>
                  <a:close/>
                  <a:moveTo>
                    <a:pt x="647" y="493"/>
                  </a:moveTo>
                  <a:cubicBezTo>
                    <a:pt x="459" y="493"/>
                    <a:pt x="459" y="493"/>
                    <a:pt x="459" y="493"/>
                  </a:cubicBezTo>
                  <a:cubicBezTo>
                    <a:pt x="450" y="493"/>
                    <a:pt x="446" y="497"/>
                    <a:pt x="446" y="505"/>
                  </a:cubicBezTo>
                  <a:cubicBezTo>
                    <a:pt x="446" y="513"/>
                    <a:pt x="450" y="517"/>
                    <a:pt x="459" y="517"/>
                  </a:cubicBezTo>
                  <a:cubicBezTo>
                    <a:pt x="647" y="517"/>
                    <a:pt x="647" y="517"/>
                    <a:pt x="647" y="517"/>
                  </a:cubicBezTo>
                  <a:cubicBezTo>
                    <a:pt x="651" y="517"/>
                    <a:pt x="660" y="513"/>
                    <a:pt x="660" y="505"/>
                  </a:cubicBezTo>
                  <a:cubicBezTo>
                    <a:pt x="660" y="497"/>
                    <a:pt x="651" y="493"/>
                    <a:pt x="647" y="493"/>
                  </a:cubicBezTo>
                  <a:close/>
                  <a:moveTo>
                    <a:pt x="647" y="351"/>
                  </a:moveTo>
                  <a:cubicBezTo>
                    <a:pt x="200" y="351"/>
                    <a:pt x="200" y="351"/>
                    <a:pt x="200" y="351"/>
                  </a:cubicBezTo>
                  <a:cubicBezTo>
                    <a:pt x="192" y="351"/>
                    <a:pt x="187" y="359"/>
                    <a:pt x="187" y="363"/>
                  </a:cubicBezTo>
                  <a:cubicBezTo>
                    <a:pt x="187" y="371"/>
                    <a:pt x="192" y="375"/>
                    <a:pt x="200" y="375"/>
                  </a:cubicBezTo>
                  <a:cubicBezTo>
                    <a:pt x="647" y="375"/>
                    <a:pt x="647" y="375"/>
                    <a:pt x="647" y="375"/>
                  </a:cubicBezTo>
                  <a:cubicBezTo>
                    <a:pt x="651" y="375"/>
                    <a:pt x="660" y="371"/>
                    <a:pt x="660" y="363"/>
                  </a:cubicBezTo>
                  <a:cubicBezTo>
                    <a:pt x="660" y="359"/>
                    <a:pt x="651" y="351"/>
                    <a:pt x="647" y="351"/>
                  </a:cubicBezTo>
                  <a:close/>
                  <a:moveTo>
                    <a:pt x="647" y="422"/>
                  </a:moveTo>
                  <a:cubicBezTo>
                    <a:pt x="200" y="422"/>
                    <a:pt x="200" y="422"/>
                    <a:pt x="200" y="422"/>
                  </a:cubicBezTo>
                  <a:cubicBezTo>
                    <a:pt x="192" y="422"/>
                    <a:pt x="187" y="430"/>
                    <a:pt x="187" y="434"/>
                  </a:cubicBezTo>
                  <a:cubicBezTo>
                    <a:pt x="187" y="442"/>
                    <a:pt x="192" y="446"/>
                    <a:pt x="200" y="446"/>
                  </a:cubicBezTo>
                  <a:cubicBezTo>
                    <a:pt x="647" y="446"/>
                    <a:pt x="647" y="446"/>
                    <a:pt x="647" y="446"/>
                  </a:cubicBezTo>
                  <a:cubicBezTo>
                    <a:pt x="651" y="446"/>
                    <a:pt x="660" y="442"/>
                    <a:pt x="660" y="434"/>
                  </a:cubicBezTo>
                  <a:cubicBezTo>
                    <a:pt x="660" y="430"/>
                    <a:pt x="651" y="422"/>
                    <a:pt x="647" y="422"/>
                  </a:cubicBezTo>
                  <a:close/>
                  <a:moveTo>
                    <a:pt x="213" y="306"/>
                  </a:moveTo>
                  <a:cubicBezTo>
                    <a:pt x="376" y="306"/>
                    <a:pt x="376" y="306"/>
                    <a:pt x="376" y="306"/>
                  </a:cubicBezTo>
                  <a:cubicBezTo>
                    <a:pt x="388" y="306"/>
                    <a:pt x="401" y="297"/>
                    <a:pt x="401" y="281"/>
                  </a:cubicBezTo>
                  <a:cubicBezTo>
                    <a:pt x="401" y="118"/>
                    <a:pt x="401" y="118"/>
                    <a:pt x="401" y="118"/>
                  </a:cubicBezTo>
                  <a:cubicBezTo>
                    <a:pt x="401" y="106"/>
                    <a:pt x="388" y="97"/>
                    <a:pt x="376" y="97"/>
                  </a:cubicBezTo>
                  <a:cubicBezTo>
                    <a:pt x="213" y="97"/>
                    <a:pt x="213" y="97"/>
                    <a:pt x="213" y="97"/>
                  </a:cubicBezTo>
                  <a:cubicBezTo>
                    <a:pt x="200" y="97"/>
                    <a:pt x="187" y="106"/>
                    <a:pt x="187" y="118"/>
                  </a:cubicBezTo>
                  <a:cubicBezTo>
                    <a:pt x="187" y="281"/>
                    <a:pt x="187" y="281"/>
                    <a:pt x="187" y="281"/>
                  </a:cubicBezTo>
                  <a:cubicBezTo>
                    <a:pt x="187" y="297"/>
                    <a:pt x="200" y="306"/>
                    <a:pt x="213" y="306"/>
                  </a:cubicBezTo>
                  <a:close/>
                  <a:moveTo>
                    <a:pt x="234" y="143"/>
                  </a:moveTo>
                  <a:cubicBezTo>
                    <a:pt x="351" y="143"/>
                    <a:pt x="351" y="143"/>
                    <a:pt x="351" y="143"/>
                  </a:cubicBezTo>
                  <a:cubicBezTo>
                    <a:pt x="351" y="260"/>
                    <a:pt x="351" y="260"/>
                    <a:pt x="351" y="260"/>
                  </a:cubicBezTo>
                  <a:cubicBezTo>
                    <a:pt x="234" y="260"/>
                    <a:pt x="234" y="260"/>
                    <a:pt x="234" y="260"/>
                  </a:cubicBezTo>
                  <a:lnTo>
                    <a:pt x="234" y="143"/>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29" name="图标3"/>
            <p:cNvSpPr>
              <a:spLocks noEditPoints="1"/>
            </p:cNvSpPr>
            <p:nvPr>
              <p:custDataLst>
                <p:tags r:id="rId17"/>
              </p:custDataLst>
            </p:nvPr>
          </p:nvSpPr>
          <p:spPr bwMode="auto">
            <a:xfrm>
              <a:off x="6915150" y="3163888"/>
              <a:ext cx="554038" cy="539750"/>
            </a:xfrm>
            <a:custGeom>
              <a:avLst/>
              <a:gdLst>
                <a:gd name="T0" fmla="*/ 188 w 263"/>
                <a:gd name="T1" fmla="*/ 0 h 256"/>
                <a:gd name="T2" fmla="*/ 111 w 263"/>
                <a:gd name="T3" fmla="*/ 54 h 256"/>
                <a:gd name="T4" fmla="*/ 111 w 263"/>
                <a:gd name="T5" fmla="*/ 55 h 256"/>
                <a:gd name="T6" fmla="*/ 28 w 263"/>
                <a:gd name="T7" fmla="*/ 138 h 256"/>
                <a:gd name="T8" fmla="*/ 1 w 263"/>
                <a:gd name="T9" fmla="*/ 220 h 256"/>
                <a:gd name="T10" fmla="*/ 28 w 263"/>
                <a:gd name="T11" fmla="*/ 256 h 256"/>
                <a:gd name="T12" fmla="*/ 105 w 263"/>
                <a:gd name="T13" fmla="*/ 237 h 256"/>
                <a:gd name="T14" fmla="*/ 241 w 263"/>
                <a:gd name="T15" fmla="*/ 105 h 256"/>
                <a:gd name="T16" fmla="*/ 128 w 263"/>
                <a:gd name="T17" fmla="*/ 190 h 256"/>
                <a:gd name="T18" fmla="*/ 198 w 263"/>
                <a:gd name="T19" fmla="*/ 94 h 256"/>
                <a:gd name="T20" fmla="*/ 190 w 263"/>
                <a:gd name="T21" fmla="*/ 134 h 256"/>
                <a:gd name="T22" fmla="*/ 128 w 263"/>
                <a:gd name="T23" fmla="*/ 196 h 256"/>
                <a:gd name="T24" fmla="*/ 118 w 263"/>
                <a:gd name="T25" fmla="*/ 162 h 256"/>
                <a:gd name="T26" fmla="*/ 91 w 263"/>
                <a:gd name="T27" fmla="*/ 136 h 256"/>
                <a:gd name="T28" fmla="*/ 184 w 263"/>
                <a:gd name="T29" fmla="*/ 72 h 256"/>
                <a:gd name="T30" fmla="*/ 118 w 263"/>
                <a:gd name="T31" fmla="*/ 162 h 256"/>
                <a:gd name="T32" fmla="*/ 61 w 263"/>
                <a:gd name="T33" fmla="*/ 128 h 256"/>
                <a:gd name="T34" fmla="*/ 159 w 263"/>
                <a:gd name="T35" fmla="*/ 57 h 256"/>
                <a:gd name="T36" fmla="*/ 33 w 263"/>
                <a:gd name="T37" fmla="*/ 239 h 256"/>
                <a:gd name="T38" fmla="*/ 16 w 263"/>
                <a:gd name="T39" fmla="*/ 228 h 256"/>
                <a:gd name="T40" fmla="*/ 25 w 263"/>
                <a:gd name="T41" fmla="*/ 193 h 256"/>
                <a:gd name="T42" fmla="*/ 63 w 263"/>
                <a:gd name="T43" fmla="*/ 231 h 256"/>
                <a:gd name="T44" fmla="*/ 71 w 263"/>
                <a:gd name="T45" fmla="*/ 229 h 256"/>
                <a:gd name="T46" fmla="*/ 27 w 263"/>
                <a:gd name="T47" fmla="*/ 185 h 256"/>
                <a:gd name="T48" fmla="*/ 39 w 263"/>
                <a:gd name="T49" fmla="*/ 150 h 256"/>
                <a:gd name="T50" fmla="*/ 103 w 263"/>
                <a:gd name="T51" fmla="*/ 220 h 256"/>
                <a:gd name="T52" fmla="*/ 71 w 263"/>
                <a:gd name="T53" fmla="*/ 229 h 256"/>
                <a:gd name="T54" fmla="*/ 216 w 263"/>
                <a:gd name="T55" fmla="*/ 108 h 256"/>
                <a:gd name="T56" fmla="*/ 196 w 263"/>
                <a:gd name="T57" fmla="*/ 60 h 256"/>
                <a:gd name="T58" fmla="*/ 162 w 263"/>
                <a:gd name="T59" fmla="*/ 26 h 256"/>
                <a:gd name="T60" fmla="*/ 224 w 263"/>
                <a:gd name="T61" fmla="*/ 32 h 256"/>
                <a:gd name="T62" fmla="*/ 230 w 263"/>
                <a:gd name="T63" fmla="*/ 9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3" h="256">
                  <a:moveTo>
                    <a:pt x="235" y="21"/>
                  </a:moveTo>
                  <a:cubicBezTo>
                    <a:pt x="222" y="8"/>
                    <a:pt x="205" y="0"/>
                    <a:pt x="188" y="0"/>
                  </a:cubicBezTo>
                  <a:cubicBezTo>
                    <a:pt x="173" y="0"/>
                    <a:pt x="160" y="5"/>
                    <a:pt x="150" y="15"/>
                  </a:cubicBezTo>
                  <a:cubicBezTo>
                    <a:pt x="111" y="54"/>
                    <a:pt x="111" y="54"/>
                    <a:pt x="111" y="54"/>
                  </a:cubicBezTo>
                  <a:cubicBezTo>
                    <a:pt x="111" y="54"/>
                    <a:pt x="111" y="54"/>
                    <a:pt x="111" y="55"/>
                  </a:cubicBezTo>
                  <a:cubicBezTo>
                    <a:pt x="111" y="55"/>
                    <a:pt x="111" y="55"/>
                    <a:pt x="111" y="55"/>
                  </a:cubicBezTo>
                  <a:cubicBezTo>
                    <a:pt x="111" y="55"/>
                    <a:pt x="111" y="55"/>
                    <a:pt x="111" y="55"/>
                  </a:cubicBezTo>
                  <a:cubicBezTo>
                    <a:pt x="28" y="138"/>
                    <a:pt x="28" y="138"/>
                    <a:pt x="28" y="138"/>
                  </a:cubicBezTo>
                  <a:cubicBezTo>
                    <a:pt x="24" y="142"/>
                    <a:pt x="22" y="147"/>
                    <a:pt x="20" y="152"/>
                  </a:cubicBezTo>
                  <a:cubicBezTo>
                    <a:pt x="1" y="220"/>
                    <a:pt x="1" y="220"/>
                    <a:pt x="1" y="220"/>
                  </a:cubicBezTo>
                  <a:cubicBezTo>
                    <a:pt x="1" y="220"/>
                    <a:pt x="0" y="225"/>
                    <a:pt x="0" y="228"/>
                  </a:cubicBezTo>
                  <a:cubicBezTo>
                    <a:pt x="0" y="243"/>
                    <a:pt x="13" y="256"/>
                    <a:pt x="28" y="256"/>
                  </a:cubicBezTo>
                  <a:cubicBezTo>
                    <a:pt x="31" y="256"/>
                    <a:pt x="37" y="255"/>
                    <a:pt x="37" y="255"/>
                  </a:cubicBezTo>
                  <a:cubicBezTo>
                    <a:pt x="105" y="237"/>
                    <a:pt x="105" y="237"/>
                    <a:pt x="105" y="237"/>
                  </a:cubicBezTo>
                  <a:cubicBezTo>
                    <a:pt x="110" y="235"/>
                    <a:pt x="115" y="232"/>
                    <a:pt x="119" y="229"/>
                  </a:cubicBezTo>
                  <a:cubicBezTo>
                    <a:pt x="241" y="105"/>
                    <a:pt x="241" y="105"/>
                    <a:pt x="241" y="105"/>
                  </a:cubicBezTo>
                  <a:cubicBezTo>
                    <a:pt x="263" y="83"/>
                    <a:pt x="261" y="46"/>
                    <a:pt x="235" y="21"/>
                  </a:cubicBezTo>
                  <a:close/>
                  <a:moveTo>
                    <a:pt x="128" y="190"/>
                  </a:moveTo>
                  <a:cubicBezTo>
                    <a:pt x="127" y="183"/>
                    <a:pt x="125" y="176"/>
                    <a:pt x="122" y="169"/>
                  </a:cubicBezTo>
                  <a:cubicBezTo>
                    <a:pt x="198" y="94"/>
                    <a:pt x="198" y="94"/>
                    <a:pt x="198" y="94"/>
                  </a:cubicBezTo>
                  <a:cubicBezTo>
                    <a:pt x="203" y="108"/>
                    <a:pt x="200" y="124"/>
                    <a:pt x="190" y="134"/>
                  </a:cubicBezTo>
                  <a:cubicBezTo>
                    <a:pt x="190" y="134"/>
                    <a:pt x="190" y="134"/>
                    <a:pt x="190" y="134"/>
                  </a:cubicBezTo>
                  <a:cubicBezTo>
                    <a:pt x="190" y="134"/>
                    <a:pt x="190" y="134"/>
                    <a:pt x="190" y="134"/>
                  </a:cubicBezTo>
                  <a:cubicBezTo>
                    <a:pt x="128" y="196"/>
                    <a:pt x="128" y="196"/>
                    <a:pt x="128" y="196"/>
                  </a:cubicBezTo>
                  <a:cubicBezTo>
                    <a:pt x="128" y="194"/>
                    <a:pt x="128" y="192"/>
                    <a:pt x="128" y="190"/>
                  </a:cubicBezTo>
                  <a:close/>
                  <a:moveTo>
                    <a:pt x="118" y="162"/>
                  </a:moveTo>
                  <a:cubicBezTo>
                    <a:pt x="115" y="157"/>
                    <a:pt x="112" y="152"/>
                    <a:pt x="108" y="148"/>
                  </a:cubicBezTo>
                  <a:cubicBezTo>
                    <a:pt x="103" y="143"/>
                    <a:pt x="97" y="140"/>
                    <a:pt x="91" y="136"/>
                  </a:cubicBezTo>
                  <a:cubicBezTo>
                    <a:pt x="168" y="60"/>
                    <a:pt x="168" y="60"/>
                    <a:pt x="168" y="60"/>
                  </a:cubicBezTo>
                  <a:cubicBezTo>
                    <a:pt x="174" y="63"/>
                    <a:pt x="179" y="66"/>
                    <a:pt x="184" y="72"/>
                  </a:cubicBezTo>
                  <a:cubicBezTo>
                    <a:pt x="189" y="76"/>
                    <a:pt x="192" y="81"/>
                    <a:pt x="195" y="86"/>
                  </a:cubicBezTo>
                  <a:lnTo>
                    <a:pt x="118" y="162"/>
                  </a:lnTo>
                  <a:close/>
                  <a:moveTo>
                    <a:pt x="84" y="133"/>
                  </a:moveTo>
                  <a:cubicBezTo>
                    <a:pt x="76" y="130"/>
                    <a:pt x="69" y="128"/>
                    <a:pt x="61" y="128"/>
                  </a:cubicBezTo>
                  <a:cubicBezTo>
                    <a:pt x="123" y="66"/>
                    <a:pt x="123" y="66"/>
                    <a:pt x="123" y="66"/>
                  </a:cubicBezTo>
                  <a:cubicBezTo>
                    <a:pt x="132" y="56"/>
                    <a:pt x="146" y="54"/>
                    <a:pt x="159" y="57"/>
                  </a:cubicBezTo>
                  <a:lnTo>
                    <a:pt x="84" y="133"/>
                  </a:lnTo>
                  <a:close/>
                  <a:moveTo>
                    <a:pt x="33" y="239"/>
                  </a:moveTo>
                  <a:cubicBezTo>
                    <a:pt x="32" y="239"/>
                    <a:pt x="30" y="240"/>
                    <a:pt x="28" y="240"/>
                  </a:cubicBezTo>
                  <a:cubicBezTo>
                    <a:pt x="21" y="240"/>
                    <a:pt x="16" y="235"/>
                    <a:pt x="16" y="228"/>
                  </a:cubicBezTo>
                  <a:cubicBezTo>
                    <a:pt x="16" y="227"/>
                    <a:pt x="17" y="224"/>
                    <a:pt x="17" y="224"/>
                  </a:cubicBezTo>
                  <a:cubicBezTo>
                    <a:pt x="25" y="193"/>
                    <a:pt x="25" y="193"/>
                    <a:pt x="25" y="193"/>
                  </a:cubicBezTo>
                  <a:cubicBezTo>
                    <a:pt x="34" y="193"/>
                    <a:pt x="44" y="196"/>
                    <a:pt x="52" y="204"/>
                  </a:cubicBezTo>
                  <a:cubicBezTo>
                    <a:pt x="60" y="212"/>
                    <a:pt x="64" y="222"/>
                    <a:pt x="63" y="231"/>
                  </a:cubicBezTo>
                  <a:lnTo>
                    <a:pt x="33" y="239"/>
                  </a:lnTo>
                  <a:close/>
                  <a:moveTo>
                    <a:pt x="71" y="229"/>
                  </a:moveTo>
                  <a:cubicBezTo>
                    <a:pt x="71" y="218"/>
                    <a:pt x="66" y="207"/>
                    <a:pt x="58" y="198"/>
                  </a:cubicBezTo>
                  <a:cubicBezTo>
                    <a:pt x="49" y="190"/>
                    <a:pt x="38" y="185"/>
                    <a:pt x="27" y="185"/>
                  </a:cubicBezTo>
                  <a:cubicBezTo>
                    <a:pt x="35" y="156"/>
                    <a:pt x="35" y="156"/>
                    <a:pt x="35" y="156"/>
                  </a:cubicBezTo>
                  <a:cubicBezTo>
                    <a:pt x="36" y="154"/>
                    <a:pt x="37" y="152"/>
                    <a:pt x="39" y="150"/>
                  </a:cubicBezTo>
                  <a:cubicBezTo>
                    <a:pt x="55" y="139"/>
                    <a:pt x="79" y="142"/>
                    <a:pt x="96" y="160"/>
                  </a:cubicBezTo>
                  <a:cubicBezTo>
                    <a:pt x="115" y="178"/>
                    <a:pt x="117" y="204"/>
                    <a:pt x="103" y="220"/>
                  </a:cubicBezTo>
                  <a:cubicBezTo>
                    <a:pt x="103" y="221"/>
                    <a:pt x="102" y="221"/>
                    <a:pt x="101" y="221"/>
                  </a:cubicBezTo>
                  <a:lnTo>
                    <a:pt x="71" y="229"/>
                  </a:lnTo>
                  <a:close/>
                  <a:moveTo>
                    <a:pt x="230" y="94"/>
                  </a:moveTo>
                  <a:cubicBezTo>
                    <a:pt x="216" y="108"/>
                    <a:pt x="216" y="108"/>
                    <a:pt x="216" y="108"/>
                  </a:cubicBezTo>
                  <a:cubicBezTo>
                    <a:pt x="216" y="106"/>
                    <a:pt x="216" y="104"/>
                    <a:pt x="216" y="102"/>
                  </a:cubicBezTo>
                  <a:cubicBezTo>
                    <a:pt x="215" y="87"/>
                    <a:pt x="207" y="72"/>
                    <a:pt x="196" y="60"/>
                  </a:cubicBezTo>
                  <a:cubicBezTo>
                    <a:pt x="183" y="47"/>
                    <a:pt x="165" y="40"/>
                    <a:pt x="148" y="40"/>
                  </a:cubicBezTo>
                  <a:cubicBezTo>
                    <a:pt x="162" y="26"/>
                    <a:pt x="162" y="26"/>
                    <a:pt x="162" y="26"/>
                  </a:cubicBezTo>
                  <a:cubicBezTo>
                    <a:pt x="168" y="20"/>
                    <a:pt x="177" y="16"/>
                    <a:pt x="188" y="16"/>
                  </a:cubicBezTo>
                  <a:cubicBezTo>
                    <a:pt x="200" y="16"/>
                    <a:pt x="214" y="22"/>
                    <a:pt x="224" y="32"/>
                  </a:cubicBezTo>
                  <a:cubicBezTo>
                    <a:pt x="233" y="41"/>
                    <a:pt x="239" y="53"/>
                    <a:pt x="240" y="65"/>
                  </a:cubicBezTo>
                  <a:cubicBezTo>
                    <a:pt x="241" y="76"/>
                    <a:pt x="237" y="87"/>
                    <a:pt x="230" y="94"/>
                  </a:cubicBezTo>
                  <a:close/>
                </a:path>
              </a:pathLst>
            </a:custGeom>
            <a:solidFill>
              <a:schemeClr val="accent4"/>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31" name="图标4"/>
            <p:cNvSpPr>
              <a:spLocks noEditPoints="1"/>
            </p:cNvSpPr>
            <p:nvPr>
              <p:custDataLst>
                <p:tags r:id="rId18"/>
              </p:custDataLst>
            </p:nvPr>
          </p:nvSpPr>
          <p:spPr bwMode="auto">
            <a:xfrm>
              <a:off x="9140182" y="3150637"/>
              <a:ext cx="497031" cy="566272"/>
            </a:xfrm>
            <a:custGeom>
              <a:avLst/>
              <a:gdLst>
                <a:gd name="T0" fmla="*/ 152 w 304"/>
                <a:gd name="T1" fmla="*/ 0 h 347"/>
                <a:gd name="T2" fmla="*/ 0 w 304"/>
                <a:gd name="T3" fmla="*/ 71 h 347"/>
                <a:gd name="T4" fmla="*/ 0 w 304"/>
                <a:gd name="T5" fmla="*/ 277 h 347"/>
                <a:gd name="T6" fmla="*/ 152 w 304"/>
                <a:gd name="T7" fmla="*/ 347 h 347"/>
                <a:gd name="T8" fmla="*/ 304 w 304"/>
                <a:gd name="T9" fmla="*/ 277 h 347"/>
                <a:gd name="T10" fmla="*/ 304 w 304"/>
                <a:gd name="T11" fmla="*/ 71 h 347"/>
                <a:gd name="T12" fmla="*/ 152 w 304"/>
                <a:gd name="T13" fmla="*/ 0 h 347"/>
                <a:gd name="T14" fmla="*/ 282 w 304"/>
                <a:gd name="T15" fmla="*/ 277 h 347"/>
                <a:gd name="T16" fmla="*/ 152 w 304"/>
                <a:gd name="T17" fmla="*/ 326 h 347"/>
                <a:gd name="T18" fmla="*/ 22 w 304"/>
                <a:gd name="T19" fmla="*/ 277 h 347"/>
                <a:gd name="T20" fmla="*/ 22 w 304"/>
                <a:gd name="T21" fmla="*/ 236 h 347"/>
                <a:gd name="T22" fmla="*/ 152 w 304"/>
                <a:gd name="T23" fmla="*/ 271 h 347"/>
                <a:gd name="T24" fmla="*/ 282 w 304"/>
                <a:gd name="T25" fmla="*/ 236 h 347"/>
                <a:gd name="T26" fmla="*/ 282 w 304"/>
                <a:gd name="T27" fmla="*/ 277 h 347"/>
                <a:gd name="T28" fmla="*/ 282 w 304"/>
                <a:gd name="T29" fmla="*/ 212 h 347"/>
                <a:gd name="T30" fmla="*/ 282 w 304"/>
                <a:gd name="T31" fmla="*/ 212 h 347"/>
                <a:gd name="T32" fmla="*/ 282 w 304"/>
                <a:gd name="T33" fmla="*/ 212 h 347"/>
                <a:gd name="T34" fmla="*/ 152 w 304"/>
                <a:gd name="T35" fmla="*/ 261 h 347"/>
                <a:gd name="T36" fmla="*/ 22 w 304"/>
                <a:gd name="T37" fmla="*/ 212 h 347"/>
                <a:gd name="T38" fmla="*/ 22 w 304"/>
                <a:gd name="T39" fmla="*/ 212 h 347"/>
                <a:gd name="T40" fmla="*/ 22 w 304"/>
                <a:gd name="T41" fmla="*/ 212 h 347"/>
                <a:gd name="T42" fmla="*/ 22 w 304"/>
                <a:gd name="T43" fmla="*/ 171 h 347"/>
                <a:gd name="T44" fmla="*/ 152 w 304"/>
                <a:gd name="T45" fmla="*/ 206 h 347"/>
                <a:gd name="T46" fmla="*/ 282 w 304"/>
                <a:gd name="T47" fmla="*/ 171 h 347"/>
                <a:gd name="T48" fmla="*/ 282 w 304"/>
                <a:gd name="T49" fmla="*/ 212 h 347"/>
                <a:gd name="T50" fmla="*/ 282 w 304"/>
                <a:gd name="T51" fmla="*/ 147 h 347"/>
                <a:gd name="T52" fmla="*/ 282 w 304"/>
                <a:gd name="T53" fmla="*/ 147 h 347"/>
                <a:gd name="T54" fmla="*/ 282 w 304"/>
                <a:gd name="T55" fmla="*/ 147 h 347"/>
                <a:gd name="T56" fmla="*/ 152 w 304"/>
                <a:gd name="T57" fmla="*/ 195 h 347"/>
                <a:gd name="T58" fmla="*/ 22 w 304"/>
                <a:gd name="T59" fmla="*/ 147 h 347"/>
                <a:gd name="T60" fmla="*/ 22 w 304"/>
                <a:gd name="T61" fmla="*/ 147 h 347"/>
                <a:gd name="T62" fmla="*/ 22 w 304"/>
                <a:gd name="T63" fmla="*/ 147 h 347"/>
                <a:gd name="T64" fmla="*/ 22 w 304"/>
                <a:gd name="T65" fmla="*/ 109 h 347"/>
                <a:gd name="T66" fmla="*/ 152 w 304"/>
                <a:gd name="T67" fmla="*/ 141 h 347"/>
                <a:gd name="T68" fmla="*/ 282 w 304"/>
                <a:gd name="T69" fmla="*/ 109 h 347"/>
                <a:gd name="T70" fmla="*/ 282 w 304"/>
                <a:gd name="T71" fmla="*/ 147 h 347"/>
                <a:gd name="T72" fmla="*/ 152 w 304"/>
                <a:gd name="T73" fmla="*/ 119 h 347"/>
                <a:gd name="T74" fmla="*/ 22 w 304"/>
                <a:gd name="T75" fmla="*/ 71 h 347"/>
                <a:gd name="T76" fmla="*/ 152 w 304"/>
                <a:gd name="T77" fmla="*/ 22 h 347"/>
                <a:gd name="T78" fmla="*/ 282 w 304"/>
                <a:gd name="T79" fmla="*/ 71 h 347"/>
                <a:gd name="T80" fmla="*/ 152 w 304"/>
                <a:gd name="T81" fmla="*/ 11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3" h="892">
                  <a:moveTo>
                    <a:pt x="57" y="607"/>
                  </a:moveTo>
                  <a:cubicBezTo>
                    <a:pt x="57" y="607"/>
                    <a:pt x="57" y="607"/>
                    <a:pt x="57" y="712"/>
                  </a:cubicBezTo>
                  <a:cubicBezTo>
                    <a:pt x="57" y="781"/>
                    <a:pt x="206" y="838"/>
                    <a:pt x="391" y="838"/>
                  </a:cubicBezTo>
                  <a:cubicBezTo>
                    <a:pt x="577" y="838"/>
                    <a:pt x="726" y="781"/>
                    <a:pt x="726" y="712"/>
                  </a:cubicBezTo>
                  <a:lnTo>
                    <a:pt x="726" y="607"/>
                  </a:lnTo>
                  <a:cubicBezTo>
                    <a:pt x="712" y="621"/>
                    <a:pt x="693" y="634"/>
                    <a:pt x="669" y="645"/>
                  </a:cubicBezTo>
                  <a:lnTo>
                    <a:pt x="658" y="650"/>
                  </a:lnTo>
                  <a:lnTo>
                    <a:pt x="659" y="651"/>
                  </a:lnTo>
                  <a:cubicBezTo>
                    <a:pt x="667" y="656"/>
                    <a:pt x="672" y="665"/>
                    <a:pt x="672" y="675"/>
                  </a:cubicBezTo>
                  <a:cubicBezTo>
                    <a:pt x="672" y="691"/>
                    <a:pt x="659" y="703"/>
                    <a:pt x="643" y="703"/>
                  </a:cubicBezTo>
                  <a:cubicBezTo>
                    <a:pt x="628" y="703"/>
                    <a:pt x="615" y="691"/>
                    <a:pt x="615" y="675"/>
                  </a:cubicBezTo>
                  <a:cubicBezTo>
                    <a:pt x="615" y="673"/>
                    <a:pt x="616" y="671"/>
                    <a:pt x="616" y="669"/>
                  </a:cubicBezTo>
                  <a:lnTo>
                    <a:pt x="617" y="666"/>
                  </a:lnTo>
                  <a:lnTo>
                    <a:pt x="611" y="668"/>
                  </a:lnTo>
                  <a:cubicBezTo>
                    <a:pt x="548" y="687"/>
                    <a:pt x="470" y="696"/>
                    <a:pt x="391" y="696"/>
                  </a:cubicBezTo>
                  <a:cubicBezTo>
                    <a:pt x="252" y="696"/>
                    <a:pt x="113" y="666"/>
                    <a:pt x="57" y="607"/>
                  </a:cubicBezTo>
                  <a:close/>
                  <a:moveTo>
                    <a:pt x="57" y="439"/>
                  </a:moveTo>
                  <a:cubicBezTo>
                    <a:pt x="57" y="439"/>
                    <a:pt x="57" y="439"/>
                    <a:pt x="57" y="545"/>
                  </a:cubicBezTo>
                  <a:cubicBezTo>
                    <a:pt x="57" y="614"/>
                    <a:pt x="206" y="671"/>
                    <a:pt x="391" y="671"/>
                  </a:cubicBezTo>
                  <a:cubicBezTo>
                    <a:pt x="577" y="671"/>
                    <a:pt x="726" y="614"/>
                    <a:pt x="726" y="545"/>
                  </a:cubicBezTo>
                  <a:lnTo>
                    <a:pt x="726" y="439"/>
                  </a:lnTo>
                  <a:cubicBezTo>
                    <a:pt x="712" y="454"/>
                    <a:pt x="693" y="467"/>
                    <a:pt x="669" y="478"/>
                  </a:cubicBezTo>
                  <a:lnTo>
                    <a:pt x="659" y="483"/>
                  </a:lnTo>
                  <a:lnTo>
                    <a:pt x="659" y="484"/>
                  </a:lnTo>
                  <a:cubicBezTo>
                    <a:pt x="667" y="489"/>
                    <a:pt x="672" y="498"/>
                    <a:pt x="672" y="507"/>
                  </a:cubicBezTo>
                  <a:cubicBezTo>
                    <a:pt x="672" y="523"/>
                    <a:pt x="659" y="536"/>
                    <a:pt x="643" y="536"/>
                  </a:cubicBezTo>
                  <a:cubicBezTo>
                    <a:pt x="628" y="536"/>
                    <a:pt x="615" y="523"/>
                    <a:pt x="615" y="507"/>
                  </a:cubicBezTo>
                  <a:cubicBezTo>
                    <a:pt x="615" y="505"/>
                    <a:pt x="616" y="503"/>
                    <a:pt x="616" y="502"/>
                  </a:cubicBezTo>
                  <a:lnTo>
                    <a:pt x="617" y="499"/>
                  </a:lnTo>
                  <a:lnTo>
                    <a:pt x="611" y="501"/>
                  </a:lnTo>
                  <a:cubicBezTo>
                    <a:pt x="548" y="520"/>
                    <a:pt x="470" y="529"/>
                    <a:pt x="391" y="529"/>
                  </a:cubicBezTo>
                  <a:cubicBezTo>
                    <a:pt x="252" y="529"/>
                    <a:pt x="113" y="499"/>
                    <a:pt x="57" y="439"/>
                  </a:cubicBezTo>
                  <a:close/>
                  <a:moveTo>
                    <a:pt x="57" y="280"/>
                  </a:moveTo>
                  <a:cubicBezTo>
                    <a:pt x="57" y="280"/>
                    <a:pt x="57" y="280"/>
                    <a:pt x="57" y="378"/>
                  </a:cubicBezTo>
                  <a:cubicBezTo>
                    <a:pt x="57" y="447"/>
                    <a:pt x="206" y="501"/>
                    <a:pt x="391" y="501"/>
                  </a:cubicBezTo>
                  <a:cubicBezTo>
                    <a:pt x="577" y="501"/>
                    <a:pt x="726" y="447"/>
                    <a:pt x="726" y="378"/>
                  </a:cubicBezTo>
                  <a:lnTo>
                    <a:pt x="726" y="280"/>
                  </a:lnTo>
                  <a:cubicBezTo>
                    <a:pt x="708" y="294"/>
                    <a:pt x="686" y="306"/>
                    <a:pt x="661" y="317"/>
                  </a:cubicBezTo>
                  <a:lnTo>
                    <a:pt x="659" y="318"/>
                  </a:lnTo>
                  <a:lnTo>
                    <a:pt x="663" y="321"/>
                  </a:lnTo>
                  <a:cubicBezTo>
                    <a:pt x="668" y="326"/>
                    <a:pt x="672" y="333"/>
                    <a:pt x="672" y="341"/>
                  </a:cubicBezTo>
                  <a:cubicBezTo>
                    <a:pt x="672" y="356"/>
                    <a:pt x="659" y="369"/>
                    <a:pt x="643" y="369"/>
                  </a:cubicBezTo>
                  <a:cubicBezTo>
                    <a:pt x="628" y="369"/>
                    <a:pt x="615" y="356"/>
                    <a:pt x="615" y="341"/>
                  </a:cubicBezTo>
                  <a:cubicBezTo>
                    <a:pt x="615" y="339"/>
                    <a:pt x="616" y="337"/>
                    <a:pt x="616" y="335"/>
                  </a:cubicBezTo>
                  <a:lnTo>
                    <a:pt x="617" y="333"/>
                  </a:lnTo>
                  <a:lnTo>
                    <a:pt x="602" y="337"/>
                  </a:lnTo>
                  <a:cubicBezTo>
                    <a:pt x="538" y="354"/>
                    <a:pt x="464" y="362"/>
                    <a:pt x="391" y="362"/>
                  </a:cubicBezTo>
                  <a:cubicBezTo>
                    <a:pt x="263" y="362"/>
                    <a:pt x="129" y="337"/>
                    <a:pt x="57" y="280"/>
                  </a:cubicBezTo>
                  <a:close/>
                  <a:moveTo>
                    <a:pt x="391" y="57"/>
                  </a:moveTo>
                  <a:cubicBezTo>
                    <a:pt x="206" y="57"/>
                    <a:pt x="57" y="113"/>
                    <a:pt x="57" y="182"/>
                  </a:cubicBezTo>
                  <a:cubicBezTo>
                    <a:pt x="57" y="252"/>
                    <a:pt x="206" y="306"/>
                    <a:pt x="391" y="306"/>
                  </a:cubicBezTo>
                  <a:cubicBezTo>
                    <a:pt x="577" y="306"/>
                    <a:pt x="726" y="252"/>
                    <a:pt x="726" y="182"/>
                  </a:cubicBezTo>
                  <a:cubicBezTo>
                    <a:pt x="726" y="113"/>
                    <a:pt x="577" y="57"/>
                    <a:pt x="391" y="57"/>
                  </a:cubicBezTo>
                  <a:close/>
                  <a:moveTo>
                    <a:pt x="391" y="0"/>
                  </a:moveTo>
                  <a:cubicBezTo>
                    <a:pt x="579" y="0"/>
                    <a:pt x="783" y="57"/>
                    <a:pt x="783" y="182"/>
                  </a:cubicBezTo>
                  <a:cubicBezTo>
                    <a:pt x="783" y="182"/>
                    <a:pt x="783" y="182"/>
                    <a:pt x="783" y="712"/>
                  </a:cubicBezTo>
                  <a:cubicBezTo>
                    <a:pt x="783" y="835"/>
                    <a:pt x="579" y="892"/>
                    <a:pt x="391" y="892"/>
                  </a:cubicBezTo>
                  <a:cubicBezTo>
                    <a:pt x="203" y="892"/>
                    <a:pt x="0" y="835"/>
                    <a:pt x="0" y="712"/>
                  </a:cubicBezTo>
                  <a:cubicBezTo>
                    <a:pt x="0" y="712"/>
                    <a:pt x="0" y="712"/>
                    <a:pt x="0" y="182"/>
                  </a:cubicBezTo>
                  <a:cubicBezTo>
                    <a:pt x="0" y="57"/>
                    <a:pt x="203" y="0"/>
                    <a:pt x="391" y="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47" name="文本框 95"/>
            <p:cNvSpPr txBox="1"/>
            <p:nvPr>
              <p:custDataLst>
                <p:tags r:id="rId19"/>
              </p:custDataLst>
            </p:nvPr>
          </p:nvSpPr>
          <p:spPr>
            <a:xfrm>
              <a:off x="1535113" y="4933232"/>
              <a:ext cx="2386626" cy="1522607"/>
            </a:xfrm>
            <a:prstGeom prst="rect">
              <a:avLst/>
            </a:prstGeom>
            <a:noFill/>
          </p:spPr>
          <p:txBody>
            <a:bodyPr vert="horz" wrap="square" lIns="90000" tIns="46800" rIns="90000" bIns="46800" rtlCol="0" anchor="t" anchorCtr="0">
              <a:normAutofit fontScale="9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rPr>
                <a:t>第1类为系统分析员和数据库设计人员。系统分析员负责应用系统的需求分析和规范说明，他们和用户及数据库管理员一起确定系统的硬件配置，并参与数据库系统的概要设计。数据库设计人员负责数据库中数据的确定和数据库各级模式的设计。</a:t>
              </a:r>
              <a:endPar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endParaRPr>
            </a:p>
          </p:txBody>
        </p:sp>
        <p:sp>
          <p:nvSpPr>
            <p:cNvPr id="49" name="文本框 95"/>
            <p:cNvSpPr txBox="1"/>
            <p:nvPr>
              <p:custDataLst>
                <p:tags r:id="rId20"/>
              </p:custDataLst>
            </p:nvPr>
          </p:nvSpPr>
          <p:spPr>
            <a:xfrm>
              <a:off x="4075876" y="4933188"/>
              <a:ext cx="1843149" cy="1174686"/>
            </a:xfrm>
            <a:prstGeom prst="rect">
              <a:avLst/>
            </a:prstGeom>
            <a:noFill/>
          </p:spPr>
          <p:txBody>
            <a:bodyPr vert="horz" wrap="square" lIns="90000" tIns="46800" rIns="90000" bIns="46800" rtlCol="0" anchor="t" anchorCtr="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rPr>
                <a:t>第2类为应用程序员，负责编写使用数据库的应用程序。这些应用程序可对数据进行检索、建立、删除或修改。</a:t>
              </a:r>
              <a:endPar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endParaRPr>
            </a:p>
          </p:txBody>
        </p:sp>
        <p:sp>
          <p:nvSpPr>
            <p:cNvPr id="51" name="文本框 95"/>
            <p:cNvSpPr txBox="1"/>
            <p:nvPr>
              <p:custDataLst>
                <p:tags r:id="rId21"/>
              </p:custDataLst>
            </p:nvPr>
          </p:nvSpPr>
          <p:spPr>
            <a:xfrm>
              <a:off x="6442499" y="4928398"/>
              <a:ext cx="1590278" cy="986673"/>
            </a:xfrm>
            <a:prstGeom prst="rect">
              <a:avLst/>
            </a:prstGeom>
            <a:noFill/>
          </p:spPr>
          <p:txBody>
            <a:bodyPr vert="horz" wrap="square" lIns="90000" tIns="46800" rIns="90000" bIns="46800" rtlCol="0" anchor="t" anchorCtr="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rPr>
                <a:t>第3类为最终用户，他们利用系统的接口或查询语言访问数据库。</a:t>
              </a:r>
              <a:endPar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endParaRPr>
            </a:p>
          </p:txBody>
        </p:sp>
        <p:sp>
          <p:nvSpPr>
            <p:cNvPr id="53" name="文本框 95"/>
            <p:cNvSpPr txBox="1"/>
            <p:nvPr>
              <p:custDataLst>
                <p:tags r:id="rId22"/>
              </p:custDataLst>
            </p:nvPr>
          </p:nvSpPr>
          <p:spPr>
            <a:xfrm>
              <a:off x="8181413" y="4870998"/>
              <a:ext cx="2431337" cy="1875465"/>
            </a:xfrm>
            <a:prstGeom prst="rect">
              <a:avLst/>
            </a:prstGeom>
            <a:noFill/>
          </p:spPr>
          <p:txBody>
            <a:bodyPr vert="horz" wrap="square" lIns="90000" tIns="46800" rIns="90000" bIns="46800" rtlCol="0" anchor="t" anchorCtr="0">
              <a:normAutofit fontScale="8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rPr>
                <a:t>第4类是数据库管理员（Data Base Administrator，DBA），负责数据库的总体信息控制。DBA的具体职责包括：决定数据库中的信息内容和结构；决定数据库的存储结构和存取策略；定义数据库的安全性要求和完整性约束条件；监控数据库的使用和运行；负责数据库的性能改进、数据库的重组和重构，以提高系统的性能。</a:t>
              </a:r>
              <a:endPar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endParaRPr>
            </a:p>
          </p:txBody>
        </p:sp>
      </p:grpSp>
    </p:spTree>
    <p:custDataLst>
      <p:tags r:id="rId23"/>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数据库系统的组成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4.3 数据库系统中的人员</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2" name="Rectangle 10"/>
          <p:cNvSpPr/>
          <p:nvPr>
            <p:custDataLst>
              <p:tags r:id="rId6"/>
            </p:custDataLst>
          </p:nvPr>
        </p:nvSpPr>
        <p:spPr>
          <a:xfrm>
            <a:off x="6163945" y="1710055"/>
            <a:ext cx="5459095" cy="4843145"/>
          </a:xfrm>
          <a:custGeom>
            <a:avLst/>
            <a:gdLst>
              <a:gd name="connsiteX0" fmla="*/ 4495837 w 4495837"/>
              <a:gd name="connsiteY0" fmla="*/ 0 h 4495834"/>
              <a:gd name="connsiteX1" fmla="*/ 4495834 w 4495837"/>
              <a:gd name="connsiteY1" fmla="*/ 4495834 h 4495834"/>
              <a:gd name="connsiteX2" fmla="*/ 1 w 4495837"/>
              <a:gd name="connsiteY2" fmla="*/ 4495834 h 4495834"/>
              <a:gd name="connsiteX3" fmla="*/ 0 w 4495837"/>
              <a:gd name="connsiteY3" fmla="*/ 1 h 4495834"/>
            </a:gdLst>
            <a:ahLst/>
            <a:cxnLst>
              <a:cxn ang="0">
                <a:pos x="connsiteX0" y="connsiteY0"/>
              </a:cxn>
              <a:cxn ang="0">
                <a:pos x="connsiteX1" y="connsiteY1"/>
              </a:cxn>
              <a:cxn ang="0">
                <a:pos x="connsiteX2" y="connsiteY2"/>
              </a:cxn>
              <a:cxn ang="0">
                <a:pos x="connsiteX3" y="connsiteY3"/>
              </a:cxn>
            </a:cxnLst>
            <a:rect l="l" t="t" r="r" b="b"/>
            <a:pathLst>
              <a:path w="4495837" h="4495834">
                <a:moveTo>
                  <a:pt x="4495837" y="0"/>
                </a:moveTo>
                <a:lnTo>
                  <a:pt x="4495834" y="4495834"/>
                </a:lnTo>
                <a:lnTo>
                  <a:pt x="1" y="4495834"/>
                </a:lnTo>
                <a:lnTo>
                  <a:pt x="0" y="1"/>
                </a:lnTo>
                <a:close/>
              </a:path>
            </a:pathLst>
          </a:custGeom>
          <a:solidFill>
            <a:schemeClr val="lt2"/>
          </a:solidFill>
          <a:ln>
            <a:noFill/>
          </a:ln>
          <a:effectLst>
            <a:outerShdw blurRad="190500" sx="102000" sy="102000" algn="ctr" rotWithShape="0">
              <a:schemeClr val="dk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c6d6a304-1163-11ee-82c8-e22f9fbfe80f.jpgc6d6a304-1163-11ee-82c8-e22f9fbfe80f"/>
          <p:cNvPicPr>
            <a:picLocks noChangeAspect="1"/>
          </p:cNvPicPr>
          <p:nvPr>
            <p:custDataLst>
              <p:tags r:id="rId7"/>
            </p:custDataLst>
          </p:nvPr>
        </p:nvPicPr>
        <p:blipFill rotWithShape="1">
          <a:blip r:embed="rId8"/>
          <a:srcRect/>
          <a:stretch>
            <a:fillRect/>
          </a:stretch>
        </p:blipFill>
        <p:spPr>
          <a:xfrm>
            <a:off x="586115" y="1904591"/>
            <a:ext cx="4551694" cy="3488267"/>
          </a:xfrm>
          <a:custGeom>
            <a:avLst/>
            <a:gdLst/>
            <a:ahLst/>
            <a:cxnLst>
              <a:cxn ang="3">
                <a:pos x="hc" y="t"/>
              </a:cxn>
              <a:cxn ang="cd2">
                <a:pos x="l" y="vc"/>
              </a:cxn>
              <a:cxn ang="cd4">
                <a:pos x="hc" y="b"/>
              </a:cxn>
              <a:cxn ang="0">
                <a:pos x="r" y="vc"/>
              </a:cxn>
            </a:cxnLst>
            <a:rect l="l" t="t" r="r" b="b"/>
            <a:pathLst>
              <a:path w="8640" h="5280">
                <a:moveTo>
                  <a:pt x="0" y="0"/>
                </a:moveTo>
                <a:lnTo>
                  <a:pt x="8640" y="0"/>
                </a:lnTo>
                <a:lnTo>
                  <a:pt x="8640" y="5280"/>
                </a:lnTo>
                <a:lnTo>
                  <a:pt x="0" y="5280"/>
                </a:lnTo>
                <a:lnTo>
                  <a:pt x="0" y="0"/>
                </a:lnTo>
                <a:close/>
              </a:path>
            </a:pathLst>
          </a:custGeom>
        </p:spPr>
      </p:pic>
      <p:sp>
        <p:nvSpPr>
          <p:cNvPr id="5" name="Title 6"/>
          <p:cNvSpPr txBox="1"/>
          <p:nvPr>
            <p:custDataLst>
              <p:tags r:id="rId9"/>
            </p:custDataLst>
          </p:nvPr>
        </p:nvSpPr>
        <p:spPr>
          <a:xfrm>
            <a:off x="7126605" y="2651760"/>
            <a:ext cx="3683635" cy="29260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上述4类不同的人员涉及不同的数据抽象级别，具有不同的数据视图，如图1-11所示。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839470" y="5631180"/>
            <a:ext cx="4914265" cy="922020"/>
          </a:xfrm>
          <a:prstGeom prst="rect">
            <a:avLst/>
          </a:prstGeom>
          <a:noFill/>
        </p:spPr>
        <p:txBody>
          <a:bodyPr wrap="square" rtlCol="0" anchor="t">
            <a:spAutoFit/>
          </a:bodyPr>
          <a:p>
            <a:r>
              <a:rPr lang="en-US" altLang="zh-CN"/>
              <a:t>               </a:t>
            </a:r>
            <a:r>
              <a:rPr lang="zh-CN" altLang="en-US"/>
              <a:t>数据抽象级别         软件系统层次</a:t>
            </a:r>
            <a:endParaRPr lang="zh-CN" altLang="en-US"/>
          </a:p>
          <a:p>
            <a:r>
              <a:rPr lang="en-US" altLang="zh-CN"/>
              <a:t>         </a:t>
            </a:r>
            <a:endParaRPr lang="en-US" altLang="zh-CN"/>
          </a:p>
          <a:p>
            <a:r>
              <a:rPr lang="en-US" altLang="zh-CN"/>
              <a:t>     </a:t>
            </a:r>
            <a:r>
              <a:rPr lang="zh-CN" altLang="en-US"/>
              <a:t>图1-11  数据库中各类成员的数据视图</a:t>
            </a:r>
            <a:endParaRPr lang="zh-CN" altLang="en-US"/>
          </a:p>
        </p:txBody>
      </p:sp>
    </p:spTree>
    <p:custDataLst>
      <p:tags r:id="rId10"/>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5"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数据库系统的组成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4.3 数据库系统中的人员</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组合 3"/>
          <p:cNvGrpSpPr/>
          <p:nvPr/>
        </p:nvGrpSpPr>
        <p:grpSpPr>
          <a:xfrm>
            <a:off x="1302687" y="2043081"/>
            <a:ext cx="9586627" cy="4143438"/>
            <a:chOff x="1535113" y="2165350"/>
            <a:chExt cx="9121775" cy="3942524"/>
          </a:xfrm>
        </p:grpSpPr>
        <p:sp>
          <p:nvSpPr>
            <p:cNvPr id="5" name="装饰7"/>
            <p:cNvSpPr/>
            <p:nvPr>
              <p:custDataLst>
                <p:tags r:id="rId6"/>
              </p:custDataLst>
            </p:nvPr>
          </p:nvSpPr>
          <p:spPr bwMode="auto">
            <a:xfrm>
              <a:off x="8120063" y="216535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6" name="装饰6"/>
            <p:cNvSpPr/>
            <p:nvPr>
              <p:custDataLst>
                <p:tags r:id="rId7"/>
              </p:custDataLst>
            </p:nvPr>
          </p:nvSpPr>
          <p:spPr bwMode="auto">
            <a:xfrm flipV="1">
              <a:off x="5924550" y="3429000"/>
              <a:ext cx="2535238"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7" name="装饰3"/>
            <p:cNvSpPr/>
            <p:nvPr>
              <p:custDataLst>
                <p:tags r:id="rId8"/>
              </p:custDataLst>
            </p:nvPr>
          </p:nvSpPr>
          <p:spPr bwMode="auto">
            <a:xfrm>
              <a:off x="3729038" y="216535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8" name="装饰1"/>
            <p:cNvSpPr/>
            <p:nvPr>
              <p:custDataLst>
                <p:tags r:id="rId9"/>
              </p:custDataLst>
            </p:nvPr>
          </p:nvSpPr>
          <p:spPr bwMode="auto">
            <a:xfrm>
              <a:off x="1535113" y="2165350"/>
              <a:ext cx="2536825" cy="1263650"/>
            </a:xfrm>
            <a:custGeom>
              <a:avLst/>
              <a:gdLst>
                <a:gd name="T0" fmla="*/ 1264980 w 421"/>
                <a:gd name="T1" fmla="*/ 343131 h 210"/>
                <a:gd name="T2" fmla="*/ 2192631 w 421"/>
                <a:gd name="T3" fmla="*/ 1264167 h 210"/>
                <a:gd name="T4" fmla="*/ 2535983 w 421"/>
                <a:gd name="T5" fmla="*/ 1264167 h 210"/>
                <a:gd name="T6" fmla="*/ 1264980 w 421"/>
                <a:gd name="T7" fmla="*/ 0 h 210"/>
                <a:gd name="T8" fmla="*/ 0 w 421"/>
                <a:gd name="T9" fmla="*/ 1264167 h 210"/>
                <a:gd name="T10" fmla="*/ 343352 w 421"/>
                <a:gd name="T11" fmla="*/ 1264167 h 210"/>
                <a:gd name="T12" fmla="*/ 1264980 w 421"/>
                <a:gd name="T13" fmla="*/ 343131 h 2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1"/>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9" name="装饰2"/>
            <p:cNvSpPr/>
            <p:nvPr>
              <p:custDataLst>
                <p:tags r:id="rId10"/>
              </p:custDataLst>
            </p:nvPr>
          </p:nvSpPr>
          <p:spPr bwMode="auto">
            <a:xfrm flipV="1">
              <a:off x="1535113" y="342900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dk2">
                <a:alpha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0" name="装饰4"/>
            <p:cNvSpPr/>
            <p:nvPr>
              <p:custDataLst>
                <p:tags r:id="rId11"/>
              </p:custDataLst>
            </p:nvPr>
          </p:nvSpPr>
          <p:spPr bwMode="auto">
            <a:xfrm flipV="1">
              <a:off x="3729038" y="342900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3"/>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2" name="装饰5"/>
            <p:cNvSpPr/>
            <p:nvPr>
              <p:custDataLst>
                <p:tags r:id="rId12"/>
              </p:custDataLst>
            </p:nvPr>
          </p:nvSpPr>
          <p:spPr bwMode="auto">
            <a:xfrm>
              <a:off x="5924550" y="2165350"/>
              <a:ext cx="2535238"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3" name="装饰8"/>
            <p:cNvSpPr/>
            <p:nvPr>
              <p:custDataLst>
                <p:tags r:id="rId13"/>
              </p:custDataLst>
            </p:nvPr>
          </p:nvSpPr>
          <p:spPr bwMode="auto">
            <a:xfrm flipV="1">
              <a:off x="8120063" y="3429000"/>
              <a:ext cx="2536825" cy="1263650"/>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sz="1800" b="0" i="0" u="none" strike="noStrike" kern="1200" cap="none" spc="0" normalizeH="0" baseline="0" noProof="0" dirty="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4" name="图标1"/>
            <p:cNvSpPr>
              <a:spLocks noEditPoints="1"/>
            </p:cNvSpPr>
            <p:nvPr>
              <p:custDataLst>
                <p:tags r:id="rId14"/>
              </p:custDataLst>
            </p:nvPr>
          </p:nvSpPr>
          <p:spPr bwMode="auto">
            <a:xfrm>
              <a:off x="2521382" y="3152711"/>
              <a:ext cx="561057" cy="562124"/>
            </a:xfrm>
            <a:custGeom>
              <a:avLst/>
              <a:gdLst>
                <a:gd name="T0" fmla="*/ 138 w 220"/>
                <a:gd name="T1" fmla="*/ 0 h 220"/>
                <a:gd name="T2" fmla="*/ 55 w 220"/>
                <a:gd name="T3" fmla="*/ 83 h 220"/>
                <a:gd name="T4" fmla="*/ 65 w 220"/>
                <a:gd name="T5" fmla="*/ 121 h 220"/>
                <a:gd name="T6" fmla="*/ 7 w 220"/>
                <a:gd name="T7" fmla="*/ 178 h 220"/>
                <a:gd name="T8" fmla="*/ 7 w 220"/>
                <a:gd name="T9" fmla="*/ 178 h 220"/>
                <a:gd name="T10" fmla="*/ 0 w 220"/>
                <a:gd name="T11" fmla="*/ 196 h 220"/>
                <a:gd name="T12" fmla="*/ 24 w 220"/>
                <a:gd name="T13" fmla="*/ 220 h 220"/>
                <a:gd name="T14" fmla="*/ 42 w 220"/>
                <a:gd name="T15" fmla="*/ 213 h 220"/>
                <a:gd name="T16" fmla="*/ 42 w 220"/>
                <a:gd name="T17" fmla="*/ 213 h 220"/>
                <a:gd name="T18" fmla="*/ 99 w 220"/>
                <a:gd name="T19" fmla="*/ 155 h 220"/>
                <a:gd name="T20" fmla="*/ 138 w 220"/>
                <a:gd name="T21" fmla="*/ 165 h 220"/>
                <a:gd name="T22" fmla="*/ 220 w 220"/>
                <a:gd name="T23" fmla="*/ 83 h 220"/>
                <a:gd name="T24" fmla="*/ 138 w 220"/>
                <a:gd name="T25" fmla="*/ 0 h 220"/>
                <a:gd name="T26" fmla="*/ 33 w 220"/>
                <a:gd name="T27" fmla="*/ 204 h 220"/>
                <a:gd name="T28" fmla="*/ 24 w 220"/>
                <a:gd name="T29" fmla="*/ 208 h 220"/>
                <a:gd name="T30" fmla="*/ 12 w 220"/>
                <a:gd name="T31" fmla="*/ 196 h 220"/>
                <a:gd name="T32" fmla="*/ 16 w 220"/>
                <a:gd name="T33" fmla="*/ 187 h 220"/>
                <a:gd name="T34" fmla="*/ 16 w 220"/>
                <a:gd name="T35" fmla="*/ 187 h 220"/>
                <a:gd name="T36" fmla="*/ 71 w 220"/>
                <a:gd name="T37" fmla="*/ 132 h 220"/>
                <a:gd name="T38" fmla="*/ 88 w 220"/>
                <a:gd name="T39" fmla="*/ 149 h 220"/>
                <a:gd name="T40" fmla="*/ 33 w 220"/>
                <a:gd name="T41" fmla="*/ 204 h 220"/>
                <a:gd name="T42" fmla="*/ 138 w 220"/>
                <a:gd name="T43" fmla="*/ 151 h 220"/>
                <a:gd name="T44" fmla="*/ 69 w 220"/>
                <a:gd name="T45" fmla="*/ 83 h 220"/>
                <a:gd name="T46" fmla="*/ 138 w 220"/>
                <a:gd name="T47" fmla="*/ 14 h 220"/>
                <a:gd name="T48" fmla="*/ 206 w 220"/>
                <a:gd name="T49" fmla="*/ 83 h 220"/>
                <a:gd name="T50" fmla="*/ 138 w 220"/>
                <a:gd name="T51" fmla="*/ 15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84" h="885">
                  <a:moveTo>
                    <a:pt x="554" y="0"/>
                  </a:moveTo>
                  <a:cubicBezTo>
                    <a:pt x="369" y="0"/>
                    <a:pt x="221" y="149"/>
                    <a:pt x="221" y="334"/>
                  </a:cubicBezTo>
                  <a:cubicBezTo>
                    <a:pt x="221" y="386"/>
                    <a:pt x="233" y="443"/>
                    <a:pt x="261" y="487"/>
                  </a:cubicBezTo>
                  <a:cubicBezTo>
                    <a:pt x="28" y="716"/>
                    <a:pt x="28" y="716"/>
                    <a:pt x="28" y="716"/>
                  </a:cubicBezTo>
                  <a:cubicBezTo>
                    <a:pt x="12" y="736"/>
                    <a:pt x="0" y="760"/>
                    <a:pt x="0" y="789"/>
                  </a:cubicBezTo>
                  <a:cubicBezTo>
                    <a:pt x="0" y="841"/>
                    <a:pt x="44" y="885"/>
                    <a:pt x="96" y="885"/>
                  </a:cubicBezTo>
                  <a:cubicBezTo>
                    <a:pt x="125" y="885"/>
                    <a:pt x="149" y="873"/>
                    <a:pt x="169" y="857"/>
                  </a:cubicBezTo>
                  <a:cubicBezTo>
                    <a:pt x="398" y="624"/>
                    <a:pt x="398" y="624"/>
                    <a:pt x="398" y="624"/>
                  </a:cubicBezTo>
                  <a:cubicBezTo>
                    <a:pt x="442" y="652"/>
                    <a:pt x="498" y="664"/>
                    <a:pt x="554" y="664"/>
                  </a:cubicBezTo>
                  <a:cubicBezTo>
                    <a:pt x="735" y="664"/>
                    <a:pt x="884" y="515"/>
                    <a:pt x="884" y="334"/>
                  </a:cubicBezTo>
                  <a:cubicBezTo>
                    <a:pt x="884" y="149"/>
                    <a:pt x="735" y="0"/>
                    <a:pt x="554" y="0"/>
                  </a:cubicBezTo>
                  <a:close/>
                  <a:moveTo>
                    <a:pt x="133" y="821"/>
                  </a:moveTo>
                  <a:cubicBezTo>
                    <a:pt x="125" y="829"/>
                    <a:pt x="112" y="837"/>
                    <a:pt x="96" y="837"/>
                  </a:cubicBezTo>
                  <a:cubicBezTo>
                    <a:pt x="72" y="837"/>
                    <a:pt x="48" y="813"/>
                    <a:pt x="48" y="789"/>
                  </a:cubicBezTo>
                  <a:cubicBezTo>
                    <a:pt x="48" y="773"/>
                    <a:pt x="56" y="760"/>
                    <a:pt x="64" y="752"/>
                  </a:cubicBezTo>
                  <a:cubicBezTo>
                    <a:pt x="285" y="531"/>
                    <a:pt x="285" y="531"/>
                    <a:pt x="285" y="531"/>
                  </a:cubicBezTo>
                  <a:cubicBezTo>
                    <a:pt x="305" y="555"/>
                    <a:pt x="329" y="579"/>
                    <a:pt x="353" y="600"/>
                  </a:cubicBezTo>
                  <a:lnTo>
                    <a:pt x="133" y="821"/>
                  </a:lnTo>
                  <a:close/>
                  <a:moveTo>
                    <a:pt x="554" y="608"/>
                  </a:moveTo>
                  <a:cubicBezTo>
                    <a:pt x="402" y="608"/>
                    <a:pt x="277" y="483"/>
                    <a:pt x="277" y="334"/>
                  </a:cubicBezTo>
                  <a:cubicBezTo>
                    <a:pt x="277" y="181"/>
                    <a:pt x="402" y="56"/>
                    <a:pt x="554" y="56"/>
                  </a:cubicBezTo>
                  <a:cubicBezTo>
                    <a:pt x="703" y="56"/>
                    <a:pt x="827" y="181"/>
                    <a:pt x="827" y="334"/>
                  </a:cubicBezTo>
                  <a:cubicBezTo>
                    <a:pt x="827" y="483"/>
                    <a:pt x="703" y="608"/>
                    <a:pt x="554" y="608"/>
                  </a:cubicBezTo>
                  <a:close/>
                  <a:moveTo>
                    <a:pt x="554" y="138"/>
                  </a:moveTo>
                  <a:cubicBezTo>
                    <a:pt x="446" y="138"/>
                    <a:pt x="358" y="226"/>
                    <a:pt x="358" y="334"/>
                  </a:cubicBezTo>
                  <a:cubicBezTo>
                    <a:pt x="358" y="338"/>
                    <a:pt x="366" y="346"/>
                    <a:pt x="374" y="346"/>
                  </a:cubicBezTo>
                  <a:cubicBezTo>
                    <a:pt x="382" y="346"/>
                    <a:pt x="386" y="338"/>
                    <a:pt x="386" y="334"/>
                  </a:cubicBezTo>
                  <a:cubicBezTo>
                    <a:pt x="386" y="242"/>
                    <a:pt x="462" y="166"/>
                    <a:pt x="554" y="166"/>
                  </a:cubicBezTo>
                  <a:cubicBezTo>
                    <a:pt x="558" y="166"/>
                    <a:pt x="566" y="162"/>
                    <a:pt x="566" y="154"/>
                  </a:cubicBezTo>
                  <a:cubicBezTo>
                    <a:pt x="566" y="146"/>
                    <a:pt x="558" y="138"/>
                    <a:pt x="554" y="138"/>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16" name="图标2"/>
            <p:cNvSpPr>
              <a:spLocks noEditPoints="1"/>
            </p:cNvSpPr>
            <p:nvPr>
              <p:custDataLst>
                <p:tags r:id="rId15"/>
              </p:custDataLst>
            </p:nvPr>
          </p:nvSpPr>
          <p:spPr bwMode="auto">
            <a:xfrm>
              <a:off x="4758461" y="3195688"/>
              <a:ext cx="477272" cy="476171"/>
            </a:xfrm>
            <a:custGeom>
              <a:avLst/>
              <a:gdLst>
                <a:gd name="T0" fmla="*/ 163 w 180"/>
                <a:gd name="T1" fmla="*/ 0 h 180"/>
                <a:gd name="T2" fmla="*/ 39 w 180"/>
                <a:gd name="T3" fmla="*/ 0 h 180"/>
                <a:gd name="T4" fmla="*/ 23 w 180"/>
                <a:gd name="T5" fmla="*/ 17 h 180"/>
                <a:gd name="T6" fmla="*/ 23 w 180"/>
                <a:gd name="T7" fmla="*/ 28 h 180"/>
                <a:gd name="T8" fmla="*/ 17 w 180"/>
                <a:gd name="T9" fmla="*/ 28 h 180"/>
                <a:gd name="T10" fmla="*/ 0 w 180"/>
                <a:gd name="T11" fmla="*/ 45 h 180"/>
                <a:gd name="T12" fmla="*/ 0 w 180"/>
                <a:gd name="T13" fmla="*/ 158 h 180"/>
                <a:gd name="T14" fmla="*/ 23 w 180"/>
                <a:gd name="T15" fmla="*/ 180 h 180"/>
                <a:gd name="T16" fmla="*/ 158 w 180"/>
                <a:gd name="T17" fmla="*/ 180 h 180"/>
                <a:gd name="T18" fmla="*/ 180 w 180"/>
                <a:gd name="T19" fmla="*/ 158 h 180"/>
                <a:gd name="T20" fmla="*/ 180 w 180"/>
                <a:gd name="T21" fmla="*/ 17 h 180"/>
                <a:gd name="T22" fmla="*/ 163 w 180"/>
                <a:gd name="T23" fmla="*/ 0 h 180"/>
                <a:gd name="T24" fmla="*/ 169 w 180"/>
                <a:gd name="T25" fmla="*/ 158 h 180"/>
                <a:gd name="T26" fmla="*/ 158 w 180"/>
                <a:gd name="T27" fmla="*/ 169 h 180"/>
                <a:gd name="T28" fmla="*/ 23 w 180"/>
                <a:gd name="T29" fmla="*/ 169 h 180"/>
                <a:gd name="T30" fmla="*/ 11 w 180"/>
                <a:gd name="T31" fmla="*/ 158 h 180"/>
                <a:gd name="T32" fmla="*/ 11 w 180"/>
                <a:gd name="T33" fmla="*/ 45 h 180"/>
                <a:gd name="T34" fmla="*/ 17 w 180"/>
                <a:gd name="T35" fmla="*/ 39 h 180"/>
                <a:gd name="T36" fmla="*/ 23 w 180"/>
                <a:gd name="T37" fmla="*/ 39 h 180"/>
                <a:gd name="T38" fmla="*/ 23 w 180"/>
                <a:gd name="T39" fmla="*/ 152 h 180"/>
                <a:gd name="T40" fmla="*/ 28 w 180"/>
                <a:gd name="T41" fmla="*/ 158 h 180"/>
                <a:gd name="T42" fmla="*/ 34 w 180"/>
                <a:gd name="T43" fmla="*/ 152 h 180"/>
                <a:gd name="T44" fmla="*/ 34 w 180"/>
                <a:gd name="T45" fmla="*/ 17 h 180"/>
                <a:gd name="T46" fmla="*/ 39 w 180"/>
                <a:gd name="T47" fmla="*/ 11 h 180"/>
                <a:gd name="T48" fmla="*/ 163 w 180"/>
                <a:gd name="T49" fmla="*/ 11 h 180"/>
                <a:gd name="T50" fmla="*/ 169 w 180"/>
                <a:gd name="T51" fmla="*/ 17 h 180"/>
                <a:gd name="T52" fmla="*/ 169 w 180"/>
                <a:gd name="T53" fmla="*/ 15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52" h="750">
                  <a:moveTo>
                    <a:pt x="681" y="0"/>
                  </a:moveTo>
                  <a:cubicBezTo>
                    <a:pt x="163" y="0"/>
                    <a:pt x="163" y="0"/>
                    <a:pt x="163" y="0"/>
                  </a:cubicBezTo>
                  <a:cubicBezTo>
                    <a:pt x="125" y="0"/>
                    <a:pt x="96" y="33"/>
                    <a:pt x="96" y="71"/>
                  </a:cubicBezTo>
                  <a:cubicBezTo>
                    <a:pt x="96" y="117"/>
                    <a:pt x="96" y="117"/>
                    <a:pt x="96" y="117"/>
                  </a:cubicBezTo>
                  <a:cubicBezTo>
                    <a:pt x="71" y="117"/>
                    <a:pt x="71" y="117"/>
                    <a:pt x="71" y="117"/>
                  </a:cubicBezTo>
                  <a:cubicBezTo>
                    <a:pt x="33" y="117"/>
                    <a:pt x="0" y="150"/>
                    <a:pt x="0" y="187"/>
                  </a:cubicBezTo>
                  <a:cubicBezTo>
                    <a:pt x="0" y="658"/>
                    <a:pt x="0" y="658"/>
                    <a:pt x="0" y="658"/>
                  </a:cubicBezTo>
                  <a:cubicBezTo>
                    <a:pt x="0" y="708"/>
                    <a:pt x="42" y="750"/>
                    <a:pt x="96" y="750"/>
                  </a:cubicBezTo>
                  <a:cubicBezTo>
                    <a:pt x="660" y="750"/>
                    <a:pt x="660" y="750"/>
                    <a:pt x="660" y="750"/>
                  </a:cubicBezTo>
                  <a:cubicBezTo>
                    <a:pt x="710" y="750"/>
                    <a:pt x="752" y="708"/>
                    <a:pt x="752" y="658"/>
                  </a:cubicBezTo>
                  <a:cubicBezTo>
                    <a:pt x="752" y="71"/>
                    <a:pt x="752" y="71"/>
                    <a:pt x="752" y="71"/>
                  </a:cubicBezTo>
                  <a:cubicBezTo>
                    <a:pt x="752" y="33"/>
                    <a:pt x="718" y="0"/>
                    <a:pt x="681" y="0"/>
                  </a:cubicBezTo>
                  <a:close/>
                  <a:moveTo>
                    <a:pt x="706" y="658"/>
                  </a:moveTo>
                  <a:cubicBezTo>
                    <a:pt x="706" y="683"/>
                    <a:pt x="685" y="704"/>
                    <a:pt x="660" y="704"/>
                  </a:cubicBezTo>
                  <a:cubicBezTo>
                    <a:pt x="96" y="704"/>
                    <a:pt x="96" y="704"/>
                    <a:pt x="96" y="704"/>
                  </a:cubicBezTo>
                  <a:cubicBezTo>
                    <a:pt x="67" y="704"/>
                    <a:pt x="46" y="683"/>
                    <a:pt x="46" y="658"/>
                  </a:cubicBezTo>
                  <a:cubicBezTo>
                    <a:pt x="46" y="187"/>
                    <a:pt x="46" y="187"/>
                    <a:pt x="46" y="187"/>
                  </a:cubicBezTo>
                  <a:cubicBezTo>
                    <a:pt x="46" y="175"/>
                    <a:pt x="58" y="162"/>
                    <a:pt x="71" y="162"/>
                  </a:cubicBezTo>
                  <a:cubicBezTo>
                    <a:pt x="96" y="162"/>
                    <a:pt x="96" y="162"/>
                    <a:pt x="96" y="162"/>
                  </a:cubicBezTo>
                  <a:cubicBezTo>
                    <a:pt x="96" y="633"/>
                    <a:pt x="96" y="633"/>
                    <a:pt x="96" y="633"/>
                  </a:cubicBezTo>
                  <a:cubicBezTo>
                    <a:pt x="96" y="646"/>
                    <a:pt x="104" y="658"/>
                    <a:pt x="117" y="658"/>
                  </a:cubicBezTo>
                  <a:cubicBezTo>
                    <a:pt x="129" y="658"/>
                    <a:pt x="142" y="646"/>
                    <a:pt x="142" y="633"/>
                  </a:cubicBezTo>
                  <a:cubicBezTo>
                    <a:pt x="142" y="71"/>
                    <a:pt x="142" y="71"/>
                    <a:pt x="142" y="71"/>
                  </a:cubicBezTo>
                  <a:cubicBezTo>
                    <a:pt x="142" y="58"/>
                    <a:pt x="150" y="46"/>
                    <a:pt x="163" y="46"/>
                  </a:cubicBezTo>
                  <a:cubicBezTo>
                    <a:pt x="681" y="46"/>
                    <a:pt x="681" y="46"/>
                    <a:pt x="681" y="46"/>
                  </a:cubicBezTo>
                  <a:cubicBezTo>
                    <a:pt x="693" y="46"/>
                    <a:pt x="706" y="58"/>
                    <a:pt x="706" y="71"/>
                  </a:cubicBezTo>
                  <a:lnTo>
                    <a:pt x="706" y="658"/>
                  </a:lnTo>
                  <a:close/>
                  <a:moveTo>
                    <a:pt x="459" y="306"/>
                  </a:moveTo>
                  <a:cubicBezTo>
                    <a:pt x="648" y="306"/>
                    <a:pt x="648" y="306"/>
                    <a:pt x="648" y="306"/>
                  </a:cubicBezTo>
                  <a:cubicBezTo>
                    <a:pt x="652" y="306"/>
                    <a:pt x="656" y="301"/>
                    <a:pt x="656" y="293"/>
                  </a:cubicBezTo>
                  <a:cubicBezTo>
                    <a:pt x="656" y="289"/>
                    <a:pt x="652" y="285"/>
                    <a:pt x="648" y="285"/>
                  </a:cubicBezTo>
                  <a:cubicBezTo>
                    <a:pt x="459" y="285"/>
                    <a:pt x="459" y="285"/>
                    <a:pt x="459" y="285"/>
                  </a:cubicBezTo>
                  <a:cubicBezTo>
                    <a:pt x="450" y="285"/>
                    <a:pt x="446" y="289"/>
                    <a:pt x="446" y="293"/>
                  </a:cubicBezTo>
                  <a:cubicBezTo>
                    <a:pt x="446" y="301"/>
                    <a:pt x="450" y="306"/>
                    <a:pt x="459" y="306"/>
                  </a:cubicBezTo>
                  <a:close/>
                  <a:moveTo>
                    <a:pt x="459" y="234"/>
                  </a:moveTo>
                  <a:cubicBezTo>
                    <a:pt x="648" y="234"/>
                    <a:pt x="648" y="234"/>
                    <a:pt x="648" y="234"/>
                  </a:cubicBezTo>
                  <a:cubicBezTo>
                    <a:pt x="652" y="234"/>
                    <a:pt x="656" y="230"/>
                    <a:pt x="656" y="222"/>
                  </a:cubicBezTo>
                  <a:cubicBezTo>
                    <a:pt x="656" y="218"/>
                    <a:pt x="652" y="214"/>
                    <a:pt x="648" y="214"/>
                  </a:cubicBezTo>
                  <a:cubicBezTo>
                    <a:pt x="459" y="214"/>
                    <a:pt x="459" y="214"/>
                    <a:pt x="459" y="214"/>
                  </a:cubicBezTo>
                  <a:cubicBezTo>
                    <a:pt x="450" y="214"/>
                    <a:pt x="446" y="218"/>
                    <a:pt x="446" y="222"/>
                  </a:cubicBezTo>
                  <a:cubicBezTo>
                    <a:pt x="446" y="230"/>
                    <a:pt x="450" y="234"/>
                    <a:pt x="459" y="234"/>
                  </a:cubicBezTo>
                  <a:close/>
                  <a:moveTo>
                    <a:pt x="459" y="163"/>
                  </a:moveTo>
                  <a:cubicBezTo>
                    <a:pt x="648" y="163"/>
                    <a:pt x="648" y="163"/>
                    <a:pt x="648" y="163"/>
                  </a:cubicBezTo>
                  <a:cubicBezTo>
                    <a:pt x="652" y="163"/>
                    <a:pt x="656" y="159"/>
                    <a:pt x="656" y="155"/>
                  </a:cubicBezTo>
                  <a:cubicBezTo>
                    <a:pt x="656" y="147"/>
                    <a:pt x="652" y="142"/>
                    <a:pt x="648" y="142"/>
                  </a:cubicBezTo>
                  <a:cubicBezTo>
                    <a:pt x="459" y="142"/>
                    <a:pt x="459" y="142"/>
                    <a:pt x="459" y="142"/>
                  </a:cubicBezTo>
                  <a:cubicBezTo>
                    <a:pt x="450" y="142"/>
                    <a:pt x="446" y="147"/>
                    <a:pt x="446" y="155"/>
                  </a:cubicBezTo>
                  <a:cubicBezTo>
                    <a:pt x="446" y="159"/>
                    <a:pt x="450" y="163"/>
                    <a:pt x="459" y="163"/>
                  </a:cubicBezTo>
                  <a:close/>
                  <a:moveTo>
                    <a:pt x="388" y="634"/>
                  </a:moveTo>
                  <a:cubicBezTo>
                    <a:pt x="200" y="634"/>
                    <a:pt x="200" y="634"/>
                    <a:pt x="200" y="634"/>
                  </a:cubicBezTo>
                  <a:cubicBezTo>
                    <a:pt x="192" y="634"/>
                    <a:pt x="187" y="638"/>
                    <a:pt x="187" y="647"/>
                  </a:cubicBezTo>
                  <a:cubicBezTo>
                    <a:pt x="187" y="651"/>
                    <a:pt x="192" y="660"/>
                    <a:pt x="200" y="660"/>
                  </a:cubicBezTo>
                  <a:cubicBezTo>
                    <a:pt x="388" y="660"/>
                    <a:pt x="388" y="660"/>
                    <a:pt x="388" y="660"/>
                  </a:cubicBezTo>
                  <a:cubicBezTo>
                    <a:pt x="393" y="660"/>
                    <a:pt x="401" y="651"/>
                    <a:pt x="401" y="647"/>
                  </a:cubicBezTo>
                  <a:cubicBezTo>
                    <a:pt x="401" y="638"/>
                    <a:pt x="393" y="634"/>
                    <a:pt x="388" y="634"/>
                  </a:cubicBezTo>
                  <a:close/>
                  <a:moveTo>
                    <a:pt x="388" y="562"/>
                  </a:moveTo>
                  <a:cubicBezTo>
                    <a:pt x="200" y="562"/>
                    <a:pt x="200" y="562"/>
                    <a:pt x="200" y="562"/>
                  </a:cubicBezTo>
                  <a:cubicBezTo>
                    <a:pt x="192" y="562"/>
                    <a:pt x="187" y="567"/>
                    <a:pt x="187" y="575"/>
                  </a:cubicBezTo>
                  <a:cubicBezTo>
                    <a:pt x="187" y="580"/>
                    <a:pt x="192" y="588"/>
                    <a:pt x="200" y="588"/>
                  </a:cubicBezTo>
                  <a:cubicBezTo>
                    <a:pt x="388" y="588"/>
                    <a:pt x="388" y="588"/>
                    <a:pt x="388" y="588"/>
                  </a:cubicBezTo>
                  <a:cubicBezTo>
                    <a:pt x="393" y="588"/>
                    <a:pt x="401" y="580"/>
                    <a:pt x="401" y="575"/>
                  </a:cubicBezTo>
                  <a:cubicBezTo>
                    <a:pt x="401" y="567"/>
                    <a:pt x="393" y="562"/>
                    <a:pt x="388" y="562"/>
                  </a:cubicBezTo>
                  <a:close/>
                  <a:moveTo>
                    <a:pt x="388" y="493"/>
                  </a:moveTo>
                  <a:cubicBezTo>
                    <a:pt x="200" y="493"/>
                    <a:pt x="200" y="493"/>
                    <a:pt x="200" y="493"/>
                  </a:cubicBezTo>
                  <a:cubicBezTo>
                    <a:pt x="192" y="493"/>
                    <a:pt x="187" y="497"/>
                    <a:pt x="187" y="505"/>
                  </a:cubicBezTo>
                  <a:cubicBezTo>
                    <a:pt x="187" y="513"/>
                    <a:pt x="192" y="517"/>
                    <a:pt x="200" y="517"/>
                  </a:cubicBezTo>
                  <a:cubicBezTo>
                    <a:pt x="388" y="517"/>
                    <a:pt x="388" y="517"/>
                    <a:pt x="388" y="517"/>
                  </a:cubicBezTo>
                  <a:cubicBezTo>
                    <a:pt x="393" y="517"/>
                    <a:pt x="401" y="513"/>
                    <a:pt x="401" y="505"/>
                  </a:cubicBezTo>
                  <a:cubicBezTo>
                    <a:pt x="401" y="497"/>
                    <a:pt x="393" y="493"/>
                    <a:pt x="388" y="493"/>
                  </a:cubicBezTo>
                  <a:close/>
                  <a:moveTo>
                    <a:pt x="647" y="634"/>
                  </a:moveTo>
                  <a:cubicBezTo>
                    <a:pt x="459" y="634"/>
                    <a:pt x="459" y="634"/>
                    <a:pt x="459" y="634"/>
                  </a:cubicBezTo>
                  <a:cubicBezTo>
                    <a:pt x="450" y="634"/>
                    <a:pt x="446" y="638"/>
                    <a:pt x="446" y="647"/>
                  </a:cubicBezTo>
                  <a:cubicBezTo>
                    <a:pt x="446" y="651"/>
                    <a:pt x="450" y="660"/>
                    <a:pt x="459" y="660"/>
                  </a:cubicBezTo>
                  <a:cubicBezTo>
                    <a:pt x="647" y="660"/>
                    <a:pt x="647" y="660"/>
                    <a:pt x="647" y="660"/>
                  </a:cubicBezTo>
                  <a:cubicBezTo>
                    <a:pt x="651" y="660"/>
                    <a:pt x="660" y="651"/>
                    <a:pt x="660" y="647"/>
                  </a:cubicBezTo>
                  <a:cubicBezTo>
                    <a:pt x="660" y="638"/>
                    <a:pt x="651" y="634"/>
                    <a:pt x="647" y="634"/>
                  </a:cubicBezTo>
                  <a:close/>
                  <a:moveTo>
                    <a:pt x="647" y="562"/>
                  </a:moveTo>
                  <a:cubicBezTo>
                    <a:pt x="459" y="562"/>
                    <a:pt x="459" y="562"/>
                    <a:pt x="459" y="562"/>
                  </a:cubicBezTo>
                  <a:cubicBezTo>
                    <a:pt x="450" y="562"/>
                    <a:pt x="446" y="567"/>
                    <a:pt x="446" y="575"/>
                  </a:cubicBezTo>
                  <a:cubicBezTo>
                    <a:pt x="446" y="580"/>
                    <a:pt x="450" y="588"/>
                    <a:pt x="459" y="588"/>
                  </a:cubicBezTo>
                  <a:cubicBezTo>
                    <a:pt x="647" y="588"/>
                    <a:pt x="647" y="588"/>
                    <a:pt x="647" y="588"/>
                  </a:cubicBezTo>
                  <a:cubicBezTo>
                    <a:pt x="651" y="588"/>
                    <a:pt x="660" y="580"/>
                    <a:pt x="660" y="575"/>
                  </a:cubicBezTo>
                  <a:cubicBezTo>
                    <a:pt x="660" y="567"/>
                    <a:pt x="651" y="562"/>
                    <a:pt x="647" y="562"/>
                  </a:cubicBezTo>
                  <a:close/>
                  <a:moveTo>
                    <a:pt x="647" y="493"/>
                  </a:moveTo>
                  <a:cubicBezTo>
                    <a:pt x="459" y="493"/>
                    <a:pt x="459" y="493"/>
                    <a:pt x="459" y="493"/>
                  </a:cubicBezTo>
                  <a:cubicBezTo>
                    <a:pt x="450" y="493"/>
                    <a:pt x="446" y="497"/>
                    <a:pt x="446" y="505"/>
                  </a:cubicBezTo>
                  <a:cubicBezTo>
                    <a:pt x="446" y="513"/>
                    <a:pt x="450" y="517"/>
                    <a:pt x="459" y="517"/>
                  </a:cubicBezTo>
                  <a:cubicBezTo>
                    <a:pt x="647" y="517"/>
                    <a:pt x="647" y="517"/>
                    <a:pt x="647" y="517"/>
                  </a:cubicBezTo>
                  <a:cubicBezTo>
                    <a:pt x="651" y="517"/>
                    <a:pt x="660" y="513"/>
                    <a:pt x="660" y="505"/>
                  </a:cubicBezTo>
                  <a:cubicBezTo>
                    <a:pt x="660" y="497"/>
                    <a:pt x="651" y="493"/>
                    <a:pt x="647" y="493"/>
                  </a:cubicBezTo>
                  <a:close/>
                  <a:moveTo>
                    <a:pt x="647" y="351"/>
                  </a:moveTo>
                  <a:cubicBezTo>
                    <a:pt x="200" y="351"/>
                    <a:pt x="200" y="351"/>
                    <a:pt x="200" y="351"/>
                  </a:cubicBezTo>
                  <a:cubicBezTo>
                    <a:pt x="192" y="351"/>
                    <a:pt x="187" y="359"/>
                    <a:pt x="187" y="363"/>
                  </a:cubicBezTo>
                  <a:cubicBezTo>
                    <a:pt x="187" y="371"/>
                    <a:pt x="192" y="375"/>
                    <a:pt x="200" y="375"/>
                  </a:cubicBezTo>
                  <a:cubicBezTo>
                    <a:pt x="647" y="375"/>
                    <a:pt x="647" y="375"/>
                    <a:pt x="647" y="375"/>
                  </a:cubicBezTo>
                  <a:cubicBezTo>
                    <a:pt x="651" y="375"/>
                    <a:pt x="660" y="371"/>
                    <a:pt x="660" y="363"/>
                  </a:cubicBezTo>
                  <a:cubicBezTo>
                    <a:pt x="660" y="359"/>
                    <a:pt x="651" y="351"/>
                    <a:pt x="647" y="351"/>
                  </a:cubicBezTo>
                  <a:close/>
                  <a:moveTo>
                    <a:pt x="647" y="422"/>
                  </a:moveTo>
                  <a:cubicBezTo>
                    <a:pt x="200" y="422"/>
                    <a:pt x="200" y="422"/>
                    <a:pt x="200" y="422"/>
                  </a:cubicBezTo>
                  <a:cubicBezTo>
                    <a:pt x="192" y="422"/>
                    <a:pt x="187" y="430"/>
                    <a:pt x="187" y="434"/>
                  </a:cubicBezTo>
                  <a:cubicBezTo>
                    <a:pt x="187" y="442"/>
                    <a:pt x="192" y="446"/>
                    <a:pt x="200" y="446"/>
                  </a:cubicBezTo>
                  <a:cubicBezTo>
                    <a:pt x="647" y="446"/>
                    <a:pt x="647" y="446"/>
                    <a:pt x="647" y="446"/>
                  </a:cubicBezTo>
                  <a:cubicBezTo>
                    <a:pt x="651" y="446"/>
                    <a:pt x="660" y="442"/>
                    <a:pt x="660" y="434"/>
                  </a:cubicBezTo>
                  <a:cubicBezTo>
                    <a:pt x="660" y="430"/>
                    <a:pt x="651" y="422"/>
                    <a:pt x="647" y="422"/>
                  </a:cubicBezTo>
                  <a:close/>
                  <a:moveTo>
                    <a:pt x="213" y="306"/>
                  </a:moveTo>
                  <a:cubicBezTo>
                    <a:pt x="376" y="306"/>
                    <a:pt x="376" y="306"/>
                    <a:pt x="376" y="306"/>
                  </a:cubicBezTo>
                  <a:cubicBezTo>
                    <a:pt x="388" y="306"/>
                    <a:pt x="401" y="297"/>
                    <a:pt x="401" y="281"/>
                  </a:cubicBezTo>
                  <a:cubicBezTo>
                    <a:pt x="401" y="118"/>
                    <a:pt x="401" y="118"/>
                    <a:pt x="401" y="118"/>
                  </a:cubicBezTo>
                  <a:cubicBezTo>
                    <a:pt x="401" y="106"/>
                    <a:pt x="388" y="97"/>
                    <a:pt x="376" y="97"/>
                  </a:cubicBezTo>
                  <a:cubicBezTo>
                    <a:pt x="213" y="97"/>
                    <a:pt x="213" y="97"/>
                    <a:pt x="213" y="97"/>
                  </a:cubicBezTo>
                  <a:cubicBezTo>
                    <a:pt x="200" y="97"/>
                    <a:pt x="187" y="106"/>
                    <a:pt x="187" y="118"/>
                  </a:cubicBezTo>
                  <a:cubicBezTo>
                    <a:pt x="187" y="281"/>
                    <a:pt x="187" y="281"/>
                    <a:pt x="187" y="281"/>
                  </a:cubicBezTo>
                  <a:cubicBezTo>
                    <a:pt x="187" y="297"/>
                    <a:pt x="200" y="306"/>
                    <a:pt x="213" y="306"/>
                  </a:cubicBezTo>
                  <a:close/>
                  <a:moveTo>
                    <a:pt x="234" y="143"/>
                  </a:moveTo>
                  <a:cubicBezTo>
                    <a:pt x="351" y="143"/>
                    <a:pt x="351" y="143"/>
                    <a:pt x="351" y="143"/>
                  </a:cubicBezTo>
                  <a:cubicBezTo>
                    <a:pt x="351" y="260"/>
                    <a:pt x="351" y="260"/>
                    <a:pt x="351" y="260"/>
                  </a:cubicBezTo>
                  <a:cubicBezTo>
                    <a:pt x="234" y="260"/>
                    <a:pt x="234" y="260"/>
                    <a:pt x="234" y="260"/>
                  </a:cubicBezTo>
                  <a:lnTo>
                    <a:pt x="234" y="143"/>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29" name="图标3"/>
            <p:cNvSpPr>
              <a:spLocks noEditPoints="1"/>
            </p:cNvSpPr>
            <p:nvPr>
              <p:custDataLst>
                <p:tags r:id="rId16"/>
              </p:custDataLst>
            </p:nvPr>
          </p:nvSpPr>
          <p:spPr bwMode="auto">
            <a:xfrm>
              <a:off x="6915150" y="3163888"/>
              <a:ext cx="554038" cy="539750"/>
            </a:xfrm>
            <a:custGeom>
              <a:avLst/>
              <a:gdLst>
                <a:gd name="T0" fmla="*/ 188 w 263"/>
                <a:gd name="T1" fmla="*/ 0 h 256"/>
                <a:gd name="T2" fmla="*/ 111 w 263"/>
                <a:gd name="T3" fmla="*/ 54 h 256"/>
                <a:gd name="T4" fmla="*/ 111 w 263"/>
                <a:gd name="T5" fmla="*/ 55 h 256"/>
                <a:gd name="T6" fmla="*/ 28 w 263"/>
                <a:gd name="T7" fmla="*/ 138 h 256"/>
                <a:gd name="T8" fmla="*/ 1 w 263"/>
                <a:gd name="T9" fmla="*/ 220 h 256"/>
                <a:gd name="T10" fmla="*/ 28 w 263"/>
                <a:gd name="T11" fmla="*/ 256 h 256"/>
                <a:gd name="T12" fmla="*/ 105 w 263"/>
                <a:gd name="T13" fmla="*/ 237 h 256"/>
                <a:gd name="T14" fmla="*/ 241 w 263"/>
                <a:gd name="T15" fmla="*/ 105 h 256"/>
                <a:gd name="T16" fmla="*/ 128 w 263"/>
                <a:gd name="T17" fmla="*/ 190 h 256"/>
                <a:gd name="T18" fmla="*/ 198 w 263"/>
                <a:gd name="T19" fmla="*/ 94 h 256"/>
                <a:gd name="T20" fmla="*/ 190 w 263"/>
                <a:gd name="T21" fmla="*/ 134 h 256"/>
                <a:gd name="T22" fmla="*/ 128 w 263"/>
                <a:gd name="T23" fmla="*/ 196 h 256"/>
                <a:gd name="T24" fmla="*/ 118 w 263"/>
                <a:gd name="T25" fmla="*/ 162 h 256"/>
                <a:gd name="T26" fmla="*/ 91 w 263"/>
                <a:gd name="T27" fmla="*/ 136 h 256"/>
                <a:gd name="T28" fmla="*/ 184 w 263"/>
                <a:gd name="T29" fmla="*/ 72 h 256"/>
                <a:gd name="T30" fmla="*/ 118 w 263"/>
                <a:gd name="T31" fmla="*/ 162 h 256"/>
                <a:gd name="T32" fmla="*/ 61 w 263"/>
                <a:gd name="T33" fmla="*/ 128 h 256"/>
                <a:gd name="T34" fmla="*/ 159 w 263"/>
                <a:gd name="T35" fmla="*/ 57 h 256"/>
                <a:gd name="T36" fmla="*/ 33 w 263"/>
                <a:gd name="T37" fmla="*/ 239 h 256"/>
                <a:gd name="T38" fmla="*/ 16 w 263"/>
                <a:gd name="T39" fmla="*/ 228 h 256"/>
                <a:gd name="T40" fmla="*/ 25 w 263"/>
                <a:gd name="T41" fmla="*/ 193 h 256"/>
                <a:gd name="T42" fmla="*/ 63 w 263"/>
                <a:gd name="T43" fmla="*/ 231 h 256"/>
                <a:gd name="T44" fmla="*/ 71 w 263"/>
                <a:gd name="T45" fmla="*/ 229 h 256"/>
                <a:gd name="T46" fmla="*/ 27 w 263"/>
                <a:gd name="T47" fmla="*/ 185 h 256"/>
                <a:gd name="T48" fmla="*/ 39 w 263"/>
                <a:gd name="T49" fmla="*/ 150 h 256"/>
                <a:gd name="T50" fmla="*/ 103 w 263"/>
                <a:gd name="T51" fmla="*/ 220 h 256"/>
                <a:gd name="T52" fmla="*/ 71 w 263"/>
                <a:gd name="T53" fmla="*/ 229 h 256"/>
                <a:gd name="T54" fmla="*/ 216 w 263"/>
                <a:gd name="T55" fmla="*/ 108 h 256"/>
                <a:gd name="T56" fmla="*/ 196 w 263"/>
                <a:gd name="T57" fmla="*/ 60 h 256"/>
                <a:gd name="T58" fmla="*/ 162 w 263"/>
                <a:gd name="T59" fmla="*/ 26 h 256"/>
                <a:gd name="T60" fmla="*/ 224 w 263"/>
                <a:gd name="T61" fmla="*/ 32 h 256"/>
                <a:gd name="T62" fmla="*/ 230 w 263"/>
                <a:gd name="T63" fmla="*/ 9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3" h="256">
                  <a:moveTo>
                    <a:pt x="235" y="21"/>
                  </a:moveTo>
                  <a:cubicBezTo>
                    <a:pt x="222" y="8"/>
                    <a:pt x="205" y="0"/>
                    <a:pt x="188" y="0"/>
                  </a:cubicBezTo>
                  <a:cubicBezTo>
                    <a:pt x="173" y="0"/>
                    <a:pt x="160" y="5"/>
                    <a:pt x="150" y="15"/>
                  </a:cubicBezTo>
                  <a:cubicBezTo>
                    <a:pt x="111" y="54"/>
                    <a:pt x="111" y="54"/>
                    <a:pt x="111" y="54"/>
                  </a:cubicBezTo>
                  <a:cubicBezTo>
                    <a:pt x="111" y="54"/>
                    <a:pt x="111" y="54"/>
                    <a:pt x="111" y="55"/>
                  </a:cubicBezTo>
                  <a:cubicBezTo>
                    <a:pt x="111" y="55"/>
                    <a:pt x="111" y="55"/>
                    <a:pt x="111" y="55"/>
                  </a:cubicBezTo>
                  <a:cubicBezTo>
                    <a:pt x="111" y="55"/>
                    <a:pt x="111" y="55"/>
                    <a:pt x="111" y="55"/>
                  </a:cubicBezTo>
                  <a:cubicBezTo>
                    <a:pt x="28" y="138"/>
                    <a:pt x="28" y="138"/>
                    <a:pt x="28" y="138"/>
                  </a:cubicBezTo>
                  <a:cubicBezTo>
                    <a:pt x="24" y="142"/>
                    <a:pt x="22" y="147"/>
                    <a:pt x="20" y="152"/>
                  </a:cubicBezTo>
                  <a:cubicBezTo>
                    <a:pt x="1" y="220"/>
                    <a:pt x="1" y="220"/>
                    <a:pt x="1" y="220"/>
                  </a:cubicBezTo>
                  <a:cubicBezTo>
                    <a:pt x="1" y="220"/>
                    <a:pt x="0" y="225"/>
                    <a:pt x="0" y="228"/>
                  </a:cubicBezTo>
                  <a:cubicBezTo>
                    <a:pt x="0" y="243"/>
                    <a:pt x="13" y="256"/>
                    <a:pt x="28" y="256"/>
                  </a:cubicBezTo>
                  <a:cubicBezTo>
                    <a:pt x="31" y="256"/>
                    <a:pt x="37" y="255"/>
                    <a:pt x="37" y="255"/>
                  </a:cubicBezTo>
                  <a:cubicBezTo>
                    <a:pt x="105" y="237"/>
                    <a:pt x="105" y="237"/>
                    <a:pt x="105" y="237"/>
                  </a:cubicBezTo>
                  <a:cubicBezTo>
                    <a:pt x="110" y="235"/>
                    <a:pt x="115" y="232"/>
                    <a:pt x="119" y="229"/>
                  </a:cubicBezTo>
                  <a:cubicBezTo>
                    <a:pt x="241" y="105"/>
                    <a:pt x="241" y="105"/>
                    <a:pt x="241" y="105"/>
                  </a:cubicBezTo>
                  <a:cubicBezTo>
                    <a:pt x="263" y="83"/>
                    <a:pt x="261" y="46"/>
                    <a:pt x="235" y="21"/>
                  </a:cubicBezTo>
                  <a:close/>
                  <a:moveTo>
                    <a:pt x="128" y="190"/>
                  </a:moveTo>
                  <a:cubicBezTo>
                    <a:pt x="127" y="183"/>
                    <a:pt x="125" y="176"/>
                    <a:pt x="122" y="169"/>
                  </a:cubicBezTo>
                  <a:cubicBezTo>
                    <a:pt x="198" y="94"/>
                    <a:pt x="198" y="94"/>
                    <a:pt x="198" y="94"/>
                  </a:cubicBezTo>
                  <a:cubicBezTo>
                    <a:pt x="203" y="108"/>
                    <a:pt x="200" y="124"/>
                    <a:pt x="190" y="134"/>
                  </a:cubicBezTo>
                  <a:cubicBezTo>
                    <a:pt x="190" y="134"/>
                    <a:pt x="190" y="134"/>
                    <a:pt x="190" y="134"/>
                  </a:cubicBezTo>
                  <a:cubicBezTo>
                    <a:pt x="190" y="134"/>
                    <a:pt x="190" y="134"/>
                    <a:pt x="190" y="134"/>
                  </a:cubicBezTo>
                  <a:cubicBezTo>
                    <a:pt x="128" y="196"/>
                    <a:pt x="128" y="196"/>
                    <a:pt x="128" y="196"/>
                  </a:cubicBezTo>
                  <a:cubicBezTo>
                    <a:pt x="128" y="194"/>
                    <a:pt x="128" y="192"/>
                    <a:pt x="128" y="190"/>
                  </a:cubicBezTo>
                  <a:close/>
                  <a:moveTo>
                    <a:pt x="118" y="162"/>
                  </a:moveTo>
                  <a:cubicBezTo>
                    <a:pt x="115" y="157"/>
                    <a:pt x="112" y="152"/>
                    <a:pt x="108" y="148"/>
                  </a:cubicBezTo>
                  <a:cubicBezTo>
                    <a:pt x="103" y="143"/>
                    <a:pt x="97" y="140"/>
                    <a:pt x="91" y="136"/>
                  </a:cubicBezTo>
                  <a:cubicBezTo>
                    <a:pt x="168" y="60"/>
                    <a:pt x="168" y="60"/>
                    <a:pt x="168" y="60"/>
                  </a:cubicBezTo>
                  <a:cubicBezTo>
                    <a:pt x="174" y="63"/>
                    <a:pt x="179" y="66"/>
                    <a:pt x="184" y="72"/>
                  </a:cubicBezTo>
                  <a:cubicBezTo>
                    <a:pt x="189" y="76"/>
                    <a:pt x="192" y="81"/>
                    <a:pt x="195" y="86"/>
                  </a:cubicBezTo>
                  <a:lnTo>
                    <a:pt x="118" y="162"/>
                  </a:lnTo>
                  <a:close/>
                  <a:moveTo>
                    <a:pt x="84" y="133"/>
                  </a:moveTo>
                  <a:cubicBezTo>
                    <a:pt x="76" y="130"/>
                    <a:pt x="69" y="128"/>
                    <a:pt x="61" y="128"/>
                  </a:cubicBezTo>
                  <a:cubicBezTo>
                    <a:pt x="123" y="66"/>
                    <a:pt x="123" y="66"/>
                    <a:pt x="123" y="66"/>
                  </a:cubicBezTo>
                  <a:cubicBezTo>
                    <a:pt x="132" y="56"/>
                    <a:pt x="146" y="54"/>
                    <a:pt x="159" y="57"/>
                  </a:cubicBezTo>
                  <a:lnTo>
                    <a:pt x="84" y="133"/>
                  </a:lnTo>
                  <a:close/>
                  <a:moveTo>
                    <a:pt x="33" y="239"/>
                  </a:moveTo>
                  <a:cubicBezTo>
                    <a:pt x="32" y="239"/>
                    <a:pt x="30" y="240"/>
                    <a:pt x="28" y="240"/>
                  </a:cubicBezTo>
                  <a:cubicBezTo>
                    <a:pt x="21" y="240"/>
                    <a:pt x="16" y="235"/>
                    <a:pt x="16" y="228"/>
                  </a:cubicBezTo>
                  <a:cubicBezTo>
                    <a:pt x="16" y="227"/>
                    <a:pt x="17" y="224"/>
                    <a:pt x="17" y="224"/>
                  </a:cubicBezTo>
                  <a:cubicBezTo>
                    <a:pt x="25" y="193"/>
                    <a:pt x="25" y="193"/>
                    <a:pt x="25" y="193"/>
                  </a:cubicBezTo>
                  <a:cubicBezTo>
                    <a:pt x="34" y="193"/>
                    <a:pt x="44" y="196"/>
                    <a:pt x="52" y="204"/>
                  </a:cubicBezTo>
                  <a:cubicBezTo>
                    <a:pt x="60" y="212"/>
                    <a:pt x="64" y="222"/>
                    <a:pt x="63" y="231"/>
                  </a:cubicBezTo>
                  <a:lnTo>
                    <a:pt x="33" y="239"/>
                  </a:lnTo>
                  <a:close/>
                  <a:moveTo>
                    <a:pt x="71" y="229"/>
                  </a:moveTo>
                  <a:cubicBezTo>
                    <a:pt x="71" y="218"/>
                    <a:pt x="66" y="207"/>
                    <a:pt x="58" y="198"/>
                  </a:cubicBezTo>
                  <a:cubicBezTo>
                    <a:pt x="49" y="190"/>
                    <a:pt x="38" y="185"/>
                    <a:pt x="27" y="185"/>
                  </a:cubicBezTo>
                  <a:cubicBezTo>
                    <a:pt x="35" y="156"/>
                    <a:pt x="35" y="156"/>
                    <a:pt x="35" y="156"/>
                  </a:cubicBezTo>
                  <a:cubicBezTo>
                    <a:pt x="36" y="154"/>
                    <a:pt x="37" y="152"/>
                    <a:pt x="39" y="150"/>
                  </a:cubicBezTo>
                  <a:cubicBezTo>
                    <a:pt x="55" y="139"/>
                    <a:pt x="79" y="142"/>
                    <a:pt x="96" y="160"/>
                  </a:cubicBezTo>
                  <a:cubicBezTo>
                    <a:pt x="115" y="178"/>
                    <a:pt x="117" y="204"/>
                    <a:pt x="103" y="220"/>
                  </a:cubicBezTo>
                  <a:cubicBezTo>
                    <a:pt x="103" y="221"/>
                    <a:pt x="102" y="221"/>
                    <a:pt x="101" y="221"/>
                  </a:cubicBezTo>
                  <a:lnTo>
                    <a:pt x="71" y="229"/>
                  </a:lnTo>
                  <a:close/>
                  <a:moveTo>
                    <a:pt x="230" y="94"/>
                  </a:moveTo>
                  <a:cubicBezTo>
                    <a:pt x="216" y="108"/>
                    <a:pt x="216" y="108"/>
                    <a:pt x="216" y="108"/>
                  </a:cubicBezTo>
                  <a:cubicBezTo>
                    <a:pt x="216" y="106"/>
                    <a:pt x="216" y="104"/>
                    <a:pt x="216" y="102"/>
                  </a:cubicBezTo>
                  <a:cubicBezTo>
                    <a:pt x="215" y="87"/>
                    <a:pt x="207" y="72"/>
                    <a:pt x="196" y="60"/>
                  </a:cubicBezTo>
                  <a:cubicBezTo>
                    <a:pt x="183" y="47"/>
                    <a:pt x="165" y="40"/>
                    <a:pt x="148" y="40"/>
                  </a:cubicBezTo>
                  <a:cubicBezTo>
                    <a:pt x="162" y="26"/>
                    <a:pt x="162" y="26"/>
                    <a:pt x="162" y="26"/>
                  </a:cubicBezTo>
                  <a:cubicBezTo>
                    <a:pt x="168" y="20"/>
                    <a:pt x="177" y="16"/>
                    <a:pt x="188" y="16"/>
                  </a:cubicBezTo>
                  <a:cubicBezTo>
                    <a:pt x="200" y="16"/>
                    <a:pt x="214" y="22"/>
                    <a:pt x="224" y="32"/>
                  </a:cubicBezTo>
                  <a:cubicBezTo>
                    <a:pt x="233" y="41"/>
                    <a:pt x="239" y="53"/>
                    <a:pt x="240" y="65"/>
                  </a:cubicBezTo>
                  <a:cubicBezTo>
                    <a:pt x="241" y="76"/>
                    <a:pt x="237" y="87"/>
                    <a:pt x="230" y="94"/>
                  </a:cubicBezTo>
                  <a:close/>
                </a:path>
              </a:pathLst>
            </a:custGeom>
            <a:solidFill>
              <a:schemeClr val="accent4"/>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31" name="图标4"/>
            <p:cNvSpPr>
              <a:spLocks noEditPoints="1"/>
            </p:cNvSpPr>
            <p:nvPr>
              <p:custDataLst>
                <p:tags r:id="rId17"/>
              </p:custDataLst>
            </p:nvPr>
          </p:nvSpPr>
          <p:spPr bwMode="auto">
            <a:xfrm>
              <a:off x="9140182" y="3150637"/>
              <a:ext cx="497031" cy="566272"/>
            </a:xfrm>
            <a:custGeom>
              <a:avLst/>
              <a:gdLst>
                <a:gd name="T0" fmla="*/ 152 w 304"/>
                <a:gd name="T1" fmla="*/ 0 h 347"/>
                <a:gd name="T2" fmla="*/ 0 w 304"/>
                <a:gd name="T3" fmla="*/ 71 h 347"/>
                <a:gd name="T4" fmla="*/ 0 w 304"/>
                <a:gd name="T5" fmla="*/ 277 h 347"/>
                <a:gd name="T6" fmla="*/ 152 w 304"/>
                <a:gd name="T7" fmla="*/ 347 h 347"/>
                <a:gd name="T8" fmla="*/ 304 w 304"/>
                <a:gd name="T9" fmla="*/ 277 h 347"/>
                <a:gd name="T10" fmla="*/ 304 w 304"/>
                <a:gd name="T11" fmla="*/ 71 h 347"/>
                <a:gd name="T12" fmla="*/ 152 w 304"/>
                <a:gd name="T13" fmla="*/ 0 h 347"/>
                <a:gd name="T14" fmla="*/ 282 w 304"/>
                <a:gd name="T15" fmla="*/ 277 h 347"/>
                <a:gd name="T16" fmla="*/ 152 w 304"/>
                <a:gd name="T17" fmla="*/ 326 h 347"/>
                <a:gd name="T18" fmla="*/ 22 w 304"/>
                <a:gd name="T19" fmla="*/ 277 h 347"/>
                <a:gd name="T20" fmla="*/ 22 w 304"/>
                <a:gd name="T21" fmla="*/ 236 h 347"/>
                <a:gd name="T22" fmla="*/ 152 w 304"/>
                <a:gd name="T23" fmla="*/ 271 h 347"/>
                <a:gd name="T24" fmla="*/ 282 w 304"/>
                <a:gd name="T25" fmla="*/ 236 h 347"/>
                <a:gd name="T26" fmla="*/ 282 w 304"/>
                <a:gd name="T27" fmla="*/ 277 h 347"/>
                <a:gd name="T28" fmla="*/ 282 w 304"/>
                <a:gd name="T29" fmla="*/ 212 h 347"/>
                <a:gd name="T30" fmla="*/ 282 w 304"/>
                <a:gd name="T31" fmla="*/ 212 h 347"/>
                <a:gd name="T32" fmla="*/ 282 w 304"/>
                <a:gd name="T33" fmla="*/ 212 h 347"/>
                <a:gd name="T34" fmla="*/ 152 w 304"/>
                <a:gd name="T35" fmla="*/ 261 h 347"/>
                <a:gd name="T36" fmla="*/ 22 w 304"/>
                <a:gd name="T37" fmla="*/ 212 h 347"/>
                <a:gd name="T38" fmla="*/ 22 w 304"/>
                <a:gd name="T39" fmla="*/ 212 h 347"/>
                <a:gd name="T40" fmla="*/ 22 w 304"/>
                <a:gd name="T41" fmla="*/ 212 h 347"/>
                <a:gd name="T42" fmla="*/ 22 w 304"/>
                <a:gd name="T43" fmla="*/ 171 h 347"/>
                <a:gd name="T44" fmla="*/ 152 w 304"/>
                <a:gd name="T45" fmla="*/ 206 h 347"/>
                <a:gd name="T46" fmla="*/ 282 w 304"/>
                <a:gd name="T47" fmla="*/ 171 h 347"/>
                <a:gd name="T48" fmla="*/ 282 w 304"/>
                <a:gd name="T49" fmla="*/ 212 h 347"/>
                <a:gd name="T50" fmla="*/ 282 w 304"/>
                <a:gd name="T51" fmla="*/ 147 h 347"/>
                <a:gd name="T52" fmla="*/ 282 w 304"/>
                <a:gd name="T53" fmla="*/ 147 h 347"/>
                <a:gd name="T54" fmla="*/ 282 w 304"/>
                <a:gd name="T55" fmla="*/ 147 h 347"/>
                <a:gd name="T56" fmla="*/ 152 w 304"/>
                <a:gd name="T57" fmla="*/ 195 h 347"/>
                <a:gd name="T58" fmla="*/ 22 w 304"/>
                <a:gd name="T59" fmla="*/ 147 h 347"/>
                <a:gd name="T60" fmla="*/ 22 w 304"/>
                <a:gd name="T61" fmla="*/ 147 h 347"/>
                <a:gd name="T62" fmla="*/ 22 w 304"/>
                <a:gd name="T63" fmla="*/ 147 h 347"/>
                <a:gd name="T64" fmla="*/ 22 w 304"/>
                <a:gd name="T65" fmla="*/ 109 h 347"/>
                <a:gd name="T66" fmla="*/ 152 w 304"/>
                <a:gd name="T67" fmla="*/ 141 h 347"/>
                <a:gd name="T68" fmla="*/ 282 w 304"/>
                <a:gd name="T69" fmla="*/ 109 h 347"/>
                <a:gd name="T70" fmla="*/ 282 w 304"/>
                <a:gd name="T71" fmla="*/ 147 h 347"/>
                <a:gd name="T72" fmla="*/ 152 w 304"/>
                <a:gd name="T73" fmla="*/ 119 h 347"/>
                <a:gd name="T74" fmla="*/ 22 w 304"/>
                <a:gd name="T75" fmla="*/ 71 h 347"/>
                <a:gd name="T76" fmla="*/ 152 w 304"/>
                <a:gd name="T77" fmla="*/ 22 h 347"/>
                <a:gd name="T78" fmla="*/ 282 w 304"/>
                <a:gd name="T79" fmla="*/ 71 h 347"/>
                <a:gd name="T80" fmla="*/ 152 w 304"/>
                <a:gd name="T81" fmla="*/ 11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3" h="892">
                  <a:moveTo>
                    <a:pt x="57" y="607"/>
                  </a:moveTo>
                  <a:cubicBezTo>
                    <a:pt x="57" y="607"/>
                    <a:pt x="57" y="607"/>
                    <a:pt x="57" y="712"/>
                  </a:cubicBezTo>
                  <a:cubicBezTo>
                    <a:pt x="57" y="781"/>
                    <a:pt x="206" y="838"/>
                    <a:pt x="391" y="838"/>
                  </a:cubicBezTo>
                  <a:cubicBezTo>
                    <a:pt x="577" y="838"/>
                    <a:pt x="726" y="781"/>
                    <a:pt x="726" y="712"/>
                  </a:cubicBezTo>
                  <a:lnTo>
                    <a:pt x="726" y="607"/>
                  </a:lnTo>
                  <a:cubicBezTo>
                    <a:pt x="712" y="621"/>
                    <a:pt x="693" y="634"/>
                    <a:pt x="669" y="645"/>
                  </a:cubicBezTo>
                  <a:lnTo>
                    <a:pt x="658" y="650"/>
                  </a:lnTo>
                  <a:lnTo>
                    <a:pt x="659" y="651"/>
                  </a:lnTo>
                  <a:cubicBezTo>
                    <a:pt x="667" y="656"/>
                    <a:pt x="672" y="665"/>
                    <a:pt x="672" y="675"/>
                  </a:cubicBezTo>
                  <a:cubicBezTo>
                    <a:pt x="672" y="691"/>
                    <a:pt x="659" y="703"/>
                    <a:pt x="643" y="703"/>
                  </a:cubicBezTo>
                  <a:cubicBezTo>
                    <a:pt x="628" y="703"/>
                    <a:pt x="615" y="691"/>
                    <a:pt x="615" y="675"/>
                  </a:cubicBezTo>
                  <a:cubicBezTo>
                    <a:pt x="615" y="673"/>
                    <a:pt x="616" y="671"/>
                    <a:pt x="616" y="669"/>
                  </a:cubicBezTo>
                  <a:lnTo>
                    <a:pt x="617" y="666"/>
                  </a:lnTo>
                  <a:lnTo>
                    <a:pt x="611" y="668"/>
                  </a:lnTo>
                  <a:cubicBezTo>
                    <a:pt x="548" y="687"/>
                    <a:pt x="470" y="696"/>
                    <a:pt x="391" y="696"/>
                  </a:cubicBezTo>
                  <a:cubicBezTo>
                    <a:pt x="252" y="696"/>
                    <a:pt x="113" y="666"/>
                    <a:pt x="57" y="607"/>
                  </a:cubicBezTo>
                  <a:close/>
                  <a:moveTo>
                    <a:pt x="57" y="439"/>
                  </a:moveTo>
                  <a:cubicBezTo>
                    <a:pt x="57" y="439"/>
                    <a:pt x="57" y="439"/>
                    <a:pt x="57" y="545"/>
                  </a:cubicBezTo>
                  <a:cubicBezTo>
                    <a:pt x="57" y="614"/>
                    <a:pt x="206" y="671"/>
                    <a:pt x="391" y="671"/>
                  </a:cubicBezTo>
                  <a:cubicBezTo>
                    <a:pt x="577" y="671"/>
                    <a:pt x="726" y="614"/>
                    <a:pt x="726" y="545"/>
                  </a:cubicBezTo>
                  <a:lnTo>
                    <a:pt x="726" y="439"/>
                  </a:lnTo>
                  <a:cubicBezTo>
                    <a:pt x="712" y="454"/>
                    <a:pt x="693" y="467"/>
                    <a:pt x="669" y="478"/>
                  </a:cubicBezTo>
                  <a:lnTo>
                    <a:pt x="659" y="483"/>
                  </a:lnTo>
                  <a:lnTo>
                    <a:pt x="659" y="484"/>
                  </a:lnTo>
                  <a:cubicBezTo>
                    <a:pt x="667" y="489"/>
                    <a:pt x="672" y="498"/>
                    <a:pt x="672" y="507"/>
                  </a:cubicBezTo>
                  <a:cubicBezTo>
                    <a:pt x="672" y="523"/>
                    <a:pt x="659" y="536"/>
                    <a:pt x="643" y="536"/>
                  </a:cubicBezTo>
                  <a:cubicBezTo>
                    <a:pt x="628" y="536"/>
                    <a:pt x="615" y="523"/>
                    <a:pt x="615" y="507"/>
                  </a:cubicBezTo>
                  <a:cubicBezTo>
                    <a:pt x="615" y="505"/>
                    <a:pt x="616" y="503"/>
                    <a:pt x="616" y="502"/>
                  </a:cubicBezTo>
                  <a:lnTo>
                    <a:pt x="617" y="499"/>
                  </a:lnTo>
                  <a:lnTo>
                    <a:pt x="611" y="501"/>
                  </a:lnTo>
                  <a:cubicBezTo>
                    <a:pt x="548" y="520"/>
                    <a:pt x="470" y="529"/>
                    <a:pt x="391" y="529"/>
                  </a:cubicBezTo>
                  <a:cubicBezTo>
                    <a:pt x="252" y="529"/>
                    <a:pt x="113" y="499"/>
                    <a:pt x="57" y="439"/>
                  </a:cubicBezTo>
                  <a:close/>
                  <a:moveTo>
                    <a:pt x="57" y="280"/>
                  </a:moveTo>
                  <a:cubicBezTo>
                    <a:pt x="57" y="280"/>
                    <a:pt x="57" y="280"/>
                    <a:pt x="57" y="378"/>
                  </a:cubicBezTo>
                  <a:cubicBezTo>
                    <a:pt x="57" y="447"/>
                    <a:pt x="206" y="501"/>
                    <a:pt x="391" y="501"/>
                  </a:cubicBezTo>
                  <a:cubicBezTo>
                    <a:pt x="577" y="501"/>
                    <a:pt x="726" y="447"/>
                    <a:pt x="726" y="378"/>
                  </a:cubicBezTo>
                  <a:lnTo>
                    <a:pt x="726" y="280"/>
                  </a:lnTo>
                  <a:cubicBezTo>
                    <a:pt x="708" y="294"/>
                    <a:pt x="686" y="306"/>
                    <a:pt x="661" y="317"/>
                  </a:cubicBezTo>
                  <a:lnTo>
                    <a:pt x="659" y="318"/>
                  </a:lnTo>
                  <a:lnTo>
                    <a:pt x="663" y="321"/>
                  </a:lnTo>
                  <a:cubicBezTo>
                    <a:pt x="668" y="326"/>
                    <a:pt x="672" y="333"/>
                    <a:pt x="672" y="341"/>
                  </a:cubicBezTo>
                  <a:cubicBezTo>
                    <a:pt x="672" y="356"/>
                    <a:pt x="659" y="369"/>
                    <a:pt x="643" y="369"/>
                  </a:cubicBezTo>
                  <a:cubicBezTo>
                    <a:pt x="628" y="369"/>
                    <a:pt x="615" y="356"/>
                    <a:pt x="615" y="341"/>
                  </a:cubicBezTo>
                  <a:cubicBezTo>
                    <a:pt x="615" y="339"/>
                    <a:pt x="616" y="337"/>
                    <a:pt x="616" y="335"/>
                  </a:cubicBezTo>
                  <a:lnTo>
                    <a:pt x="617" y="333"/>
                  </a:lnTo>
                  <a:lnTo>
                    <a:pt x="602" y="337"/>
                  </a:lnTo>
                  <a:cubicBezTo>
                    <a:pt x="538" y="354"/>
                    <a:pt x="464" y="362"/>
                    <a:pt x="391" y="362"/>
                  </a:cubicBezTo>
                  <a:cubicBezTo>
                    <a:pt x="263" y="362"/>
                    <a:pt x="129" y="337"/>
                    <a:pt x="57" y="280"/>
                  </a:cubicBezTo>
                  <a:close/>
                  <a:moveTo>
                    <a:pt x="391" y="57"/>
                  </a:moveTo>
                  <a:cubicBezTo>
                    <a:pt x="206" y="57"/>
                    <a:pt x="57" y="113"/>
                    <a:pt x="57" y="182"/>
                  </a:cubicBezTo>
                  <a:cubicBezTo>
                    <a:pt x="57" y="252"/>
                    <a:pt x="206" y="306"/>
                    <a:pt x="391" y="306"/>
                  </a:cubicBezTo>
                  <a:cubicBezTo>
                    <a:pt x="577" y="306"/>
                    <a:pt x="726" y="252"/>
                    <a:pt x="726" y="182"/>
                  </a:cubicBezTo>
                  <a:cubicBezTo>
                    <a:pt x="726" y="113"/>
                    <a:pt x="577" y="57"/>
                    <a:pt x="391" y="57"/>
                  </a:cubicBezTo>
                  <a:close/>
                  <a:moveTo>
                    <a:pt x="391" y="0"/>
                  </a:moveTo>
                  <a:cubicBezTo>
                    <a:pt x="579" y="0"/>
                    <a:pt x="783" y="57"/>
                    <a:pt x="783" y="182"/>
                  </a:cubicBezTo>
                  <a:cubicBezTo>
                    <a:pt x="783" y="182"/>
                    <a:pt x="783" y="182"/>
                    <a:pt x="783" y="712"/>
                  </a:cubicBezTo>
                  <a:cubicBezTo>
                    <a:pt x="783" y="835"/>
                    <a:pt x="579" y="892"/>
                    <a:pt x="391" y="892"/>
                  </a:cubicBezTo>
                  <a:cubicBezTo>
                    <a:pt x="203" y="892"/>
                    <a:pt x="0" y="835"/>
                    <a:pt x="0" y="712"/>
                  </a:cubicBezTo>
                  <a:cubicBezTo>
                    <a:pt x="0" y="712"/>
                    <a:pt x="0" y="712"/>
                    <a:pt x="0" y="182"/>
                  </a:cubicBezTo>
                  <a:cubicBezTo>
                    <a:pt x="0" y="57"/>
                    <a:pt x="203" y="0"/>
                    <a:pt x="391" y="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id-ID" sz="1800" b="0" i="0" u="none" strike="noStrike" kern="1200" cap="none" spc="0" normalizeH="0" baseline="0" noProof="0">
                <a:ln>
                  <a:noFill/>
                </a:ln>
                <a:solidFill>
                  <a:srgbClr val="445469"/>
                </a:solidFill>
                <a:effectLst/>
                <a:uLnTx/>
                <a:uFillTx/>
                <a:latin typeface="微软雅黑" panose="020B0503020204020204" charset="-122"/>
                <a:ea typeface="微软雅黑" panose="020B0503020204020204" charset="-122"/>
                <a:cs typeface="+mn-ea"/>
                <a:sym typeface="+mn-lt"/>
              </a:endParaRPr>
            </a:p>
          </p:txBody>
        </p:sp>
        <p:sp>
          <p:nvSpPr>
            <p:cNvPr id="47" name="文本框 95"/>
            <p:cNvSpPr txBox="1"/>
            <p:nvPr>
              <p:custDataLst>
                <p:tags r:id="rId18"/>
              </p:custDataLst>
            </p:nvPr>
          </p:nvSpPr>
          <p:spPr>
            <a:xfrm>
              <a:off x="1881951" y="4933188"/>
              <a:ext cx="1843149" cy="1174686"/>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rPr>
                <a:t>的使用和运行；负责数据库的性能改进、数据库的重组和重构，以提高系统的性能。</a:t>
              </a:r>
              <a:endParaRPr lang="zh-CN" altLang="en-US" sz="1200" spc="150" dirty="0">
                <a:solidFill>
                  <a:schemeClr val="dk1">
                    <a:lumMod val="65000"/>
                    <a:lumOff val="35000"/>
                  </a:schemeClr>
                </a:solidFill>
                <a:latin typeface="微软雅黑" panose="020B0503020204020204" charset="-122"/>
                <a:ea typeface="微软雅黑" panose="020B0503020204020204" charset="-122"/>
                <a:sym typeface="+mn-ea"/>
              </a:endParaRPr>
            </a:p>
          </p:txBody>
        </p:sp>
        <p:sp>
          <p:nvSpPr>
            <p:cNvPr id="49" name="文本框 95"/>
            <p:cNvSpPr txBox="1"/>
            <p:nvPr>
              <p:custDataLst>
                <p:tags r:id="rId19"/>
              </p:custDataLst>
            </p:nvPr>
          </p:nvSpPr>
          <p:spPr>
            <a:xfrm>
              <a:off x="4075876" y="4933188"/>
              <a:ext cx="1843149" cy="1174686"/>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zh-CN" altLang="en-US" sz="1200" spc="15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上述4类不同的人员涉及不同的数据抽象级别，具有不同的数据视图，如图1-11所示。</a:t>
              </a:r>
              <a:endParaRPr lang="zh-CN" altLang="en-US" sz="1200" spc="15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1" name="文本框 95"/>
            <p:cNvSpPr txBox="1"/>
            <p:nvPr>
              <p:custDataLst>
                <p:tags r:id="rId20"/>
              </p:custDataLst>
            </p:nvPr>
          </p:nvSpPr>
          <p:spPr>
            <a:xfrm>
              <a:off x="6270595" y="4928664"/>
              <a:ext cx="1843149" cy="1174686"/>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zh-CN" altLang="en-US" sz="1200" spc="15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数据抽象级别 软件系统层次</a:t>
              </a:r>
              <a:endParaRPr lang="zh-CN" altLang="en-US" sz="1200" spc="15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95"/>
            <p:cNvSpPr txBox="1"/>
            <p:nvPr>
              <p:custDataLst>
                <p:tags r:id="rId21"/>
              </p:custDataLst>
            </p:nvPr>
          </p:nvSpPr>
          <p:spPr>
            <a:xfrm>
              <a:off x="8466901" y="4928664"/>
              <a:ext cx="1843149" cy="1174686"/>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zh-CN" altLang="en-US" sz="1200" spc="15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图1-11 数据库中各类成员的数据视图</a:t>
              </a:r>
              <a:endParaRPr lang="zh-CN" altLang="en-US" sz="1200" spc="15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grpSp>
    </p:spTree>
    <p:custDataLst>
      <p:tags r:id="rId22"/>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习题</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Rounded Rectangle 1"/>
          <p:cNvSpPr/>
          <p:nvPr>
            <p:custDataLst>
              <p:tags r:id="rId5"/>
            </p:custDataLst>
          </p:nvPr>
        </p:nvSpPr>
        <p:spPr>
          <a:xfrm>
            <a:off x="1381515" y="1698529"/>
            <a:ext cx="521246" cy="5212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6" name="TextBox 21"/>
          <p:cNvSpPr txBox="1"/>
          <p:nvPr>
            <p:custDataLst>
              <p:tags r:id="rId6"/>
            </p:custDataLst>
          </p:nvPr>
        </p:nvSpPr>
        <p:spPr>
          <a:xfrm>
            <a:off x="2133732" y="1619250"/>
            <a:ext cx="3749223" cy="719756"/>
          </a:xfrm>
          <a:prstGeom prst="rect">
            <a:avLst/>
          </a:prstGeom>
          <a:noFill/>
        </p:spPr>
        <p:txBody>
          <a:bodyPr wrap="square" rtlCol="0" anchor="ctr">
            <a:normAutofit/>
          </a:bodyPr>
          <a:p>
            <a:pPr algn="l">
              <a:lnSpc>
                <a:spcPct val="130000"/>
              </a:lnSpc>
            </a:pPr>
            <a:r>
              <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（1）试述数据、数据库、数据库管理系统、数据库系统的概念。</a:t>
            </a:r>
            <a:endPar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7"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7"/>
            </p:custDataLst>
          </p:nvPr>
        </p:nvSpPr>
        <p:spPr>
          <a:xfrm>
            <a:off x="1381515" y="1744723"/>
            <a:ext cx="495651" cy="429481"/>
          </a:xfrm>
          <a:prstGeom prst="rect">
            <a:avLst/>
          </a:prstGeom>
          <a:noFill/>
        </p:spPr>
        <p:txBody>
          <a:bodyPr wrap="square" rtlCol="0" anchor="ctr">
            <a:normAutofit/>
          </a:bodyPr>
          <a:p>
            <a:pPr algn="ctr"/>
            <a:r>
              <a:rPr lang="en-US" sz="2000" spc="300" dirty="0">
                <a:solidFill>
                  <a:schemeClr val="lt1"/>
                </a:solidFill>
                <a:latin typeface="微软雅黑" panose="020B0503020204020204" charset="-122"/>
                <a:ea typeface="微软雅黑" panose="020B0503020204020204" charset="-122"/>
                <a:cs typeface="Montserrat Black"/>
              </a:rPr>
              <a:t>1</a:t>
            </a:r>
            <a:endParaRPr lang="en-US" sz="2000" spc="300" dirty="0">
              <a:solidFill>
                <a:schemeClr val="lt1"/>
              </a:solidFill>
              <a:latin typeface="微软雅黑" panose="020B0503020204020204" charset="-122"/>
              <a:ea typeface="微软雅黑" panose="020B0503020204020204" charset="-122"/>
              <a:cs typeface="Montserrat Black"/>
            </a:endParaRPr>
          </a:p>
        </p:txBody>
      </p:sp>
      <p:sp>
        <p:nvSpPr>
          <p:cNvPr id="2" name="Rounded Rectangle 1"/>
          <p:cNvSpPr/>
          <p:nvPr>
            <p:custDataLst>
              <p:tags r:id="rId8"/>
            </p:custDataLst>
          </p:nvPr>
        </p:nvSpPr>
        <p:spPr>
          <a:xfrm>
            <a:off x="6309046" y="1698529"/>
            <a:ext cx="521246" cy="521246"/>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4" name="TextBox 21"/>
          <p:cNvSpPr txBox="1"/>
          <p:nvPr>
            <p:custDataLst>
              <p:tags r:id="rId9"/>
            </p:custDataLst>
          </p:nvPr>
        </p:nvSpPr>
        <p:spPr>
          <a:xfrm>
            <a:off x="7061263" y="1619250"/>
            <a:ext cx="3749223" cy="719756"/>
          </a:xfrm>
          <a:prstGeom prst="rect">
            <a:avLst/>
          </a:prstGeom>
          <a:noFill/>
        </p:spPr>
        <p:txBody>
          <a:bodyPr wrap="square" rtlCol="0" anchor="ctr">
            <a:normAutofit/>
          </a:bodyPr>
          <a:p>
            <a:pPr>
              <a:lnSpc>
                <a:spcPct val="130000"/>
              </a:lnSpc>
            </a:pPr>
            <a:r>
              <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（2）试述文件系统与数据库系统的区别和联系。</a:t>
            </a:r>
            <a:endPar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8"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10"/>
            </p:custDataLst>
          </p:nvPr>
        </p:nvSpPr>
        <p:spPr>
          <a:xfrm>
            <a:off x="6309046" y="1744723"/>
            <a:ext cx="495651" cy="429481"/>
          </a:xfrm>
          <a:prstGeom prst="rect">
            <a:avLst/>
          </a:prstGeom>
          <a:noFill/>
        </p:spPr>
        <p:txBody>
          <a:bodyPr wrap="square" rtlCol="0" anchor="ctr">
            <a:normAutofit/>
          </a:bodyPr>
          <a:p>
            <a:pPr algn="ctr"/>
            <a:r>
              <a:rPr lang="en-US" sz="2000" spc="300" dirty="0">
                <a:solidFill>
                  <a:schemeClr val="lt1"/>
                </a:solidFill>
                <a:latin typeface="微软雅黑" panose="020B0503020204020204" charset="-122"/>
                <a:ea typeface="微软雅黑" panose="020B0503020204020204" charset="-122"/>
                <a:cs typeface="Montserrat Black"/>
              </a:rPr>
              <a:t>2</a:t>
            </a:r>
            <a:endParaRPr lang="en-US" sz="2000" spc="300" dirty="0">
              <a:solidFill>
                <a:schemeClr val="lt1"/>
              </a:solidFill>
              <a:latin typeface="微软雅黑" panose="020B0503020204020204" charset="-122"/>
              <a:ea typeface="微软雅黑" panose="020B0503020204020204" charset="-122"/>
              <a:cs typeface="Montserrat Black"/>
            </a:endParaRPr>
          </a:p>
        </p:txBody>
      </p:sp>
      <p:sp>
        <p:nvSpPr>
          <p:cNvPr id="10" name="Rounded Rectangle 1"/>
          <p:cNvSpPr/>
          <p:nvPr>
            <p:custDataLst>
              <p:tags r:id="rId11"/>
            </p:custDataLst>
          </p:nvPr>
        </p:nvSpPr>
        <p:spPr>
          <a:xfrm>
            <a:off x="1381515" y="2970119"/>
            <a:ext cx="521246" cy="52124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11" name="TextBox 21"/>
          <p:cNvSpPr txBox="1"/>
          <p:nvPr>
            <p:custDataLst>
              <p:tags r:id="rId12"/>
            </p:custDataLst>
          </p:nvPr>
        </p:nvSpPr>
        <p:spPr>
          <a:xfrm>
            <a:off x="2133732" y="2890839"/>
            <a:ext cx="3749223" cy="719756"/>
          </a:xfrm>
          <a:prstGeom prst="rect">
            <a:avLst/>
          </a:prstGeom>
          <a:noFill/>
        </p:spPr>
        <p:txBody>
          <a:bodyPr wrap="square" rtlCol="0" anchor="ctr">
            <a:normAutofit/>
          </a:bodyPr>
          <a:p>
            <a:pPr>
              <a:lnSpc>
                <a:spcPct val="130000"/>
              </a:lnSpc>
            </a:pPr>
            <a:r>
              <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（3）试述数据库管理系统的主要功能。</a:t>
            </a:r>
            <a:endPar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2"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13"/>
            </p:custDataLst>
          </p:nvPr>
        </p:nvSpPr>
        <p:spPr>
          <a:xfrm>
            <a:off x="1381515" y="3016313"/>
            <a:ext cx="495651" cy="429481"/>
          </a:xfrm>
          <a:prstGeom prst="rect">
            <a:avLst/>
          </a:prstGeom>
          <a:noFill/>
        </p:spPr>
        <p:txBody>
          <a:bodyPr wrap="square" rtlCol="0" anchor="ctr">
            <a:normAutofit/>
          </a:bodyPr>
          <a:p>
            <a:pPr algn="ctr"/>
            <a:r>
              <a:rPr lang="en-US" sz="2000" spc="300" dirty="0">
                <a:solidFill>
                  <a:schemeClr val="lt1"/>
                </a:solidFill>
                <a:latin typeface="微软雅黑" panose="020B0503020204020204" charset="-122"/>
                <a:ea typeface="微软雅黑" panose="020B0503020204020204" charset="-122"/>
                <a:cs typeface="Montserrat Black"/>
              </a:rPr>
              <a:t>3</a:t>
            </a:r>
            <a:endParaRPr lang="en-US" sz="2000" spc="300" dirty="0">
              <a:solidFill>
                <a:schemeClr val="lt1"/>
              </a:solidFill>
              <a:latin typeface="微软雅黑" panose="020B0503020204020204" charset="-122"/>
              <a:ea typeface="微软雅黑" panose="020B0503020204020204" charset="-122"/>
              <a:cs typeface="Montserrat Black"/>
            </a:endParaRPr>
          </a:p>
        </p:txBody>
      </p:sp>
      <p:sp>
        <p:nvSpPr>
          <p:cNvPr id="13" name="Rounded Rectangle 1"/>
          <p:cNvSpPr/>
          <p:nvPr>
            <p:custDataLst>
              <p:tags r:id="rId14"/>
            </p:custDataLst>
          </p:nvPr>
        </p:nvSpPr>
        <p:spPr>
          <a:xfrm>
            <a:off x="6309046" y="2970119"/>
            <a:ext cx="521246" cy="521246"/>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14" name="TextBox 21"/>
          <p:cNvSpPr txBox="1"/>
          <p:nvPr>
            <p:custDataLst>
              <p:tags r:id="rId15"/>
            </p:custDataLst>
          </p:nvPr>
        </p:nvSpPr>
        <p:spPr>
          <a:xfrm>
            <a:off x="7061263" y="2890839"/>
            <a:ext cx="3749223" cy="719756"/>
          </a:xfrm>
          <a:prstGeom prst="rect">
            <a:avLst/>
          </a:prstGeom>
          <a:noFill/>
        </p:spPr>
        <p:txBody>
          <a:bodyPr wrap="square" rtlCol="0" anchor="ctr">
            <a:normAutofit/>
          </a:bodyPr>
          <a:p>
            <a:pPr>
              <a:lnSpc>
                <a:spcPct val="130000"/>
              </a:lnSpc>
            </a:pPr>
            <a:r>
              <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（4）试述数据库系统的特点。</a:t>
            </a:r>
            <a:endPar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16"/>
            </p:custDataLst>
          </p:nvPr>
        </p:nvSpPr>
        <p:spPr>
          <a:xfrm>
            <a:off x="6309046" y="3016313"/>
            <a:ext cx="495651" cy="429481"/>
          </a:xfrm>
          <a:prstGeom prst="rect">
            <a:avLst/>
          </a:prstGeom>
          <a:noFill/>
        </p:spPr>
        <p:txBody>
          <a:bodyPr wrap="square" rtlCol="0" anchor="ctr">
            <a:normAutofit/>
          </a:bodyPr>
          <a:p>
            <a:pPr algn="ctr"/>
            <a:r>
              <a:rPr lang="en-US" sz="2000" spc="300" dirty="0">
                <a:solidFill>
                  <a:schemeClr val="lt1"/>
                </a:solidFill>
                <a:latin typeface="微软雅黑" panose="020B0503020204020204" charset="-122"/>
                <a:ea typeface="微软雅黑" panose="020B0503020204020204" charset="-122"/>
                <a:cs typeface="Montserrat Black"/>
              </a:rPr>
              <a:t>4</a:t>
            </a:r>
            <a:endParaRPr lang="en-US" sz="2000" spc="300" dirty="0">
              <a:solidFill>
                <a:schemeClr val="lt1"/>
              </a:solidFill>
              <a:latin typeface="微软雅黑" panose="020B0503020204020204" charset="-122"/>
              <a:ea typeface="微软雅黑" panose="020B0503020204020204" charset="-122"/>
              <a:cs typeface="Montserrat Black"/>
            </a:endParaRPr>
          </a:p>
        </p:txBody>
      </p:sp>
      <p:sp>
        <p:nvSpPr>
          <p:cNvPr id="16" name="Rounded Rectangle 1"/>
          <p:cNvSpPr/>
          <p:nvPr>
            <p:custDataLst>
              <p:tags r:id="rId17"/>
            </p:custDataLst>
          </p:nvPr>
        </p:nvSpPr>
        <p:spPr>
          <a:xfrm>
            <a:off x="1381515" y="4241708"/>
            <a:ext cx="521246" cy="521246"/>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17" name="TextBox 21"/>
          <p:cNvSpPr txBox="1"/>
          <p:nvPr>
            <p:custDataLst>
              <p:tags r:id="rId18"/>
            </p:custDataLst>
          </p:nvPr>
        </p:nvSpPr>
        <p:spPr>
          <a:xfrm>
            <a:off x="2133732" y="4162429"/>
            <a:ext cx="3749223" cy="719756"/>
          </a:xfrm>
          <a:prstGeom prst="rect">
            <a:avLst/>
          </a:prstGeom>
          <a:noFill/>
        </p:spPr>
        <p:txBody>
          <a:bodyPr wrap="square" rtlCol="0" anchor="ctr">
            <a:normAutofit/>
          </a:bodyPr>
          <a:p>
            <a:pPr>
              <a:lnSpc>
                <a:spcPct val="130000"/>
              </a:lnSpc>
            </a:pPr>
            <a:r>
              <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（5）试述使用数据库系统的好处。</a:t>
            </a:r>
            <a:endPar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8"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19"/>
            </p:custDataLst>
          </p:nvPr>
        </p:nvSpPr>
        <p:spPr>
          <a:xfrm>
            <a:off x="1381515" y="4287902"/>
            <a:ext cx="495651" cy="429481"/>
          </a:xfrm>
          <a:prstGeom prst="rect">
            <a:avLst/>
          </a:prstGeom>
          <a:noFill/>
        </p:spPr>
        <p:txBody>
          <a:bodyPr wrap="square" rtlCol="0" anchor="ctr">
            <a:normAutofit/>
          </a:bodyPr>
          <a:p>
            <a:pPr algn="ctr"/>
            <a:r>
              <a:rPr lang="en-US" sz="2000" spc="300" dirty="0">
                <a:solidFill>
                  <a:schemeClr val="dk1">
                    <a:lumMod val="85000"/>
                    <a:lumOff val="15000"/>
                  </a:schemeClr>
                </a:solidFill>
                <a:latin typeface="微软雅黑" panose="020B0503020204020204" charset="-122"/>
                <a:ea typeface="微软雅黑" panose="020B0503020204020204" charset="-122"/>
                <a:cs typeface="Montserrat Black"/>
              </a:rPr>
              <a:t>5</a:t>
            </a:r>
            <a:endParaRPr lang="en-US" sz="2000" spc="300" dirty="0">
              <a:solidFill>
                <a:schemeClr val="dk1">
                  <a:lumMod val="85000"/>
                  <a:lumOff val="15000"/>
                </a:schemeClr>
              </a:solidFill>
              <a:latin typeface="微软雅黑" panose="020B0503020204020204" charset="-122"/>
              <a:ea typeface="微软雅黑" panose="020B0503020204020204" charset="-122"/>
              <a:cs typeface="Montserrat Black"/>
            </a:endParaRPr>
          </a:p>
        </p:txBody>
      </p:sp>
      <p:sp>
        <p:nvSpPr>
          <p:cNvPr id="19" name="Rounded Rectangle 1"/>
          <p:cNvSpPr/>
          <p:nvPr>
            <p:custDataLst>
              <p:tags r:id="rId20"/>
            </p:custDataLst>
          </p:nvPr>
        </p:nvSpPr>
        <p:spPr>
          <a:xfrm>
            <a:off x="6309046" y="4241708"/>
            <a:ext cx="521246" cy="521246"/>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20" name="TextBox 21"/>
          <p:cNvSpPr txBox="1"/>
          <p:nvPr>
            <p:custDataLst>
              <p:tags r:id="rId21"/>
            </p:custDataLst>
          </p:nvPr>
        </p:nvSpPr>
        <p:spPr>
          <a:xfrm>
            <a:off x="7061263" y="4162429"/>
            <a:ext cx="3749223" cy="719756"/>
          </a:xfrm>
          <a:prstGeom prst="rect">
            <a:avLst/>
          </a:prstGeom>
          <a:noFill/>
        </p:spPr>
        <p:txBody>
          <a:bodyPr wrap="square" rtlCol="0" anchor="ctr">
            <a:normAutofit/>
          </a:bodyPr>
          <a:p>
            <a:pPr>
              <a:lnSpc>
                <a:spcPct val="130000"/>
              </a:lnSpc>
            </a:pPr>
            <a:r>
              <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（6）试述数据模型的概念、数据模型的作用和数据模型的3个要素。</a:t>
            </a:r>
            <a:endPar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1"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22"/>
            </p:custDataLst>
          </p:nvPr>
        </p:nvSpPr>
        <p:spPr>
          <a:xfrm>
            <a:off x="6309046" y="4287902"/>
            <a:ext cx="495651" cy="429481"/>
          </a:xfrm>
          <a:prstGeom prst="rect">
            <a:avLst/>
          </a:prstGeom>
          <a:noFill/>
        </p:spPr>
        <p:txBody>
          <a:bodyPr wrap="square" rtlCol="0" anchor="ctr">
            <a:normAutofit/>
          </a:bodyPr>
          <a:p>
            <a:pPr algn="ctr"/>
            <a:r>
              <a:rPr lang="en-US" sz="2000" spc="300" dirty="0">
                <a:solidFill>
                  <a:schemeClr val="lt1"/>
                </a:solidFill>
                <a:latin typeface="微软雅黑" panose="020B0503020204020204" charset="-122"/>
                <a:ea typeface="微软雅黑" panose="020B0503020204020204" charset="-122"/>
                <a:cs typeface="Montserrat Black"/>
              </a:rPr>
              <a:t>6</a:t>
            </a:r>
            <a:endParaRPr lang="en-US" sz="2000" spc="300" dirty="0">
              <a:solidFill>
                <a:schemeClr val="lt1"/>
              </a:solidFill>
              <a:latin typeface="微软雅黑" panose="020B0503020204020204" charset="-122"/>
              <a:ea typeface="微软雅黑" panose="020B0503020204020204" charset="-122"/>
              <a:cs typeface="Montserrat Black"/>
            </a:endParaRPr>
          </a:p>
        </p:txBody>
      </p:sp>
      <p:sp>
        <p:nvSpPr>
          <p:cNvPr id="22" name="Rounded Rectangle 1"/>
          <p:cNvSpPr/>
          <p:nvPr>
            <p:custDataLst>
              <p:tags r:id="rId23"/>
            </p:custDataLst>
          </p:nvPr>
        </p:nvSpPr>
        <p:spPr>
          <a:xfrm>
            <a:off x="1381515" y="5513298"/>
            <a:ext cx="521246" cy="5212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23" name="TextBox 21"/>
          <p:cNvSpPr txBox="1"/>
          <p:nvPr>
            <p:custDataLst>
              <p:tags r:id="rId24"/>
            </p:custDataLst>
          </p:nvPr>
        </p:nvSpPr>
        <p:spPr>
          <a:xfrm>
            <a:off x="2133732" y="5434018"/>
            <a:ext cx="3749223" cy="719756"/>
          </a:xfrm>
          <a:prstGeom prst="rect">
            <a:avLst/>
          </a:prstGeom>
          <a:noFill/>
        </p:spPr>
        <p:txBody>
          <a:bodyPr wrap="square" rtlCol="0" anchor="ctr">
            <a:normAutofit/>
          </a:bodyPr>
          <a:p>
            <a:pPr>
              <a:lnSpc>
                <a:spcPct val="130000"/>
              </a:lnSpc>
            </a:pPr>
            <a:r>
              <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（7）试述概念模型的作用。</a:t>
            </a:r>
            <a:endParaRPr lang="zh-CN" altLang="en-US" sz="12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4"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25"/>
            </p:custDataLst>
          </p:nvPr>
        </p:nvSpPr>
        <p:spPr>
          <a:xfrm>
            <a:off x="1381515" y="5559492"/>
            <a:ext cx="495651" cy="429481"/>
          </a:xfrm>
          <a:prstGeom prst="rect">
            <a:avLst/>
          </a:prstGeom>
          <a:noFill/>
        </p:spPr>
        <p:txBody>
          <a:bodyPr wrap="square" rtlCol="0" anchor="ctr">
            <a:normAutofit/>
          </a:bodyPr>
          <a:p>
            <a:pPr algn="ctr"/>
            <a:r>
              <a:rPr lang="en-US" sz="2000" spc="300" dirty="0">
                <a:solidFill>
                  <a:schemeClr val="lt1"/>
                </a:solidFill>
                <a:latin typeface="微软雅黑" panose="020B0503020204020204" charset="-122"/>
                <a:ea typeface="微软雅黑" panose="020B0503020204020204" charset="-122"/>
                <a:cs typeface="Montserrat Black"/>
              </a:rPr>
              <a:t>7</a:t>
            </a:r>
            <a:endParaRPr lang="en-US" sz="2000" spc="300" dirty="0">
              <a:solidFill>
                <a:schemeClr val="lt1"/>
              </a:solidFill>
              <a:latin typeface="微软雅黑" panose="020B0503020204020204" charset="-122"/>
              <a:ea typeface="微软雅黑" panose="020B0503020204020204" charset="-122"/>
              <a:cs typeface="Montserrat Black"/>
            </a:endParaRPr>
          </a:p>
        </p:txBody>
      </p:sp>
      <p:sp>
        <p:nvSpPr>
          <p:cNvPr id="25" name="Rounded Rectangle 1"/>
          <p:cNvSpPr/>
          <p:nvPr>
            <p:custDataLst>
              <p:tags r:id="rId26"/>
            </p:custDataLst>
          </p:nvPr>
        </p:nvSpPr>
        <p:spPr>
          <a:xfrm>
            <a:off x="6309046" y="5513298"/>
            <a:ext cx="521246" cy="521246"/>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tr-TR" sz="1600">
              <a:solidFill>
                <a:prstClr val="white"/>
              </a:solidFill>
              <a:latin typeface="微软雅黑" panose="020B0503020204020204" charset="-122"/>
              <a:ea typeface="微软雅黑" panose="020B0503020204020204" charset="-122"/>
              <a:cs typeface="Open Sans" panose="020B0606030504020204" pitchFamily="34" charset="0"/>
            </a:endParaRPr>
          </a:p>
        </p:txBody>
      </p:sp>
      <p:sp>
        <p:nvSpPr>
          <p:cNvPr id="26" name="TextBox 21"/>
          <p:cNvSpPr txBox="1"/>
          <p:nvPr>
            <p:custDataLst>
              <p:tags r:id="rId27"/>
            </p:custDataLst>
          </p:nvPr>
        </p:nvSpPr>
        <p:spPr>
          <a:xfrm>
            <a:off x="7061263" y="5434018"/>
            <a:ext cx="3749223" cy="719756"/>
          </a:xfrm>
          <a:prstGeom prst="rect">
            <a:avLst/>
          </a:prstGeom>
          <a:noFill/>
        </p:spPr>
        <p:txBody>
          <a:bodyPr wrap="square" rtlCol="0" anchor="ctr">
            <a:normAutofit fontScale="90000" lnSpcReduction="20000"/>
          </a:bodyPr>
          <a:p>
            <a:pPr>
              <a:lnSpc>
                <a:spcPct val="130000"/>
              </a:lnSpc>
            </a:pPr>
            <a:r>
              <a:rPr lang="zh-CN" altLang="en-US" sz="13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（8）定义并解释概念模型中的术语：实体、实体型、实体集、属性和码实体-联系图（E-R图）。</a:t>
            </a:r>
            <a:endParaRPr lang="zh-CN" altLang="en-US" sz="1300" spc="150"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7"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28"/>
            </p:custDataLst>
          </p:nvPr>
        </p:nvSpPr>
        <p:spPr>
          <a:xfrm>
            <a:off x="6309046" y="5559492"/>
            <a:ext cx="495651" cy="429481"/>
          </a:xfrm>
          <a:prstGeom prst="rect">
            <a:avLst/>
          </a:prstGeom>
          <a:noFill/>
        </p:spPr>
        <p:txBody>
          <a:bodyPr wrap="square" rtlCol="0" anchor="ctr">
            <a:normAutofit/>
          </a:bodyPr>
          <a:p>
            <a:pPr algn="ctr"/>
            <a:r>
              <a:rPr lang="en-US" sz="2000" spc="300" dirty="0">
                <a:solidFill>
                  <a:schemeClr val="lt1"/>
                </a:solidFill>
                <a:latin typeface="微软雅黑" panose="020B0503020204020204" charset="-122"/>
                <a:ea typeface="微软雅黑" panose="020B0503020204020204" charset="-122"/>
                <a:cs typeface="Montserrat Black"/>
              </a:rPr>
              <a:t>8</a:t>
            </a:r>
            <a:endParaRPr lang="en-US" sz="2000" spc="300" dirty="0">
              <a:solidFill>
                <a:schemeClr val="lt1"/>
              </a:solidFill>
              <a:latin typeface="微软雅黑" panose="020B0503020204020204" charset="-122"/>
              <a:ea typeface="微软雅黑" panose="020B0503020204020204" charset="-122"/>
              <a:cs typeface="Montserrat Black"/>
            </a:endParaRPr>
          </a:p>
        </p:txBody>
      </p:sp>
    </p:spTree>
    <p:custDataLst>
      <p:tags r:id="rId29"/>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3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3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3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4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20},&quot;minSize&quot;:{&quot;size1&quot;:11.2},&quot;normalSize&quot;:{&quot;size1&quot;:11.2},&quot;subLayout&quot;:[{&quot;id&quot;:&quot;2023-06-23T09:17:51&quot;,&quot;margin&quot;:{&quot;bottom&quot;:0.025999998673796654,&quot;left&quot;:1.2699999809265137,&quot;right&quot;:1.2699999809265137,&quot;top&quot;:0.4230000376701355},&quot;type&quot;:0},{&quot;id&quot;:&quot;2023-06-23T09:17: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5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2.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4"/>
</p:tagLst>
</file>

<file path=ppt/tags/tag163.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164.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6"/>
</p:tagLst>
</file>

<file path=ppt/tags/tag1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 name="WM_BEAUTIFY_ZORDER_FLAG_TAG" val="7"/>
  <p:tag name="KSO_WM_UNIT_PLACING_PICTURE_USER_VIEWPORT" val="{&quot;height&quot;:1727.459842519685,&quot;width&quot;:3694.877165354331}"/>
</p:tagLst>
</file>

<file path=ppt/tags/tag166.xml><?xml version="1.0" encoding="utf-8"?>
<p:tagLst xmlns:p="http://schemas.openxmlformats.org/presentationml/2006/main">
  <p:tag name="KSO_WM_UNIT_VALUE" val="1142*1565"/>
  <p:tag name="KSO_WM_UNIT_HIGHLIGHT" val="0"/>
  <p:tag name="KSO_WM_UNIT_COMPATIBLE" val="1"/>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WM_BEAUTIFY_ZORDER_FLAG_TAG" val="8"/>
</p:tagLst>
</file>

<file path=ppt/tags/tag1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3.xml><?xml version="1.0" encoding="utf-8"?>
<p:tagLst xmlns:p="http://schemas.openxmlformats.org/presentationml/2006/main">
  <p:tag name="KSO_WM_UNIT_VALUE" val="381*761"/>
  <p:tag name="KSO_WM_UNIT_HIGHLIGHT" val="0"/>
  <p:tag name="KSO_WM_UNIT_COMPATIBLE" val="0"/>
  <p:tag name="KSO_WM_UNIT_DIAGRAM_ISNUMVISUAL" val="0"/>
  <p:tag name="KSO_WM_UNIT_DIAGRAM_ISREFERUNIT" val="0"/>
  <p:tag name="KSO_WM_UNIT_TYPE" val="d"/>
  <p:tag name="KSO_WM_UNIT_INDEX" val="1"/>
  <p:tag name="KSO_WM_UNIT_ID" val="diagram20212076_1*d*1"/>
  <p:tag name="KSO_WM_TEMPLATE_CATEGORY" val="diagram"/>
  <p:tag name="KSO_WM_TEMPLATE_INDEX" val="20212076"/>
  <p:tag name="KSO_WM_UNIT_LAYERLEVEL" val="1"/>
  <p:tag name="KSO_WM_TAG_VERSION" val="1.0"/>
  <p:tag name="KSO_WM_BEAUTIFY_FLAG" val="#wm#"/>
  <p:tag name="KSO_WM_CHIP_GROUPID" val="5e7310da9a230a26b9e88a19"/>
  <p:tag name="KSO_WM_CHIP_XID" val="5e7310da9a230a26b9e88a1a"/>
  <p:tag name="KSO_WM_UNIT_DEC_AREA_ID" val="e0977ddcfab942c1a8f957812c87e95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35fd9b56673148af8bc0933fa5977402"/>
  <p:tag name="KSO_WM_UNIT_PLACING_PICTURE" val="35fd9b56673148af8bc0933fa5977402"/>
  <p:tag name="KSO_WM_UNIT_SUPPORT_UNIT_TYPE" val="[&quot;d&quot;,&quot;α&quot;,&quot;β&quot;]"/>
  <p:tag name="KSO_WM_TEMPLATE_ASSEMBLE_XID" val="639af9840c9383becde695b2"/>
  <p:tag name="KSO_WM_TEMPLATE_ASSEMBLE_GROUPID" val="639af9840c9383becde695b2"/>
  <p:tag name="WM_BEAUTIFY_ZORDER_FLAG_TAG" val="5"/>
  <p:tag name="KSO_WM_UNIT_PLACING_PICTURE_INFO" val="{&quot;code&quot;:&quot;&quot;,&quot;full_picture&quot;:false,&quot;scheme&quot;:&quot;&quot;,&quot;spacing&quot;:5}"/>
  <p:tag name="KSO_WM_UNIT_PLACING_PICTURE_COLLAGE_VIEWPORT" val="{&quot;height&quot;:3753.935433070867,&quot;width&quot;:5510.7421179120065}"/>
</p:tagLst>
</file>

<file path=ppt/tags/tag1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240"/>
  <p:tag name="KSO_WM_UNIT_SHOW_EDIT_AREA_INDICATION" val="1"/>
  <p:tag name="KSO_WM_CHIP_GROUPID" val="5e6b05596848fb12bee65ac8"/>
  <p:tag name="KSO_WM_CHIP_XID" val="5e6b05596848fb12bee65aca"/>
  <p:tag name="KSO_WM_UNIT_DEC_AREA_ID" val="a44939a9ecde49c2b7ceab239baddf97"/>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409b27c58b4941cea1b3fa7cc03b025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39af9840c9383becde695b2"/>
  <p:tag name="KSO_WM_TEMPLATE_ASSEMBLE_GROUPID" val="639af9840c9383becde695b2"/>
  <p:tag name="WM_BEAUTIFY_ZORDER_FLAG_TAG" val="6"/>
</p:tagLst>
</file>

<file path=ppt/tags/tag1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5"/>
</p:tagLst>
</file>

<file path=ppt/tags/tag182.xml><?xml version="1.0" encoding="utf-8"?>
<p:tagLst xmlns:p="http://schemas.openxmlformats.org/presentationml/2006/main">
  <p:tag name="KSO_WM_UNIT_VALUE" val="508*635"/>
  <p:tag name="KSO_WM_UNIT_HIGHLIGHT" val="0"/>
  <p:tag name="KSO_WM_UNIT_COMPATIBLE" val="1"/>
  <p:tag name="KSO_WM_UNIT_DIAGRAM_ISNUMVISUAL" val="0"/>
  <p:tag name="KSO_WM_UNIT_DIAGRAM_ISREFERUNIT" val="0"/>
  <p:tag name="KSO_WM_UNIT_TYPE" val="d"/>
  <p:tag name="KSO_WM_UNIT_INDEX" val="1"/>
  <p:tag name="KSO_WM_UNIT_ID" val="diagram20211083_1*d*1"/>
  <p:tag name="KSO_WM_TEMPLATE_CATEGORY" val="diagram"/>
  <p:tag name="KSO_WM_TEMPLATE_INDEX" val="20211083"/>
  <p:tag name="KSO_WM_UNIT_LAYERLEVEL" val="1"/>
  <p:tag name="KSO_WM_TAG_VERSION" val="1.0"/>
  <p:tag name="KSO_WM_BEAUTIFY_FLAG" val="#wm#"/>
  <p:tag name="KSO_WM_CHIP_GROUPID" val="5e7310da9a230a26b9e88a19"/>
  <p:tag name="KSO_WM_CHIP_XID" val="5e7310da9a230a26b9e88a1a"/>
  <p:tag name="KSO_WM_UNIT_DEC_AREA_ID" val="e7f42cde7938431285b9c7a82f7bb6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ecba67177d7944619af1f1e77c11ebbe"/>
  <p:tag name="KSO_WM_UNIT_PLACING_PICTURE" val="ecba67177d7944619af1f1e77c11ebbe"/>
  <p:tag name="KSO_WM_TEMPLATE_ASSEMBLE_XID" val="6130c4e08b5cc6c91112a57b"/>
  <p:tag name="KSO_WM_TEMPLATE_ASSEMBLE_GROUPID" val="6130c4e08b5cc6c91112a57b"/>
  <p:tag name="WM_BEAUTIFY_ZORDER_FLAG_TAG" val="6"/>
  <p:tag name="KSO_WM_UNIT_PLACING_PICTURE_INFO" val="{&quot;code&quot;:&quot;&quot;,&quot;full_picture&quot;:false,&quot;scheme&quot;:&quot;&quot;,&quot;spacing&quot;:5}"/>
  <p:tag name="KSO_WM_UNIT_PLACING_PICTURE_COLLAGE_VIEWPORT" val="{&quot;height&quot;:3998.5275916648066,&quot;width&quot;:5779.774803149605}"/>
</p:tagLst>
</file>

<file path=ppt/tags/tag1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90.xml><?xml version="1.0" encoding="utf-8"?>
<p:tagLst xmlns:p="http://schemas.openxmlformats.org/presentationml/2006/main">
  <p:tag name="KSO_WM_UNIT_PLACING_PICTURE_USER_VIEWPORT" val="{&quot;height&quot;:6450,&quot;width&quot;:11775}"/>
</p:tagLst>
</file>

<file path=ppt/tags/tag1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9021_1*f*1"/>
  <p:tag name="KSO_WM_TEMPLATE_CATEGORY" val="diagram"/>
  <p:tag name="KSO_WM_TEMPLATE_INDEX" val="2020902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706024cd470b45048b7fb97b945c443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bdea79ff82744036937e65e4a85fe67b"/>
  <p:tag name="KSO_WM_UNIT_TEXT_FILL_FORE_SCHEMECOLOR_INDEX_BRIGHTNESS" val="0.25"/>
  <p:tag name="KSO_WM_UNIT_TEXT_FILL_FORE_SCHEMECOLOR_INDEX" val="13"/>
  <p:tag name="KSO_WM_UNIT_TEXT_FILL_TYPE" val="1"/>
  <p:tag name="KSO_WM_TEMPLATE_ASSEMBLE_XID" val="6130c4e08b5cc6c91112a57f"/>
  <p:tag name="KSO_WM_TEMPLATE_ASSEMBLE_GROUPID" val="6130c4e08b5cc6c91112a57f"/>
  <p:tag name="WM_BEAUTIFY_ZORDER_FLAG_TAG" val="8"/>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9021_1*i*4"/>
  <p:tag name="KSO_WM_TEMPLATE_CATEGORY" val="diagram"/>
  <p:tag name="KSO_WM_TEMPLATE_INDEX" val="20209021"/>
  <p:tag name="KSO_WM_UNIT_LAYERLEVEL" val="1"/>
  <p:tag name="KSO_WM_TAG_VERSION" val="1.0"/>
  <p:tag name="KSO_WM_BEAUTIFY_FLAG" val="#wm#"/>
  <p:tag name="KSO_WM_UNIT_ADJUSTLAYOUT_ID" val="19"/>
  <p:tag name="KSO_WM_UNIT_COLOR_SCHEME_SHAPE_ID" val="19"/>
  <p:tag name="KSO_WM_UNIT_COLOR_SCHEME_PARENT_PAGE" val="0_1"/>
  <p:tag name="KSO_WM_UNIT_BLOCK" val="0"/>
  <p:tag name="KSO_WM_UNIT_SM_LIMIT_TYPE" val="2"/>
  <p:tag name="KSO_WM_UNIT_DEC_AREA_ID" val="371763e60b0c4b11ab7f20c8f9bf9cc0"/>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efda17781ee359a788b1e1e"/>
  <p:tag name="KSO_WM_CHIP_XID" val="5efda17781ee359a788b1e1f"/>
  <p:tag name="KSO_WM_TEMPLATE_ASSEMBLE_XID" val="6130c4e08b5cc6c91112a57f"/>
  <p:tag name="KSO_WM_TEMPLATE_ASSEMBLE_GROUPID" val="6130c4e08b5cc6c91112a57f"/>
  <p:tag name="WM_BEAUTIFY_ZORDER_FLAG_TAG" val="7"/>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9021_1*i*5"/>
  <p:tag name="KSO_WM_TEMPLATE_CATEGORY" val="diagram"/>
  <p:tag name="KSO_WM_TEMPLATE_INDEX" val="20209021"/>
  <p:tag name="KSO_WM_UNIT_LAYERLEVEL" val="1"/>
  <p:tag name="KSO_WM_TAG_VERSION" val="1.0"/>
  <p:tag name="KSO_WM_BEAUTIFY_FLAG" val="#wm#"/>
  <p:tag name="KSO_WM_UNIT_ADJUSTLAYOUT_ID" val="20"/>
  <p:tag name="KSO_WM_UNIT_COLOR_SCHEME_SHAPE_ID" val="20"/>
  <p:tag name="KSO_WM_UNIT_COLOR_SCHEME_PARENT_PAGE" val="0_1"/>
  <p:tag name="KSO_WM_UNIT_SM_LIMIT_TYPE" val="2"/>
  <p:tag name="KSO_WM_CHIP_GROUPID" val="5efda17781ee359a788b1e1e"/>
  <p:tag name="KSO_WM_CHIP_XID" val="5efda17781ee359a788b1e1f"/>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130c4e08b5cc6c91112a57f"/>
  <p:tag name="KSO_WM_TEMPLATE_ASSEMBLE_GROUPID" val="6130c4e08b5cc6c91112a57f"/>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9021_1*i*6"/>
  <p:tag name="KSO_WM_TEMPLATE_CATEGORY" val="diagram"/>
  <p:tag name="KSO_WM_TEMPLATE_INDEX" val="20209021"/>
  <p:tag name="KSO_WM_UNIT_LAYERLEVEL" val="1"/>
  <p:tag name="KSO_WM_TAG_VERSION" val="1.0"/>
  <p:tag name="KSO_WM_BEAUTIFY_FLAG" val="#wm#"/>
  <p:tag name="KSO_WM_UNIT_ADJUSTLAYOUT_ID" val="21"/>
  <p:tag name="KSO_WM_UNIT_COLOR_SCHEME_SHAPE_ID" val="21"/>
  <p:tag name="KSO_WM_UNIT_COLOR_SCHEME_PARENT_PAGE" val="0_1"/>
  <p:tag name="KSO_WM_UNIT_SM_LIMIT_TYPE" val="2"/>
  <p:tag name="KSO_WM_CHIP_GROUPID" val="5efda17781ee359a788b1e1e"/>
  <p:tag name="KSO_WM_CHIP_XID" val="5efda17781ee359a788b1e1f"/>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130c4e08b5cc6c91112a57f"/>
  <p:tag name="KSO_WM_TEMPLATE_ASSEMBLE_GROUPID" val="6130c4e08b5cc6c91112a57f"/>
</p:tagLst>
</file>

<file path=ppt/tags/tag19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1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2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2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2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2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6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8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8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1&quot;,&quot;maxSize&quot;:{&quot;size1&quot;:31.1},&quot;minSize&quot;:{&quot;size1&quot;:17.8},&quot;normalSize&quot;:{&quot;size1&quot;:17.8},&quot;subLayout&quot;:[{&quot;id&quot;:&quot;2023-06-23T09:17:51&quot;,&quot;maxSize&quot;:{&quot;size1&quot;:100},&quot;minSize&quot;:{&quot;size1&quot;:61.7},&quot;normalSize&quot;:{&quot;size1&quot;:61.7},&quot;subLayout&quot;:[{&quot;id&quot;:&quot;2023-06-23T09:17:51&quot;,&quot;margin&quot;:{&quot;bottom&quot;:0,&quot;left&quot;:1.2699999809265137,&quot;right&quot;:1.2699999809265137,&quot;top&quot;:0.4230000376701355},&quot;type&quot;:0},{&quot;id&quot;:&quot;2023-06-23T09:17:51&quot;,&quot;margin&quot;:{&quot;bottom&quot;:0.025999998673796654,&quot;left&quot;:1.2699999809265137,&quot;right&quot;:1.2699999809265137,&quot;top&quot;:0.025999998673796654},&quot;type&quot;:0}],&quot;type&quot;:0},{&quot;id&quot;:&quot;2023-06-23T09:17:51&quot;,&quot;margin&quot;:{&quot;bottom&quot;:0.847000002861023,&quot;left&quot;:1.2699999809265137,&quot;right&quot;:1.2699999809265137,&quot;top&quot;:1.2699999809265137},&quot;type&quot;:0}],&quot;type&quot;:0}"/>
  <p:tag name="KSO_WM_SLIDE_BACKGROUND_TYPE" val="general"/>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1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1.xml><?xml version="1.0" encoding="utf-8"?>
<p:tagLst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WM_BEAUTIFY_ZORDER_FLAG_TAG" val="5"/>
</p:tagLst>
</file>

<file path=ppt/tags/tag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6"/>
</p:tagLst>
</file>

<file path=ppt/tags/tag3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9.xml><?xml version="1.0" encoding="utf-8"?>
<p:tagLst xmlns:p="http://schemas.openxmlformats.org/presentationml/2006/main">
  <p:tag name="KSO_WM_UNIT_BLOCK" val="0"/>
  <p:tag name="KSO_WM_UNIT_DEC_AREA_ID" val="73156903ee894f5ca46a4cf72274fb10"/>
  <p:tag name="KSO_WM_UNIT_HIGHLIGHT" val="0"/>
  <p:tag name="KSO_WM_UNIT_COMPATIBLE" val="0"/>
  <p:tag name="KSO_WM_UNIT_DIAGRAM_ISNUMVISUAL" val="0"/>
  <p:tag name="KSO_WM_UNIT_DIAGRAM_ISREFERUNIT" val="0"/>
  <p:tag name="KSO_WM_UNIT_TYPE" val="i"/>
  <p:tag name="KSO_WM_UNIT_INDEX" val="1"/>
  <p:tag name="KSO_WM_UNIT_ID" val="diagram20211008_1*i*1"/>
  <p:tag name="KSO_WM_TEMPLATE_CATEGORY" val="diagram"/>
  <p:tag name="KSO_WM_TEMPLATE_INDEX" val="20211008"/>
  <p:tag name="KSO_WM_UNIT_LAYERLEVEL" val="1"/>
  <p:tag name="KSO_WM_TAG_VERSION" val="1.0"/>
  <p:tag name="KSO_WM_BEAUTIFY_FLAG" val="#wm#"/>
  <p:tag name="KSO_WM_UNIT_SM_LIMIT_TYPE" val="3"/>
  <p:tag name="KSO_WM_UNIT_DECORATE_INFO" val="{&quot;DecorateInfoH&quot;:{&quot;IsAbs&quot;:true},&quot;DecorateInfoW&quot;:{&quot;IsAbs&quot;:false},&quot;DecorateInfoX&quot;:{&quot;IsAbs&quot;:true,&quot;Pos&quot;:0},&quot;DecorateInfoY&quot;:{&quot;IsAbs&quot;:true,&quot;Pos&quot;:1},&quot;ReferentInfo&quot;:{&quot;Id&quot;:&quot;3fe90d637a704494ab24df4a7c7a8da5&quot;,&quot;X&quot;:{&quot;Pos&quot;:0},&quot;Y&quot;:{&quot;Pos&quot;:1}},&quot;whChangeMode&quot;:0}"/>
  <p:tag name="KSO_WM_CHIP_GROUPID" val="5efda0ca81ee359a788b1e11"/>
  <p:tag name="KSO_WM_CHIP_XID" val="5efda0ca81ee359a788b1e12"/>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20"/>
  <p:tag name="KSO_WM_TEMPLATE_ASSEMBLE_XID" val="60656ea04054ed1e2fb7fcbc"/>
  <p:tag name="KSO_WM_TEMPLATE_ASSEMBLE_GROUPID" val="60656ea04054ed1e2fb7fcbc"/>
  <p:tag name="WM_BEAUTIFY_ZORDER_FLAG_TAG" val="4"/>
</p:tagLst>
</file>

<file path=ppt/tags/tag33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6.xml><?xml version="1.0" encoding="utf-8"?>
<p:tagLst xmlns:p="http://schemas.openxmlformats.org/presentationml/2006/main">
  <p:tag name="KSO_WM_UNIT_VALUE" val="1269*3384"/>
  <p:tag name="KSO_WM_UNIT_HIGHLIGHT" val="0"/>
  <p:tag name="KSO_WM_UNIT_COMPATIBLE" val="1"/>
  <p:tag name="KSO_WM_UNIT_DIAGRAM_ISNUMVISUAL" val="0"/>
  <p:tag name="KSO_WM_UNIT_DIAGRAM_ISREFERUNIT" val="0"/>
  <p:tag name="KSO_WM_UNIT_TYPE" val="d"/>
  <p:tag name="KSO_WM_UNIT_INDEX" val="1"/>
  <p:tag name="KSO_WM_UNIT_ID" val="diagram20210860_1*d*1"/>
  <p:tag name="KSO_WM_TEMPLATE_CATEGORY" val="diagram"/>
  <p:tag name="KSO_WM_TEMPLATE_INDEX" val="20210860"/>
  <p:tag name="KSO_WM_UNIT_LAYERLEVEL" val="1"/>
  <p:tag name="KSO_WM_TAG_VERSION" val="1.0"/>
  <p:tag name="KSO_WM_BEAUTIFY_FLAG" val="#wm#"/>
  <p:tag name="KSO_WM_CHIP_GROUPID" val="5e7310da9a230a26b9e88a19"/>
  <p:tag name="KSO_WM_CHIP_XID" val="5e7310da9a230a26b9e88a1a"/>
  <p:tag name="KSO_WM_UNIT_DEC_AREA_ID" val="d3da675d28be45e3a78bba7abfbd4aa7"/>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95e095f1e284e3a8d43156e00bfea23"/>
  <p:tag name="KSO_WM_UNIT_PLACING_PICTURE" val="c95e095f1e284e3a8d43156e00bfea23"/>
  <p:tag name="KSO_WM_TEMPLATE_ASSEMBLE_XID" val="639af84f0c9383becde69508"/>
  <p:tag name="KSO_WM_TEMPLATE_ASSEMBLE_GROUPID" val="639af84f0c9383becde69508"/>
  <p:tag name="WM_BEAUTIFY_ZORDER_FLAG_TAG" val="4"/>
  <p:tag name="KSO_WM_UNIT_PLACING_PICTURE_INFO" val="{&quot;code&quot;:&quot;&quot;,&quot;full_picture&quot;:false,&quot;scheme&quot;:&quot;&quot;,&quot;spacing&quot;:5}"/>
  <p:tag name="KSO_WM_UNIT_PLACING_PICTURE_COLLAGE_VIEWPORT" val="{&quot;height&quot;:1772.3244094488193,&quot;width&quot;:8660.952307137017}"/>
</p:tagLst>
</file>

<file path=ppt/tags/tag3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60_1*f*1"/>
  <p:tag name="KSO_WM_TEMPLATE_CATEGORY" val="diagram"/>
  <p:tag name="KSO_WM_TEMPLATE_INDEX" val="20210860"/>
  <p:tag name="KSO_WM_UNIT_LAYERLEVEL" val="1"/>
  <p:tag name="KSO_WM_TAG_VERSION" val="1.0"/>
  <p:tag name="KSO_WM_BEAUTIFY_FLAG" val="#wm#"/>
  <p:tag name="KSO_WM_UNIT_DEFAULT_FONT" val="14;20;2"/>
  <p:tag name="KSO_WM_UNIT_BLOCK" val="0"/>
  <p:tag name="KSO_WM_UNIT_VALUE" val="138"/>
  <p:tag name="KSO_WM_UNIT_SHOW_EDIT_AREA_INDICATION" val="1"/>
  <p:tag name="KSO_WM_CHIP_GROUPID" val="5e6b05596848fb12bee65ac8"/>
  <p:tag name="KSO_WM_CHIP_XID" val="5e6b05596848fb12bee65aca"/>
  <p:tag name="KSO_WM_UNIT_DEC_AREA_ID" val="302feb7e0a824c2b8ad76b9b27b4a864"/>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8707e5ebbce141ef82d327ffb618e11b"/>
  <p:tag name="KSO_WM_UNIT_TEXT_FILL_FORE_SCHEMECOLOR_INDEX_BRIGHTNESS" val="0.25"/>
  <p:tag name="KSO_WM_UNIT_TEXT_FILL_FORE_SCHEMECOLOR_INDEX" val="13"/>
  <p:tag name="KSO_WM_UNIT_TEXT_FILL_TYPE" val="1"/>
  <p:tag name="KSO_WM_TEMPLATE_ASSEMBLE_XID" val="639af84f0c9383becde69508"/>
  <p:tag name="KSO_WM_TEMPLATE_ASSEMBLE_GROUPID" val="639af84f0c9383becde69508"/>
  <p:tag name="WM_BEAUTIFY_ZORDER_FLAG_TAG" val="5"/>
</p:tagLst>
</file>

<file path=ppt/tags/tag338.xml><?xml version="1.0" encoding="utf-8"?>
<p:tagLst xmlns:p="http://schemas.openxmlformats.org/presentationml/2006/main">
  <p:tag name="KSO_WM_UNIT_BLOCK" val="0"/>
  <p:tag name="KSO_WM_UNIT_HIGHLIGHT" val="0"/>
  <p:tag name="KSO_WM_UNIT_COMPATIBLE" val="1"/>
  <p:tag name="KSO_WM_UNIT_DIAGRAM_ISNUMVISUAL" val="0"/>
  <p:tag name="KSO_WM_UNIT_DIAGRAM_ISREFERUNIT" val="0"/>
  <p:tag name="KSO_WM_UNIT_TYPE" val="i"/>
  <p:tag name="KSO_WM_UNIT_INDEX" val="1"/>
  <p:tag name="KSO_WM_UNIT_ID" val="diagram20210860_1*i*1"/>
  <p:tag name="KSO_WM_TEMPLATE_CATEGORY" val="diagram"/>
  <p:tag name="KSO_WM_TEMPLATE_INDEX" val="20210860"/>
  <p:tag name="KSO_WM_UNIT_LAYERLEVEL" val="1"/>
  <p:tag name="KSO_WM_TAG_VERSION" val="1.0"/>
  <p:tag name="KSO_WM_BEAUTIFY_FLAG" val="#wm#"/>
  <p:tag name="KSO_WM_UNIT_SM_LIMIT_TYPE" val="0"/>
  <p:tag name="KSO_WM_UNIT_DECORATE_INFO" val="{&quot;DecorateInfoH&quot;:{&quot;IsAbs&quot;:true},&quot;DecorateInfoW&quot;:{&quot;IsAbs&quot;:true},&quot;DecorateInfoX&quot;:{&quot;IsAbs&quot;:true,&quot;Pos&quot;:1},&quot;DecorateInfoY&quot;:{&quot;IsAbs&quot;:true,&quot;Pos&quot;:2},&quot;ReferentInfo&quot;:{&quot;Id&quot;:&quot;d3da675d28be45e3a78bba7abfbd4aa7&quot;,&quot;X&quot;:{&quot;Pos&quot;:1},&quot;Y&quot;:{&quot;Pos&quot;:2}},&quot;whChangeMode&quot;:0}"/>
  <p:tag name="KSO_WM_UNIT_DEC_AREA_ID" val="ef32e52aea08493eaaf9dd96398c2e97"/>
  <p:tag name="KSO_WM_CHIP_GROUPID" val="5e9d770adc741d3f2d9ea583"/>
  <p:tag name="KSO_WM_CHIP_XID" val="5e997d21dade925159b52625"/>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88"/>
  <p:tag name="KSO_WM_TEMPLATE_ASSEMBLE_XID" val="639af84f0c9383becde69508"/>
  <p:tag name="KSO_WM_TEMPLATE_ASSEMBLE_GROUPID" val="639af84f0c9383becde69508"/>
  <p:tag name="WM_BEAUTIFY_ZORDER_FLAG_TAG" val="6"/>
</p:tagLst>
</file>

<file path=ppt/tags/tag3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4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240"/>
  <p:tag name="KSO_WM_UNIT_SHOW_EDIT_AREA_INDICATION" val="1"/>
  <p:tag name="KSO_WM_CHIP_GROUPID" val="5e6b05596848fb12bee65ac8"/>
  <p:tag name="KSO_WM_CHIP_XID" val="5e6b05596848fb12bee65aca"/>
  <p:tag name="KSO_WM_UNIT_DEC_AREA_ID" val="a44939a9ecde49c2b7ceab239baddf97"/>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409b27c58b4941cea1b3fa7cc03b025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39af9840c9383becde695b2"/>
  <p:tag name="KSO_WM_TEMPLATE_ASSEMBLE_GROUPID" val="639af9840c9383becde695b2"/>
  <p:tag name="WM_BEAUTIFY_ZORDER_FLAG_TAG" val="6"/>
</p:tagLst>
</file>

<file path=ppt/tags/tag3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9_1*f*1"/>
  <p:tag name="KSO_WM_TEMPLATE_CATEGORY" val="diagram"/>
  <p:tag name="KSO_WM_TEMPLATE_INDEX" val="20212969"/>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5188a8fefcbf4cf69b621b178e80c34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60c5adc76f74d6b93bb1a8733754095"/>
  <p:tag name="KSO_WM_UNIT_TEXT_FILL_FORE_SCHEMECOLOR_INDEX_BRIGHTNESS" val="0.25"/>
  <p:tag name="KSO_WM_UNIT_TEXT_FILL_FORE_SCHEMECOLOR_INDEX" val="13"/>
  <p:tag name="KSO_WM_UNIT_TEXT_FILL_TYPE" val="1"/>
  <p:tag name="KSO_WM_TEMPLATE_ASSEMBLE_XID" val="6130c4e0c26b0a66a1c57d00"/>
  <p:tag name="KSO_WM_TEMPLATE_ASSEMBLE_GROUPID" val="6130c4e0c26b0a66a1c57d00"/>
  <p:tag name="WM_BEAUTIFY_ZORDER_FLAG_TAG" val="5"/>
</p:tagLst>
</file>

<file path=ppt/tags/tag3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687_1*i*1"/>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3c4afa0b5caa43f38b74808b5513ba5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4"/>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687_1*i*2"/>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5e80c0773834399a13599e79356248b"/>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5"/>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687_1*i*3"/>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2649454f1f349029e6f455142f4ee7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6"/>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687_1*i*4"/>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b7849fb6e2d4740bbea23af99150873"/>
  <p:tag name="KSO_WM_UNIT_DECORATE_INFO" val="{&quot;ReferentInfo&quot;:{&quot;Id&quot;:&quot;slide&quot;,&quot;X&quot;:{&quot;Pos&quot;:0},&quot;Y&quot;:{&quot;Pos&quot;:2}},&quot;DecorateInfoX&quot;:{&quot;Pos&quot;:0,&quot;IsAbs&quot;:false},&quot;DecorateInfoY&quot;:{&quot;Pos&quot;:2,&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48"/>
  <p:tag name="KSO_WM_TEMPLATE_ASSEMBLE_XID" val="60656f654054ed1e2fb80946"/>
  <p:tag name="KSO_WM_TEMPLATE_ASSEMBLE_GROUPID" val="60656f654054ed1e2fb80946"/>
  <p:tag name="WM_BEAUTIFY_ZORDER_FLAG_TAG" val="7"/>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 name="WM_BEAUTIFY_ZORDER_FLAG_TAG" val="8"/>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2687_1*i*6"/>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7a9342137704ba59401a0f97caba8f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0656f654054ed1e2fb80946"/>
  <p:tag name="KSO_WM_TEMPLATE_ASSEMBLE_GROUPID" val="60656f654054ed1e2fb80946"/>
  <p:tag name="WM_BEAUTIFY_ZORDER_FLAG_TAG" val="9"/>
</p:tagLst>
</file>

<file path=ppt/tags/tag3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 name="WM_BEAUTIFY_ZORDER_FLAG_TAG" val="10"/>
</p:tagLst>
</file>

<file path=ppt/tags/tag38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8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5955_2*l_i*1_1"/>
  <p:tag name="KSO_WM_TEMPLATE_CATEGORY" val="diagram"/>
  <p:tag name="KSO_WM_TEMPLATE_INDEX" val="20205955"/>
  <p:tag name="KSO_WM_UNIT_LAYERLEVEL" val="1_1"/>
  <p:tag name="KSO_WM_TAG_VERSION" val="1.0"/>
  <p:tag name="KSO_WM_BEAUTIFY_FLAG" val="#wm#"/>
  <p:tag name="KSO_WM_UNIT_LINE_FORE_SCHEMECOLOR_INDEX_BRIGHTNESS" val="-0.2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5955_2*l_h_i*1_1_1"/>
  <p:tag name="KSO_WM_TEMPLATE_CATEGORY" val="diagram"/>
  <p:tag name="KSO_WM_TEMPLATE_INDEX" val="20205955"/>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5955_2*l_i*1_2"/>
  <p:tag name="KSO_WM_TEMPLATE_CATEGORY" val="diagram"/>
  <p:tag name="KSO_WM_TEMPLATE_INDEX" val="20205955"/>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5955_2*l_h_i*1_2_1"/>
  <p:tag name="KSO_WM_TEMPLATE_CATEGORY" val="diagram"/>
  <p:tag name="KSO_WM_TEMPLATE_INDEX" val="20205955"/>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05955_2*l_i*1_3"/>
  <p:tag name="KSO_WM_TEMPLATE_CATEGORY" val="diagram"/>
  <p:tag name="KSO_WM_TEMPLATE_INDEX" val="20205955"/>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5955_2*l_h_i*1_3_1"/>
  <p:tag name="KSO_WM_TEMPLATE_CATEGORY" val="diagram"/>
  <p:tag name="KSO_WM_TEMPLATE_INDEX" val="2020595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413.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单点击此处添加正文，文字是您思想的提炼，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955_2*l_h_f*1_1_1"/>
  <p:tag name="KSO_WM_TEMPLATE_CATEGORY" val="diagram"/>
  <p:tag name="KSO_WM_TEMPLATE_INDEX" val="20205955"/>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414.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单点击此处添加正文，文字是您思想的提炼，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955_2*l_h_f*1_2_1"/>
  <p:tag name="KSO_WM_TEMPLATE_CATEGORY" val="diagram"/>
  <p:tag name="KSO_WM_TEMPLATE_INDEX" val="20205955"/>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415.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单点击此处添加正文，文字是您思想的提炼，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955_2*l_h_f*1_3_1"/>
  <p:tag name="KSO_WM_TEMPLATE_CATEGORY" val="diagram"/>
  <p:tag name="KSO_WM_TEMPLATE_INDEX" val="20205955"/>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4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2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3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3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3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3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20},&quot;minSize&quot;:{&quot;size1&quot;:11.2},&quot;normalSize&quot;:{&quot;size1&quot;:11.2},&quot;subLayout&quot;:[{&quot;id&quot;:&quot;2023-06-23T09:17:52&quot;,&quot;margin&quot;:{&quot;bottom&quot;:0.025999998673796654,&quot;left&quot;:1.2699999809265137,&quot;right&quot;:1.2699999809265137,&quot;top&quot;:0.4230000376701355},&quot;type&quot;:0},{&quot;id&quot;:&quot;2023-06-23T09:17:5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0.xml><?xml version="1.0" encoding="utf-8"?>
<p:tagLst xmlns:p="http://schemas.openxmlformats.org/presentationml/2006/main">
  <p:tag name="KSO_WM_TAG_VERSION" val="1.0"/>
  <p:tag name="KSO_WM_BEAUTIFY_FLAG" val="#wm#"/>
  <p:tag name="KSO_WM_UNIT_TYPE" val="i"/>
  <p:tag name="KSO_WM_UNIT_ID" val="diagram20211899_1*i*1"/>
  <p:tag name="KSO_WM_TEMPLATE_CATEGORY" val="diagram"/>
  <p:tag name="KSO_WM_TEMPLATE_INDEX" val="20211899"/>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d2e05467955471fa302bda457c0223f"/>
  <p:tag name="KSO_WM_UNIT_DECORATE_INFO" val="{&quot;DecorateInfoH&quot;:{&quot;IsAbs&quot;:true},&quot;DecorateInfoW&quot;:{&quot;IsAbs&quot;:true},&quot;DecorateInfoX&quot;:{&quot;IsAbs&quot;:true,&quot;Pos&quot;:1},&quot;DecorateInfoY&quot;:{&quot;IsAbs&quot;:true,&quot;Pos&quot;:1},&quot;ReferentInfo&quot;:{&quot;Id&quot;:&quot;51e6b16af8414593af898aa3f2cc02ec&quot;,&quot;X&quot;:{&quot;Pos&quot;:1},&quot;Y&quot;:{&quot;Pos&quot;:1}},&quot;whChangeMode&quot;:0}"/>
  <p:tag name="KSO_WM_CHIP_GROUPID" val="5ef0aed10e56d0f322bebb3b"/>
  <p:tag name="KSO_WM_CHIP_XID" val="5ef0aed10e56d0f322bebb3c"/>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2"/>
  <p:tag name="KSO_WM_UNIT_TEXT_FILL_TYPE" val="1"/>
  <p:tag name="KSO_WM_UNIT_VALUE" val="357"/>
  <p:tag name="KSO_WM_TEMPLATE_ASSEMBLE_XID" val="60656f0e4054ed1e2fb802b1"/>
  <p:tag name="KSO_WM_TEMPLATE_ASSEMBLE_GROUPID" val="60656f0e4054ed1e2fb802b1"/>
  <p:tag name="WM_BEAUTIFY_ZORDER_FLAG_TAG" val="4"/>
</p:tagLst>
</file>

<file path=ppt/tags/tag4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899_1*f*1"/>
  <p:tag name="KSO_WM_TEMPLATE_CATEGORY" val="diagram"/>
  <p:tag name="KSO_WM_TEMPLATE_INDEX" val="20211899"/>
  <p:tag name="KSO_WM_UNIT_LAYERLEVEL" val="1"/>
  <p:tag name="KSO_WM_TAG_VERSION" val="1.0"/>
  <p:tag name="KSO_WM_BEAUTIFY_FLAG" val="#wm#"/>
  <p:tag name="KSO_WM_UNIT_DEFAULT_FONT" val="14;20;2"/>
  <p:tag name="KSO_WM_UNIT_BLOCK" val="0"/>
  <p:tag name="KSO_WM_UNIT_VALUE" val="294"/>
  <p:tag name="KSO_WM_UNIT_SHOW_EDIT_AREA_INDICATION" val="1"/>
  <p:tag name="KSO_WM_CHIP_GROUPID" val="5e6b05596848fb12bee65ac8"/>
  <p:tag name="KSO_WM_CHIP_XID" val="5e6b05596848fb12bee65aca"/>
  <p:tag name="KSO_WM_UNIT_DEC_AREA_ID" val="24c1277e83284b3e8ff9d295f21b0b3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1d359df93964d5d92ead9569eaa9c26"/>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0e4054ed1e2fb802b1"/>
  <p:tag name="KSO_WM_TEMPLATE_ASSEMBLE_GROUPID" val="60656f0e4054ed1e2fb802b1"/>
  <p:tag name="WM_BEAUTIFY_ZORDER_FLAG_TAG" val="5"/>
</p:tagLst>
</file>

<file path=ppt/tags/tag442.xml><?xml version="1.0" encoding="utf-8"?>
<p:tagLst xmlns:p="http://schemas.openxmlformats.org/presentationml/2006/main">
  <p:tag name="KSO_WM_UNIT_VALUE" val="1311*1354"/>
  <p:tag name="KSO_WM_UNIT_HIGHLIGHT" val="0"/>
  <p:tag name="KSO_WM_UNIT_COMPATIBLE" val="0"/>
  <p:tag name="KSO_WM_UNIT_DIAGRAM_ISNUMVISUAL" val="0"/>
  <p:tag name="KSO_WM_UNIT_DIAGRAM_ISREFERUNIT" val="0"/>
  <p:tag name="KSO_WM_UNIT_TYPE" val="d"/>
  <p:tag name="KSO_WM_UNIT_INDEX" val="1"/>
  <p:tag name="KSO_WM_UNIT_ID" val="diagram20211899_1*d*1"/>
  <p:tag name="KSO_WM_TEMPLATE_CATEGORY" val="diagram"/>
  <p:tag name="KSO_WM_TEMPLATE_INDEX" val="20211899"/>
  <p:tag name="KSO_WM_UNIT_LAYERLEVEL" val="1"/>
  <p:tag name="KSO_WM_TAG_VERSION" val="1.0"/>
  <p:tag name="KSO_WM_BEAUTIFY_FLAG" val="#wm#"/>
  <p:tag name="KSO_WM_CHIP_GROUPID" val="5e7310da9a230a26b9e88a19"/>
  <p:tag name="KSO_WM_CHIP_XID" val="5e7310da9a230a26b9e88a1a"/>
  <p:tag name="KSO_WM_UNIT_DEC_AREA_ID" val="51e6b16af8414593af898aa3f2cc02e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78138117cc34770aa353d22a3ee0721"/>
  <p:tag name="KSO_WM_UNIT_PLACING_PICTURE" val="978138117cc34770aa353d22a3ee0721"/>
  <p:tag name="KSO_WM_TEMPLATE_ASSEMBLE_XID" val="60656f0e4054ed1e2fb802b1"/>
  <p:tag name="KSO_WM_TEMPLATE_ASSEMBLE_GROUPID" val="60656f0e4054ed1e2fb802b1"/>
  <p:tag name="WM_BEAUTIFY_ZORDER_FLAG_TAG" val="6"/>
</p:tagLst>
</file>

<file path=ppt/tags/tag4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5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7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7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7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8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8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8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9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9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9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9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9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2&quot;,&quot;maxSize&quot;:{&quot;size1&quot;:31.1},&quot;minSize&quot;:{&quot;size1&quot;:17.8},&quot;normalSize&quot;:{&quot;size1&quot;:17.8},&quot;subLayout&quot;:[{&quot;id&quot;:&quot;2023-06-23T09:17:52&quot;,&quot;maxSize&quot;:{&quot;size1&quot;:100},&quot;minSize&quot;:{&quot;size1&quot;:61.7},&quot;normalSize&quot;:{&quot;size1&quot;:61.7},&quot;subLayout&quot;:[{&quot;id&quot;:&quot;2023-06-23T09:17:52&quot;,&quot;margin&quot;:{&quot;bottom&quot;:0,&quot;left&quot;:1.2699999809265137,&quot;right&quot;:1.2699999809265137,&quot;top&quot;:0.4230000376701355},&quot;type&quot;:0},{&quot;id&quot;:&quot;2023-06-23T09:17:52&quot;,&quot;margin&quot;:{&quot;bottom&quot;:0.025999998673796654,&quot;left&quot;:1.2699999809265137,&quot;right&quot;:1.2699999809265137,&quot;top&quot;:0.025999998673796654},&quot;type&quot;:0}],&quot;type&quot;:0},{&quot;id&quot;:&quot;2023-06-23T09:17:52&quot;,&quot;margin&quot;:{&quot;bottom&quot;:0.847000002861023,&quot;left&quot;:1.2699999809265137,&quot;right&quot;:1.2699999809265137,&quot;top&quot;:1.2699999809265137},&quot;type&quot;:0}],&quot;type&quot;:0}"/>
  <p:tag name="KSO_WM_SLIDE_BACKGROUND_TYPE" val="general"/>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0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0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0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0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0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09:17:53&quot;,&quot;maxSize&quot;:{&quot;size1&quot;:20},&quot;minSize&quot;:{&quot;size1&quot;:11.2},&quot;normalSize&quot;:{&quot;size1&quot;:11.2},&quot;subLayout&quot;:[{&quot;id&quot;:&quot;2023-06-23T09:17:53&quot;,&quot;margin&quot;:{&quot;bottom&quot;:0.025999998673796654,&quot;left&quot;:1.2699999809265137,&quot;right&quot;:1.2699999809265137,&quot;top&quot;:0.4230000376701355},&quot;type&quot;:0},{&quot;id&quot;:&quot;2023-06-23T09:17:5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1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3&quot;,&quot;maxSize&quot;:{&quot;size1&quot;:31.1},&quot;minSize&quot;:{&quot;size1&quot;:17.8},&quot;normalSize&quot;:{&quot;size1&quot;:17.8},&quot;subLayout&quot;:[{&quot;id&quot;:&quot;2023-06-23T09:17:53&quot;,&quot;maxSize&quot;:{&quot;size1&quot;:100},&quot;minSize&quot;:{&quot;size1&quot;:61.7},&quot;normalSize&quot;:{&quot;size1&quot;:61.7},&quot;subLayout&quot;:[{&quot;id&quot;:&quot;2023-06-23T09:17:53&quot;,&quot;margin&quot;:{&quot;bottom&quot;:0,&quot;left&quot;:1.2699999809265137,&quot;right&quot;:1.2699999809265137,&quot;top&quot;:0.4230000376701355},&quot;type&quot;:0},{&quot;id&quot;:&quot;2023-06-23T09:17:53&quot;,&quot;margin&quot;:{&quot;bottom&quot;:0.025999998673796654,&quot;left&quot;:1.2699999809265137,&quot;right&quot;:1.2699999809265137,&quot;top&quot;:0.025999998673796654},&quot;type&quot;:0}],&quot;type&quot;:0},{&quot;id&quot;:&quot;2023-06-23T09:17:53&quot;,&quot;margin&quot;:{&quot;bottom&quot;:0.847000002861023,&quot;left&quot;:1.2699999809265137,&quot;right&quot;:1.2699999809265137,&quot;top&quot;:1.2699999809265137},&quot;type&quot;:0}],&quot;type&quot;:0}"/>
  <p:tag name="KSO_WM_SLIDE_BACKGROUND_TYPE" val="general"/>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2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3&quot;,&quot;maxSize&quot;:{&quot;size1&quot;:31.1},&quot;minSize&quot;:{&quot;size1&quot;:17.8},&quot;normalSize&quot;:{&quot;size1&quot;:17.8},&quot;subLayout&quot;:[{&quot;id&quot;:&quot;2023-06-23T09:17:53&quot;,&quot;maxSize&quot;:{&quot;size1&quot;:100},&quot;minSize&quot;:{&quot;size1&quot;:61.7},&quot;normalSize&quot;:{&quot;size1&quot;:61.7},&quot;subLayout&quot;:[{&quot;id&quot;:&quot;2023-06-23T09:17:53&quot;,&quot;margin&quot;:{&quot;bottom&quot;:0,&quot;left&quot;:1.2699999809265137,&quot;right&quot;:1.2699999809265137,&quot;top&quot;:0.4230000376701355},&quot;type&quot;:0},{&quot;id&quot;:&quot;2023-06-23T09:17:53&quot;,&quot;margin&quot;:{&quot;bottom&quot;:0.025999998673796654,&quot;left&quot;:1.2699999809265137,&quot;right&quot;:1.2699999809265137,&quot;top&quot;:0.025999998673796654},&quot;type&quot;:0}],&quot;type&quot;:0},{&quot;id&quot;:&quot;2023-06-23T09:17:53&quot;,&quot;margin&quot;:{&quot;bottom&quot;:0.847000002861023,&quot;left&quot;:1.2699999809265137,&quot;right&quot;:1.2699999809265137,&quot;top&quot;:1.2699999809265137},&quot;type&quot;:0}],&quot;type&quot;:0}"/>
  <p:tag name="KSO_WM_SLIDE_BACKGROUND_TYPE" val="general"/>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4_1"/>
  <p:tag name="KSO_WM_TEMPLATE_CATEGORY" val="diagram"/>
  <p:tag name="KSO_WM_TEMPLATE_INDEX" val="20214861"/>
  <p:tag name="KSO_WM_UNIT_LAYERLEVEL" val="1_1_1"/>
  <p:tag name="KSO_WM_TAG_VERSION" val="1.0"/>
  <p:tag name="KSO_WM_BEAUTIFY_FLAG" val="#wm#"/>
  <p:tag name="KSO_WM_UNIT_TYPE" val="m_h_i"/>
  <p:tag name="KSO_WM_UNIT_INDEX" val="1_4_1"/>
  <p:tag name="KSO_WM_UNIT_FILL_FORE_SCHEMECOLOR_INDEX_BRIGHTNESS" val="0.8"/>
  <p:tag name="KSO_WM_UNIT_FILL_FORE_SCHEMECOLOR_INDEX" val="15"/>
  <p:tag name="KSO_WM_UNIT_FILL_TYPE" val="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3_1"/>
  <p:tag name="KSO_WM_TEMPLATE_CATEGORY" val="diagram"/>
  <p:tag name="KSO_WM_TEMPLATE_INDEX" val="20214861"/>
  <p:tag name="KSO_WM_UNIT_LAYERLEVEL" val="1_1_1"/>
  <p:tag name="KSO_WM_TAG_VERSION" val="1.0"/>
  <p:tag name="KSO_WM_BEAUTIFY_FLAG" val="#wm#"/>
  <p:tag name="KSO_WM_UNIT_TYPE" val="m_h_i"/>
  <p:tag name="KSO_WM_UNIT_INDEX" val="1_3_1"/>
  <p:tag name="KSO_WM_UNIT_FILL_FORE_SCHEMECOLOR_INDEX_BRIGHTNESS" val="0.8"/>
  <p:tag name="KSO_WM_UNIT_FILL_FORE_SCHEMECOLOR_INDEX" val="15"/>
  <p:tag name="KSO_WM_UNIT_FILL_TYPE" val="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2_1"/>
  <p:tag name="KSO_WM_TEMPLATE_CATEGORY" val="diagram"/>
  <p:tag name="KSO_WM_TEMPLATE_INDEX" val="20214861"/>
  <p:tag name="KSO_WM_UNIT_LAYERLEVEL" val="1_1_1"/>
  <p:tag name="KSO_WM_TAG_VERSION" val="1.0"/>
  <p:tag name="KSO_WM_BEAUTIFY_FLAG" val="#wm#"/>
  <p:tag name="KSO_WM_UNIT_TYPE" val="m_h_i"/>
  <p:tag name="KSO_WM_UNIT_INDEX" val="1_2_1"/>
  <p:tag name="KSO_WM_UNIT_FILL_FORE_SCHEMECOLOR_INDEX_BRIGHTNESS" val="0.8"/>
  <p:tag name="KSO_WM_UNIT_FILL_FORE_SCHEMECOLOR_INDEX" val="15"/>
  <p:tag name="KSO_WM_UNIT_FILL_TYPE" val="1"/>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1_1"/>
  <p:tag name="KSO_WM_TEMPLATE_CATEGORY" val="diagram"/>
  <p:tag name="KSO_WM_TEMPLATE_INDEX" val="20214861"/>
  <p:tag name="KSO_WM_UNIT_LAYERLEVEL" val="1_1_1"/>
  <p:tag name="KSO_WM_TAG_VERSION" val="1.0"/>
  <p:tag name="KSO_WM_BEAUTIFY_FLAG" val="#wm#"/>
  <p:tag name="KSO_WM_UNIT_TYPE" val="m_h_i"/>
  <p:tag name="KSO_WM_UNIT_INDEX" val="1_1_1"/>
  <p:tag name="KSO_WM_UNIT_FILL_FORE_SCHEMECOLOR_INDEX_BRIGHTNESS" val="0"/>
  <p:tag name="KSO_WM_UNIT_FILL_FORE_SCHEMECOLOR_INDEX" val="5"/>
  <p:tag name="KSO_WM_UNIT_FILL_TYPE" val="1"/>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1_2"/>
  <p:tag name="KSO_WM_TEMPLATE_CATEGORY" val="diagram"/>
  <p:tag name="KSO_WM_TEMPLATE_INDEX" val="20214861"/>
  <p:tag name="KSO_WM_UNIT_LAYERLEVEL" val="1_1_1"/>
  <p:tag name="KSO_WM_TAG_VERSION" val="1.0"/>
  <p:tag name="KSO_WM_BEAUTIFY_FLAG" val="#wm#"/>
  <p:tag name="KSO_WM_UNIT_TYPE" val="m_h_i"/>
  <p:tag name="KSO_WM_UNIT_INDEX" val="1_1_2"/>
  <p:tag name="KSO_WM_UNIT_FILL_FORE_SCHEMECOLOR_INDEX_BRIGHTNESS" val="0.8"/>
  <p:tag name="KSO_WM_UNIT_FILL_FORE_SCHEMECOLOR_INDEX" val="15"/>
  <p:tag name="KSO_WM_UNIT_FILL_TYPE" val="1"/>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2_2"/>
  <p:tag name="KSO_WM_TEMPLATE_CATEGORY" val="diagram"/>
  <p:tag name="KSO_WM_TEMPLATE_INDEX" val="20214861"/>
  <p:tag name="KSO_WM_UNIT_LAYERLEVEL" val="1_1_1"/>
  <p:tag name="KSO_WM_TAG_VERSION" val="1.0"/>
  <p:tag name="KSO_WM_BEAUTIFY_FLAG" val="#wm#"/>
  <p:tag name="KSO_WM_UNIT_TYPE" val="m_h_i"/>
  <p:tag name="KSO_WM_UNIT_INDEX" val="1_2_2"/>
  <p:tag name="KSO_WM_UNIT_FILL_FORE_SCHEMECOLOR_INDEX_BRIGHTNESS" val="0"/>
  <p:tag name="KSO_WM_UNIT_FILL_FORE_SCHEMECOLOR_INDEX" val="7"/>
  <p:tag name="KSO_WM_UNIT_FILL_TYPE" val="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3_2"/>
  <p:tag name="KSO_WM_TEMPLATE_CATEGORY" val="diagram"/>
  <p:tag name="KSO_WM_TEMPLATE_INDEX" val="20214861"/>
  <p:tag name="KSO_WM_UNIT_LAYERLEVEL" val="1_1_1"/>
  <p:tag name="KSO_WM_TAG_VERSION" val="1.0"/>
  <p:tag name="KSO_WM_BEAUTIFY_FLAG" val="#wm#"/>
  <p:tag name="KSO_WM_UNIT_TYPE" val="m_h_i"/>
  <p:tag name="KSO_WM_UNIT_INDEX" val="1_3_2"/>
  <p:tag name="KSO_WM_UNIT_FILL_FORE_SCHEMECOLOR_INDEX_BRIGHTNESS" val="0"/>
  <p:tag name="KSO_WM_UNIT_FILL_FORE_SCHEMECOLOR_INDEX" val="10"/>
  <p:tag name="KSO_WM_UNIT_FILL_TYPE"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4_2"/>
  <p:tag name="KSO_WM_TEMPLATE_CATEGORY" val="diagram"/>
  <p:tag name="KSO_WM_TEMPLATE_INDEX" val="20214861"/>
  <p:tag name="KSO_WM_UNIT_LAYERLEVEL" val="1_1_1"/>
  <p:tag name="KSO_WM_TAG_VERSION" val="1.0"/>
  <p:tag name="KSO_WM_BEAUTIFY_FLAG" val="#wm#"/>
  <p:tag name="KSO_WM_UNIT_TYPE" val="m_h_i"/>
  <p:tag name="KSO_WM_UNIT_INDEX" val="1_4_2"/>
  <p:tag name="KSO_WM_UNIT_FILL_FORE_SCHEMECOLOR_INDEX_BRIGHTNESS" val="0"/>
  <p:tag name="KSO_WM_UNIT_FILL_FORE_SCHEMECOLOR_INDEX" val="5"/>
  <p:tag name="KSO_WM_UNIT_FILL_TYPE" val="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1_1"/>
  <p:tag name="KSO_WM_TEMPLATE_CATEGORY" val="diagram"/>
  <p:tag name="KSO_WM_TEMPLATE_INDEX" val="20214861"/>
  <p:tag name="KSO_WM_UNIT_LAYERLEVEL" val="1_1_1"/>
  <p:tag name="KSO_WM_TAG_VERSION" val="1.0"/>
  <p:tag name="KSO_WM_BEAUTIFY_FLAG" val="#wm#"/>
  <p:tag name="KSO_WM_UNIT_VALUE" val="156*156"/>
  <p:tag name="KSO_WM_UNIT_TYPE" val="m_h_x"/>
  <p:tag name="KSO_WM_UNIT_INDEX" val="1_1_1"/>
  <p:tag name="KSO_WM_UNIT_FILL_FORE_SCHEMECOLOR_INDEX_BRIGHTNESS" val="0"/>
  <p:tag name="KSO_WM_UNIT_FILL_FORE_SCHEMECOLOR_INDEX" val="6"/>
  <p:tag name="KSO_WM_UNIT_FILL_TYPE" val="1"/>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2_1"/>
  <p:tag name="KSO_WM_TEMPLATE_CATEGORY" val="diagram"/>
  <p:tag name="KSO_WM_TEMPLATE_INDEX" val="20214861"/>
  <p:tag name="KSO_WM_UNIT_LAYERLEVEL" val="1_1_1"/>
  <p:tag name="KSO_WM_TAG_VERSION" val="1.0"/>
  <p:tag name="KSO_WM_BEAUTIFY_FLAG" val="#wm#"/>
  <p:tag name="KSO_WM_UNIT_VALUE" val="132*132"/>
  <p:tag name="KSO_WM_UNIT_TYPE" val="m_h_x"/>
  <p:tag name="KSO_WM_UNIT_INDEX" val="1_2_1"/>
  <p:tag name="KSO_WM_UNIT_FILL_FORE_SCHEMECOLOR_INDEX_BRIGHTNESS" val="0"/>
  <p:tag name="KSO_WM_UNIT_FILL_FORE_SCHEMECOLOR_INDEX" val="7"/>
  <p:tag name="KSO_WM_UNIT_FILL_TYPE" val="1"/>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3_1"/>
  <p:tag name="KSO_WM_TEMPLATE_CATEGORY" val="diagram"/>
  <p:tag name="KSO_WM_TEMPLATE_INDEX" val="20214861"/>
  <p:tag name="KSO_WM_UNIT_LAYERLEVEL" val="1_1_1"/>
  <p:tag name="KSO_WM_TAG_VERSION" val="1.0"/>
  <p:tag name="KSO_WM_BEAUTIFY_FLAG" val="#wm#"/>
  <p:tag name="KSO_WM_UNIT_VALUE" val="150*154"/>
  <p:tag name="KSO_WM_UNIT_TYPE" val="m_h_x"/>
  <p:tag name="KSO_WM_UNIT_INDEX" val="1_3_1"/>
  <p:tag name="KSO_WM_UNIT_FILL_FORE_SCHEMECOLOR_INDEX_BRIGHTNESS" val="0"/>
  <p:tag name="KSO_WM_UNIT_FILL_FORE_SCHEMECOLOR_INDEX" val="8"/>
  <p:tag name="KSO_WM_UNIT_FILL_TYPE" val="1"/>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4_1"/>
  <p:tag name="KSO_WM_TEMPLATE_CATEGORY" val="diagram"/>
  <p:tag name="KSO_WM_TEMPLATE_INDEX" val="20214861"/>
  <p:tag name="KSO_WM_UNIT_LAYERLEVEL" val="1_1_1"/>
  <p:tag name="KSO_WM_TAG_VERSION" val="1.0"/>
  <p:tag name="KSO_WM_BEAUTIFY_FLAG" val="#wm#"/>
  <p:tag name="KSO_WM_UNIT_VALUE" val="157*138"/>
  <p:tag name="KSO_WM_UNIT_TYPE" val="m_h_x"/>
  <p:tag name="KSO_WM_UNIT_INDEX" val="1_4_1"/>
  <p:tag name="KSO_WM_UNIT_FILL_FORE_SCHEMECOLOR_INDEX_BRIGHTNESS" val="0"/>
  <p:tag name="KSO_WM_UNIT_FILL_FORE_SCHEMECOLOR_INDEX" val="9"/>
  <p:tag name="KSO_WM_UNIT_FILL_TYPE" val="1"/>
</p:tagLst>
</file>

<file path=ppt/tags/tag53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14861_3*m_h_f*1_1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4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4861_3*m_h_f*1_2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4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14861_3*m_h_f*1_3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4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14861_3*m_h_f*1_4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3&quot;,&quot;maxSize&quot;:{&quot;size1&quot;:31.1},&quot;minSize&quot;:{&quot;size1&quot;:17.8},&quot;normalSize&quot;:{&quot;size1&quot;:17.8},&quot;subLayout&quot;:[{&quot;id&quot;:&quot;2023-06-23T09:17:53&quot;,&quot;maxSize&quot;:{&quot;size1&quot;:100},&quot;minSize&quot;:{&quot;size1&quot;:61.7},&quot;normalSize&quot;:{&quot;size1&quot;:61.7},&quot;subLayout&quot;:[{&quot;id&quot;:&quot;2023-06-23T09:17:53&quot;,&quot;margin&quot;:{&quot;bottom&quot;:0,&quot;left&quot;:1.2699999809265137,&quot;right&quot;:1.2699999809265137,&quot;top&quot;:0.4230000376701355},&quot;type&quot;:0},{&quot;id&quot;:&quot;2023-06-23T09:17:53&quot;,&quot;margin&quot;:{&quot;bottom&quot;:0.025999998673796654,&quot;left&quot;:1.2699999809265137,&quot;right&quot;:1.2699999809265137,&quot;top&quot;:0.025999998673796654},&quot;type&quot;:0}],&quot;type&quot;:0},{&quot;id&quot;:&quot;2023-06-23T09:17:53&quot;,&quot;margin&quot;:{&quot;bottom&quot;:0.847000002861023,&quot;left&quot;:1.2699999809265137,&quot;right&quot;:1.2699999809265137,&quot;top&quot;:1.2699999809265137},&quot;type&quot;:0}],&quot;type&quot;:0}"/>
  <p:tag name="KSO_WM_SLIDE_BACKGROUND_TYPE" val="general"/>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49.xml><?xml version="1.0" encoding="utf-8"?>
<p:tagLst xmlns:p="http://schemas.openxmlformats.org/presentationml/2006/main">
  <p:tag name="KSO_WM_UNIT_BLOCK" val="0"/>
  <p:tag name="KSO_WM_UNIT_DEC_AREA_ID" val="73156903ee894f5ca46a4cf72274fb10"/>
  <p:tag name="KSO_WM_UNIT_HIGHLIGHT" val="0"/>
  <p:tag name="KSO_WM_UNIT_COMPATIBLE" val="0"/>
  <p:tag name="KSO_WM_UNIT_DIAGRAM_ISNUMVISUAL" val="0"/>
  <p:tag name="KSO_WM_UNIT_DIAGRAM_ISREFERUNIT" val="0"/>
  <p:tag name="KSO_WM_UNIT_TYPE" val="i"/>
  <p:tag name="KSO_WM_UNIT_INDEX" val="1"/>
  <p:tag name="KSO_WM_UNIT_ID" val="diagram20211008_1*i*1"/>
  <p:tag name="KSO_WM_TEMPLATE_CATEGORY" val="diagram"/>
  <p:tag name="KSO_WM_TEMPLATE_INDEX" val="20211008"/>
  <p:tag name="KSO_WM_UNIT_LAYERLEVEL" val="1"/>
  <p:tag name="KSO_WM_TAG_VERSION" val="1.0"/>
  <p:tag name="KSO_WM_BEAUTIFY_FLAG" val="#wm#"/>
  <p:tag name="KSO_WM_UNIT_SM_LIMIT_TYPE" val="3"/>
  <p:tag name="KSO_WM_UNIT_DECORATE_INFO" val="{&quot;DecorateInfoH&quot;:{&quot;IsAbs&quot;:true},&quot;DecorateInfoW&quot;:{&quot;IsAbs&quot;:false},&quot;DecorateInfoX&quot;:{&quot;IsAbs&quot;:true,&quot;Pos&quot;:0},&quot;DecorateInfoY&quot;:{&quot;IsAbs&quot;:true,&quot;Pos&quot;:1},&quot;ReferentInfo&quot;:{&quot;Id&quot;:&quot;3fe90d637a704494ab24df4a7c7a8da5&quot;,&quot;X&quot;:{&quot;Pos&quot;:0},&quot;Y&quot;:{&quot;Pos&quot;:1}},&quot;whChangeMode&quot;:0}"/>
  <p:tag name="KSO_WM_CHIP_GROUPID" val="5efda0ca81ee359a788b1e11"/>
  <p:tag name="KSO_WM_CHIP_XID" val="5efda0ca81ee359a788b1e12"/>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20"/>
  <p:tag name="KSO_WM_TEMPLATE_ASSEMBLE_XID" val="60656ea04054ed1e2fb7fcbc"/>
  <p:tag name="KSO_WM_TEMPLATE_ASSEMBLE_GROUPID" val="60656ea04054ed1e2fb7fcbc"/>
  <p:tag name="WM_BEAUTIFY_ZORDER_FLAG_TAG" val="4"/>
</p:tagLst>
</file>

<file path=ppt/tags/tag550.xml><?xml version="1.0" encoding="utf-8"?>
<p:tagLst xmlns:p="http://schemas.openxmlformats.org/presentationml/2006/main">
  <p:tag name="KSO_WM_UNIT_VALUE" val="931*1523"/>
  <p:tag name="KSO_WM_UNIT_HIGHLIGHT" val="0"/>
  <p:tag name="KSO_WM_UNIT_COMPATIBLE" val="1"/>
  <p:tag name="KSO_WM_UNIT_DIAGRAM_ISNUMVISUAL" val="0"/>
  <p:tag name="KSO_WM_UNIT_DIAGRAM_ISREFERUNIT" val="0"/>
  <p:tag name="KSO_WM_UNIT_TYPE" val="d"/>
  <p:tag name="KSO_WM_UNIT_INDEX" val="1"/>
  <p:tag name="KSO_WM_UNIT_ID" val="diagram20211008_1*d*1"/>
  <p:tag name="KSO_WM_TEMPLATE_CATEGORY" val="diagram"/>
  <p:tag name="KSO_WM_TEMPLATE_INDEX" val="20211008"/>
  <p:tag name="KSO_WM_UNIT_LAYERLEVEL" val="1"/>
  <p:tag name="KSO_WM_TAG_VERSION" val="1.0"/>
  <p:tag name="KSO_WM_BEAUTIFY_FLAG" val="#wm#"/>
  <p:tag name="KSO_WM_CHIP_GROUPID" val="5e7310da9a230a26b9e88a19"/>
  <p:tag name="KSO_WM_CHIP_XID" val="5e7310da9a230a26b9e88a1a"/>
  <p:tag name="KSO_WM_UNIT_DEC_AREA_ID" val="bbdd324361f642f5ac29827d9a82440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af17e483a774b2c871eee8c5f51145e"/>
  <p:tag name="KSO_WM_UNIT_PLACING_PICTURE" val="faf17e483a774b2c871eee8c5f51145e"/>
  <p:tag name="KSO_WM_TEMPLATE_ASSEMBLE_XID" val="60656ea04054ed1e2fb7fcbc"/>
  <p:tag name="KSO_WM_TEMPLATE_ASSEMBLE_GROUPID" val="60656ea04054ed1e2fb7fcbc"/>
  <p:tag name="WM_BEAUTIFY_ZORDER_FLAG_TAG" val="5"/>
</p:tagLst>
</file>

<file path=ppt/tags/tag5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08_1*f*1"/>
  <p:tag name="KSO_WM_TEMPLATE_CATEGORY" val="diagram"/>
  <p:tag name="KSO_WM_TEMPLATE_INDEX" val="20211008"/>
  <p:tag name="KSO_WM_UNIT_LAYERLEVEL" val="1"/>
  <p:tag name="KSO_WM_TAG_VERSION" val="1.0"/>
  <p:tag name="KSO_WM_BEAUTIFY_FLAG" val="#wm#"/>
  <p:tag name="KSO_WM_UNIT_DEFAULT_FONT" val="14;20;2"/>
  <p:tag name="KSO_WM_UNIT_BLOCK" val="0"/>
  <p:tag name="KSO_WM_UNIT_VALUE" val="128"/>
  <p:tag name="KSO_WM_UNIT_SHOW_EDIT_AREA_INDICATION" val="1"/>
  <p:tag name="KSO_WM_CHIP_GROUPID" val="5e6b05596848fb12bee65ac8"/>
  <p:tag name="KSO_WM_CHIP_XID" val="5e6b05596848fb12bee65aca"/>
  <p:tag name="KSO_WM_UNIT_DEC_AREA_ID" val="3fe90d637a704494ab24df4a7c7a8da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c9f53a6766c460e8a3870e58db9b32d"/>
  <p:tag name="KSO_WM_UNIT_TEXT_FILL_FORE_SCHEMECOLOR_INDEX_BRIGHTNESS" val="0.25"/>
  <p:tag name="KSO_WM_UNIT_TEXT_FILL_FORE_SCHEMECOLOR_INDEX" val="13"/>
  <p:tag name="KSO_WM_UNIT_TEXT_FILL_TYPE" val="1"/>
  <p:tag name="KSO_WM_TEMPLATE_ASSEMBLE_XID" val="60656ea04054ed1e2fb7fcbc"/>
  <p:tag name="KSO_WM_TEMPLATE_ASSEMBLE_GROUPID" val="60656ea04054ed1e2fb7fcbc"/>
  <p:tag name="WM_BEAUTIFY_ZORDER_FLAG_TAG" val="6"/>
</p:tagLst>
</file>

<file path=ppt/tags/tag5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3&quot;,&quot;maxSize&quot;:{&quot;size1&quot;:31.1},&quot;minSize&quot;:{&quot;size1&quot;:17.8},&quot;normalSize&quot;:{&quot;size1&quot;:17.8},&quot;subLayout&quot;:[{&quot;id&quot;:&quot;2023-06-23T09:17:53&quot;,&quot;maxSize&quot;:{&quot;size1&quot;:100},&quot;minSize&quot;:{&quot;size1&quot;:61.7},&quot;normalSize&quot;:{&quot;size1&quot;:61.7},&quot;subLayout&quot;:[{&quot;id&quot;:&quot;2023-06-23T09:17:53&quot;,&quot;margin&quot;:{&quot;bottom&quot;:0,&quot;left&quot;:1.2699999809265137,&quot;right&quot;:1.2699999809265137,&quot;top&quot;:0.4230000376701355},&quot;type&quot;:0},{&quot;id&quot;:&quot;2023-06-23T09:17:53&quot;,&quot;margin&quot;:{&quot;bottom&quot;:0.025999998673796654,&quot;left&quot;:1.2699999809265137,&quot;right&quot;:1.2699999809265137,&quot;top&quot;:0.025999998673796654},&quot;type&quot;:0}],&quot;type&quot;:0},{&quot;id&quot;:&quot;2023-06-23T09:17:53&quot;,&quot;margin&quot;:{&quot;bottom&quot;:0.847000002861023,&quot;left&quot;:1.2699999809265137,&quot;right&quot;:1.2699999809265137,&quot;top&quot;:1.2699999809265137},&quot;type&quot;:0}],&quot;type&quot;:0}"/>
  <p:tag name="KSO_WM_SLIDE_BACKGROUND_TYPE" val="general"/>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4_1"/>
  <p:tag name="KSO_WM_TEMPLATE_CATEGORY" val="diagram"/>
  <p:tag name="KSO_WM_TEMPLATE_INDEX" val="20214861"/>
  <p:tag name="KSO_WM_UNIT_LAYERLEVEL" val="1_1_1"/>
  <p:tag name="KSO_WM_TAG_VERSION" val="1.0"/>
  <p:tag name="KSO_WM_BEAUTIFY_FLAG" val="#wm#"/>
  <p:tag name="KSO_WM_UNIT_TYPE" val="m_h_i"/>
  <p:tag name="KSO_WM_UNIT_INDEX" val="1_4_1"/>
  <p:tag name="KSO_WM_UNIT_FILL_FORE_SCHEMECOLOR_INDEX_BRIGHTNESS" val="0.8"/>
  <p:tag name="KSO_WM_UNIT_FILL_FORE_SCHEMECOLOR_INDEX" val="15"/>
  <p:tag name="KSO_WM_UNIT_FILL_TYPE"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3_1"/>
  <p:tag name="KSO_WM_TEMPLATE_CATEGORY" val="diagram"/>
  <p:tag name="KSO_WM_TEMPLATE_INDEX" val="20214861"/>
  <p:tag name="KSO_WM_UNIT_LAYERLEVEL" val="1_1_1"/>
  <p:tag name="KSO_WM_TAG_VERSION" val="1.0"/>
  <p:tag name="KSO_WM_BEAUTIFY_FLAG" val="#wm#"/>
  <p:tag name="KSO_WM_UNIT_TYPE" val="m_h_i"/>
  <p:tag name="KSO_WM_UNIT_INDEX" val="1_3_1"/>
  <p:tag name="KSO_WM_UNIT_FILL_FORE_SCHEMECOLOR_INDEX_BRIGHTNESS" val="0.8"/>
  <p:tag name="KSO_WM_UNIT_FILL_FORE_SCHEMECOLOR_INDEX" val="15"/>
  <p:tag name="KSO_WM_UNIT_FILL_TYPE" val="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2_1"/>
  <p:tag name="KSO_WM_TEMPLATE_CATEGORY" val="diagram"/>
  <p:tag name="KSO_WM_TEMPLATE_INDEX" val="20214861"/>
  <p:tag name="KSO_WM_UNIT_LAYERLEVEL" val="1_1_1"/>
  <p:tag name="KSO_WM_TAG_VERSION" val="1.0"/>
  <p:tag name="KSO_WM_BEAUTIFY_FLAG" val="#wm#"/>
  <p:tag name="KSO_WM_UNIT_TYPE" val="m_h_i"/>
  <p:tag name="KSO_WM_UNIT_INDEX" val="1_2_1"/>
  <p:tag name="KSO_WM_UNIT_FILL_FORE_SCHEMECOLOR_INDEX_BRIGHTNESS" val="0.8"/>
  <p:tag name="KSO_WM_UNIT_FILL_FORE_SCHEMECOLOR_INDEX" val="15"/>
  <p:tag name="KSO_WM_UNIT_FILL_TYPE"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1_1"/>
  <p:tag name="KSO_WM_TEMPLATE_CATEGORY" val="diagram"/>
  <p:tag name="KSO_WM_TEMPLATE_INDEX" val="20214861"/>
  <p:tag name="KSO_WM_UNIT_LAYERLEVEL" val="1_1_1"/>
  <p:tag name="KSO_WM_TAG_VERSION" val="1.0"/>
  <p:tag name="KSO_WM_BEAUTIFY_FLAG" val="#wm#"/>
  <p:tag name="KSO_WM_UNIT_TYPE" val="m_h_i"/>
  <p:tag name="KSO_WM_UNIT_INDEX" val="1_1_1"/>
  <p:tag name="KSO_WM_UNIT_FILL_FORE_SCHEMECOLOR_INDEX_BRIGHTNESS" val="0"/>
  <p:tag name="KSO_WM_UNIT_FILL_FORE_SCHEMECOLOR_INDEX" val="5"/>
  <p:tag name="KSO_WM_UNIT_FILL_TYPE" val="1"/>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1_2"/>
  <p:tag name="KSO_WM_TEMPLATE_CATEGORY" val="diagram"/>
  <p:tag name="KSO_WM_TEMPLATE_INDEX" val="20214861"/>
  <p:tag name="KSO_WM_UNIT_LAYERLEVEL" val="1_1_1"/>
  <p:tag name="KSO_WM_TAG_VERSION" val="1.0"/>
  <p:tag name="KSO_WM_BEAUTIFY_FLAG" val="#wm#"/>
  <p:tag name="KSO_WM_UNIT_TYPE" val="m_h_i"/>
  <p:tag name="KSO_WM_UNIT_INDEX" val="1_1_2"/>
  <p:tag name="KSO_WM_UNIT_FILL_FORE_SCHEMECOLOR_INDEX_BRIGHTNESS" val="0.8"/>
  <p:tag name="KSO_WM_UNIT_FILL_FORE_SCHEMECOLOR_INDEX" val="15"/>
  <p:tag name="KSO_WM_UNIT_FILL_TYPE" val="1"/>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2_2"/>
  <p:tag name="KSO_WM_TEMPLATE_CATEGORY" val="diagram"/>
  <p:tag name="KSO_WM_TEMPLATE_INDEX" val="20214861"/>
  <p:tag name="KSO_WM_UNIT_LAYERLEVEL" val="1_1_1"/>
  <p:tag name="KSO_WM_TAG_VERSION" val="1.0"/>
  <p:tag name="KSO_WM_BEAUTIFY_FLAG" val="#wm#"/>
  <p:tag name="KSO_WM_UNIT_TYPE" val="m_h_i"/>
  <p:tag name="KSO_WM_UNIT_INDEX" val="1_2_2"/>
  <p:tag name="KSO_WM_UNIT_FILL_FORE_SCHEMECOLOR_INDEX_BRIGHTNESS" val="0"/>
  <p:tag name="KSO_WM_UNIT_FILL_FORE_SCHEMECOLOR_INDEX" val="7"/>
  <p:tag name="KSO_WM_UNIT_FILL_TYPE" val="1"/>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3_2"/>
  <p:tag name="KSO_WM_TEMPLATE_CATEGORY" val="diagram"/>
  <p:tag name="KSO_WM_TEMPLATE_INDEX" val="20214861"/>
  <p:tag name="KSO_WM_UNIT_LAYERLEVEL" val="1_1_1"/>
  <p:tag name="KSO_WM_TAG_VERSION" val="1.0"/>
  <p:tag name="KSO_WM_BEAUTIFY_FLAG" val="#wm#"/>
  <p:tag name="KSO_WM_UNIT_TYPE" val="m_h_i"/>
  <p:tag name="KSO_WM_UNIT_INDEX" val="1_3_2"/>
  <p:tag name="KSO_WM_UNIT_FILL_FORE_SCHEMECOLOR_INDEX_BRIGHTNESS" val="0"/>
  <p:tag name="KSO_WM_UNIT_FILL_FORE_SCHEMECOLOR_INDEX" val="10"/>
  <p:tag name="KSO_WM_UNIT_FILL_TYPE" val="1"/>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i*1_4_2"/>
  <p:tag name="KSO_WM_TEMPLATE_CATEGORY" val="diagram"/>
  <p:tag name="KSO_WM_TEMPLATE_INDEX" val="20214861"/>
  <p:tag name="KSO_WM_UNIT_LAYERLEVEL" val="1_1_1"/>
  <p:tag name="KSO_WM_TAG_VERSION" val="1.0"/>
  <p:tag name="KSO_WM_BEAUTIFY_FLAG" val="#wm#"/>
  <p:tag name="KSO_WM_UNIT_TYPE" val="m_h_i"/>
  <p:tag name="KSO_WM_UNIT_INDEX" val="1_4_2"/>
  <p:tag name="KSO_WM_UNIT_FILL_FORE_SCHEMECOLOR_INDEX_BRIGHTNESS" val="0"/>
  <p:tag name="KSO_WM_UNIT_FILL_FORE_SCHEMECOLOR_INDEX" val="5"/>
  <p:tag name="KSO_WM_UNIT_FILL_TYPE"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1_1"/>
  <p:tag name="KSO_WM_TEMPLATE_CATEGORY" val="diagram"/>
  <p:tag name="KSO_WM_TEMPLATE_INDEX" val="20214861"/>
  <p:tag name="KSO_WM_UNIT_LAYERLEVEL" val="1_1_1"/>
  <p:tag name="KSO_WM_TAG_VERSION" val="1.0"/>
  <p:tag name="KSO_WM_BEAUTIFY_FLAG" val="#wm#"/>
  <p:tag name="KSO_WM_UNIT_VALUE" val="156*156"/>
  <p:tag name="KSO_WM_UNIT_TYPE" val="m_h_x"/>
  <p:tag name="KSO_WM_UNIT_INDEX" val="1_1_1"/>
  <p:tag name="KSO_WM_UNIT_FILL_FORE_SCHEMECOLOR_INDEX_BRIGHTNESS" val="0"/>
  <p:tag name="KSO_WM_UNIT_FILL_FORE_SCHEMECOLOR_INDEX" val="6"/>
  <p:tag name="KSO_WM_UNIT_FILL_TYPE" val="1"/>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2_1"/>
  <p:tag name="KSO_WM_TEMPLATE_CATEGORY" val="diagram"/>
  <p:tag name="KSO_WM_TEMPLATE_INDEX" val="20214861"/>
  <p:tag name="KSO_WM_UNIT_LAYERLEVEL" val="1_1_1"/>
  <p:tag name="KSO_WM_TAG_VERSION" val="1.0"/>
  <p:tag name="KSO_WM_BEAUTIFY_FLAG" val="#wm#"/>
  <p:tag name="KSO_WM_UNIT_VALUE" val="132*132"/>
  <p:tag name="KSO_WM_UNIT_TYPE" val="m_h_x"/>
  <p:tag name="KSO_WM_UNIT_INDEX" val="1_2_1"/>
  <p:tag name="KSO_WM_UNIT_FILL_FORE_SCHEMECOLOR_INDEX_BRIGHTNESS" val="0"/>
  <p:tag name="KSO_WM_UNIT_FILL_FORE_SCHEMECOLOR_INDEX" val="7"/>
  <p:tag name="KSO_WM_UNIT_FILL_TYPE" val="1"/>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3_1"/>
  <p:tag name="KSO_WM_TEMPLATE_CATEGORY" val="diagram"/>
  <p:tag name="KSO_WM_TEMPLATE_INDEX" val="20214861"/>
  <p:tag name="KSO_WM_UNIT_LAYERLEVEL" val="1_1_1"/>
  <p:tag name="KSO_WM_TAG_VERSION" val="1.0"/>
  <p:tag name="KSO_WM_BEAUTIFY_FLAG" val="#wm#"/>
  <p:tag name="KSO_WM_UNIT_VALUE" val="150*154"/>
  <p:tag name="KSO_WM_UNIT_TYPE" val="m_h_x"/>
  <p:tag name="KSO_WM_UNIT_INDEX" val="1_3_1"/>
  <p:tag name="KSO_WM_UNIT_FILL_FORE_SCHEMECOLOR_INDEX_BRIGHTNESS" val="0"/>
  <p:tag name="KSO_WM_UNIT_FILL_FORE_SCHEMECOLOR_INDEX" val="8"/>
  <p:tag name="KSO_WM_UNIT_FILL_TYPE" val="1"/>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14861_3*m_h_x*1_4_1"/>
  <p:tag name="KSO_WM_TEMPLATE_CATEGORY" val="diagram"/>
  <p:tag name="KSO_WM_TEMPLATE_INDEX" val="20214861"/>
  <p:tag name="KSO_WM_UNIT_LAYERLEVEL" val="1_1_1"/>
  <p:tag name="KSO_WM_TAG_VERSION" val="1.0"/>
  <p:tag name="KSO_WM_BEAUTIFY_FLAG" val="#wm#"/>
  <p:tag name="KSO_WM_UNIT_VALUE" val="157*138"/>
  <p:tag name="KSO_WM_UNIT_TYPE" val="m_h_x"/>
  <p:tag name="KSO_WM_UNIT_INDEX" val="1_4_1"/>
  <p:tag name="KSO_WM_UNIT_FILL_FORE_SCHEMECOLOR_INDEX_BRIGHTNESS" val="0"/>
  <p:tag name="KSO_WM_UNIT_FILL_FORE_SCHEMECOLOR_INDEX" val="9"/>
  <p:tag name="KSO_WM_UNIT_FILL_TYPE" val="1"/>
</p:tagLst>
</file>

<file path=ppt/tags/tag57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14861_3*m_h_f*1_1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7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4861_3*m_h_f*1_2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7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14861_3*m_h_f*1_3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7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14861_3*m_h_f*1_4_1"/>
  <p:tag name="KSO_WM_TEMPLATE_CATEGORY" val="diagram"/>
  <p:tag name="KSO_WM_TEMPLATE_INDEX" val="20214861"/>
  <p:tag name="KSO_WM_UNIT_LAYERLEVEL" val="1_1_1"/>
  <p:tag name="KSO_WM_TAG_VERSION" val="1.0"/>
  <p:tag name="KSO_WM_BEAUTIFY_FLAG" val="#wm#"/>
  <p:tag name="KSO_WM_UNIT_VALUE" val="32"/>
  <p:tag name="KSO_WM_UNIT_PRESET_TEXT" val="单击此处输入你的正文，文字是您思想的提炼，为了最终演示发布的良好效果。"/>
  <p:tag name="KSO_WM_UNIT_TEXT_FILL_FORE_SCHEMECOLOR_INDEX_BRIGHTNESS" val="0.35"/>
  <p:tag name="KSO_WM_UNIT_TEXT_FILL_FORE_SCHEMECOLOR_INDEX" val="13"/>
  <p:tag name="KSO_WM_UNIT_TEXT_FILL_TYPE" val="1"/>
</p:tagLst>
</file>

<file path=ppt/tags/tag57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09:17:53&quot;,&quot;maxSize&quot;:{&quot;size1&quot;:31.1},&quot;minSize&quot;:{&quot;size1&quot;:17.8},&quot;normalSize&quot;:{&quot;size1&quot;:17.8},&quot;subLayout&quot;:[{&quot;id&quot;:&quot;2023-06-23T09:17:53&quot;,&quot;maxSize&quot;:{&quot;size1&quot;:100},&quot;minSize&quot;:{&quot;size1&quot;:61.7},&quot;normalSize&quot;:{&quot;size1&quot;:61.7},&quot;subLayout&quot;:[{&quot;id&quot;:&quot;2023-06-23T09:17:53&quot;,&quot;margin&quot;:{&quot;bottom&quot;:0,&quot;left&quot;:1.2699999809265137,&quot;right&quot;:1.2699999809265137,&quot;top&quot;:0.4230000376701355},&quot;type&quot;:0},{&quot;id&quot;:&quot;2023-06-23T09:17:53&quot;,&quot;margin&quot;:{&quot;bottom&quot;:0.025999998673796654,&quot;left&quot;:1.2699999809265137,&quot;right&quot;:1.2699999809265137,&quot;top&quot;:0.025999998673796654},&quot;type&quot;:0}],&quot;type&quot;:0},{&quot;id&quot;:&quot;2023-06-23T09:17:53&quot;,&quot;margin&quot;:{&quot;bottom&quot;:0.847000002861023,&quot;left&quot;:1.2699999809265137,&quot;right&quot;:1.2699999809265137,&quot;top&quot;:1.2699999809265137},&quot;type&quot;:0}],&quot;type&quot;:0}"/>
  <p:tag name="KSO_WM_SLIDE_BACKGROUND_TYPE" val="general"/>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5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9129_7*l_h_i*1_1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5"/>
  <p:tag name="KSO_WM_UNIT_FILL_TYPE" val="1"/>
</p:tagLst>
</file>

<file path=ppt/tags/tag580.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9129_7*l_h_f*1_1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19129_7*l_h_i*1_1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9129_7*l_h_i*1_2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6"/>
  <p:tag name="KSO_WM_UNIT_FILL_TYPE" val="1"/>
</p:tagLst>
</file>

<file path=ppt/tags/tag583.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9129_7*l_h_f*1_2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19129_7*l_h_i*1_2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9129_7*l_h_i*1_3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7"/>
  <p:tag name="KSO_WM_UNIT_FILL_TYPE" val="1"/>
</p:tagLst>
</file>

<file path=ppt/tags/tag586.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9129_7*l_h_f*1_3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diagram20219129_7*l_h_i*1_3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19129_7*l_h_i*1_4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8"/>
  <p:tag name="KSO_WM_UNIT_FILL_TYPE" val="1"/>
</p:tagLst>
</file>

<file path=ppt/tags/tag589.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19129_7*l_h_f*1_4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2"/>
  <p:tag name="KSO_WM_UNIT_ID" val="diagram20219129_7*l_h_i*1_4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19129_7*l_h_i*1_5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9"/>
  <p:tag name="KSO_WM_UNIT_FILL_TYPE" val="1"/>
</p:tagLst>
</file>

<file path=ppt/tags/tag592.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19129_7*l_h_f*1_5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2"/>
  <p:tag name="KSO_WM_UNIT_ID" val="diagram20219129_7*l_h_i*1_5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219129_7*l_h_i*1_6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10"/>
  <p:tag name="KSO_WM_UNIT_FILL_TYPE" val="1"/>
</p:tagLst>
</file>

<file path=ppt/tags/tag595.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19129_7*l_h_f*1_6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2"/>
  <p:tag name="KSO_WM_UNIT_ID" val="diagram20219129_7*l_h_i*1_6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7_1"/>
  <p:tag name="KSO_WM_UNIT_ID" val="diagram20219129_7*l_h_i*1_7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5"/>
  <p:tag name="KSO_WM_UNIT_FILL_TYPE" val="1"/>
</p:tagLst>
</file>

<file path=ppt/tags/tag598.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7_1"/>
  <p:tag name="KSO_WM_UNIT_ID" val="diagram20219129_7*l_h_f*1_7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7_2"/>
  <p:tag name="KSO_WM_UNIT_ID" val="diagram20219129_7*l_h_i*1_7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8_1"/>
  <p:tag name="KSO_WM_UNIT_ID" val="diagram20219129_7*l_h_i*1_8_1"/>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4"/>
  <p:tag name="KSO_WM_UNIT_FILL_FORE_SCHEMECOLOR_INDEX_BRIGHTNESS" val="0"/>
  <p:tag name="KSO_WM_UNIT_FILL_FORE_SCHEMECOLOR_INDEX" val="6"/>
  <p:tag name="KSO_WM_UNIT_FILL_TYPE" val="1"/>
</p:tagLst>
</file>

<file path=ppt/tags/tag601.xml><?xml version="1.0" encoding="utf-8"?>
<p:tagLst xmlns:p="http://schemas.openxmlformats.org/presentationml/2006/main">
  <p:tag name="KSO_WM_UNIT_SUBTYPE" val="a"/>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8_1"/>
  <p:tag name="KSO_WM_UNIT_ID" val="diagram20219129_7*l_h_f*1_8_1"/>
  <p:tag name="KSO_WM_TEMPLATE_CATEGORY" val="diagram"/>
  <p:tag name="KSO_WM_TEMPLATE_INDEX" val="20219129"/>
  <p:tag name="KSO_WM_UNIT_LAYERLEVEL" val="1_1_1"/>
  <p:tag name="KSO_WM_TAG_VERSION" val="1.0"/>
  <p:tag name="KSO_WM_BEAUTIFY_FLAG" val="#wm#"/>
  <p:tag name="KSO_WM_UNIT_PRESET_TEXT" val="在此输入正文准确理解你所传达的意思在此输入正文在此输入正文"/>
  <p:tag name="KSO_WM_CHIP_GROUPID" val="60b9e79ad573a1aeab43c0e7"/>
  <p:tag name="KSO_WM_CHIP_XID" val="60b9e79ad573a1aeab43c0e8"/>
  <p:tag name="KSO_WM_ASSEMBLE_CHIP_INDEX" val="87ef87575b304f4e8af9a5de6f547598"/>
  <p:tag name="KSO_WM_UNIT_TEXT_FILL_FORE_SCHEMECOLOR_INDEX_BRIGHTNESS" val="0.25"/>
  <p:tag name="KSO_WM_UNIT_TEXT_FILL_FORE_SCHEMECOLOR_INDEX" val="13"/>
  <p:tag name="KSO_WM_UNIT_TEXT_FILL_TYPE" val="1"/>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8_2"/>
  <p:tag name="KSO_WM_UNIT_ID" val="diagram20219129_7*l_h_i*1_8_2"/>
  <p:tag name="KSO_WM_TEMPLATE_CATEGORY" val="diagram"/>
  <p:tag name="KSO_WM_TEMPLATE_INDEX" val="20219129"/>
  <p:tag name="KSO_WM_UNIT_LAYERLEVEL" val="1_1_1"/>
  <p:tag name="KSO_WM_TAG_VERSION" val="1.0"/>
  <p:tag name="KSO_WM_BEAUTIFY_FLAG" val="#wm#"/>
  <p:tag name="KSO_WM_CHIP_GROUPID" val="60b9e79ad573a1aeab43c0e7"/>
  <p:tag name="KSO_WM_CHIP_XID" val="60b9e79ad573a1aeab43c0e8"/>
  <p:tag name="KSO_WM_ASSEMBLE_CHIP_INDEX" val="87ef87575b304f4e8af9a5de6f547598"/>
  <p:tag name="KSO_WM_UNIT_VALUE" val="1"/>
  <p:tag name="KSO_WM_UNIT_TEXT_FILL_FORE_SCHEMECOLOR_INDEX_BRIGHTNESS" val="0"/>
  <p:tag name="KSO_WM_UNIT_TEXT_FILL_FORE_SCHEMECOLOR_INDEX" val="14"/>
  <p:tag name="KSO_WM_UNIT_TEXT_FILL_TYPE" val="1"/>
</p:tagLst>
</file>

<file path=ppt/tags/tag6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09:17:53&quot;,&quot;maxSize&quot;:{&quot;size1&quot;:20},&quot;minSize&quot;:{&quot;size1&quot;:11.2},&quot;normalSize&quot;:{&quot;size1&quot;:11.2},&quot;subLayout&quot;:[{&quot;id&quot;:&quot;2023-06-23T09:17:53&quot;,&quot;margin&quot;:{&quot;bottom&quot;:0.025999998673796654,&quot;left&quot;:1.2699999809265137,&quot;right&quot;:1.2699999809265137,&quot;top&quot;:0.4230000376701355},&quot;type&quot;:0},{&quot;id&quot;:&quot;2023-06-23T09:17:5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605.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606.xml><?xml version="1.0" encoding="utf-8"?>
<p:tagLst xmlns:p="http://schemas.openxmlformats.org/presentationml/2006/main">
  <p:tag name="KSO_WPP_MARK_KEY" val="3a73a684-82b2-4003-b25b-6c9f3ecaa6bd"/>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9600</Words>
  <Application>WPS 演示</Application>
  <PresentationFormat>宽屏</PresentationFormat>
  <Paragraphs>386</Paragraphs>
  <Slides>52</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52</vt:i4>
      </vt:variant>
    </vt:vector>
  </HeadingPairs>
  <TitlesOfParts>
    <vt:vector size="66" baseType="lpstr">
      <vt:lpstr>Arial</vt:lpstr>
      <vt:lpstr>宋体</vt:lpstr>
      <vt:lpstr>Wingdings</vt:lpstr>
      <vt:lpstr>微软雅黑</vt:lpstr>
      <vt:lpstr>Segoe UI</vt:lpstr>
      <vt:lpstr>Arial Unicode MS</vt:lpstr>
      <vt:lpstr>Open Sans</vt:lpstr>
      <vt:lpstr>Montserrat Black</vt:lpstr>
      <vt:lpstr>Segoe Print</vt:lpstr>
      <vt:lpstr>Arial Black</vt:lpstr>
      <vt:lpstr>Calibri</vt:lpstr>
      <vt:lpstr>Times New Roman</vt:lpstr>
      <vt:lpstr>Office 主题​​</vt:lpstr>
      <vt:lpstr>1_Office 主题​​</vt:lpstr>
      <vt:lpstr>第 1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57</cp:revision>
  <dcterms:created xsi:type="dcterms:W3CDTF">2023-06-23T01:18:00Z</dcterms:created>
  <dcterms:modified xsi:type="dcterms:W3CDTF">2023-06-23T03:25:26Z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