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
  </p:notesMasterIdLst>
  <p:handoutMasterIdLst>
    <p:handoutMasterId r:id="rId38"/>
  </p:handoutMasterIdLst>
  <p:sldIdLst>
    <p:sldId id="257" r:id="rId4"/>
    <p:sldId id="260" r:id="rId6"/>
    <p:sldId id="262" r:id="rId7"/>
    <p:sldId id="269" r:id="rId8"/>
    <p:sldId id="272" r:id="rId9"/>
    <p:sldId id="276" r:id="rId10"/>
    <p:sldId id="281" r:id="rId11"/>
    <p:sldId id="283" r:id="rId12"/>
    <p:sldId id="286" r:id="rId13"/>
    <p:sldId id="287" r:id="rId14"/>
    <p:sldId id="292" r:id="rId15"/>
    <p:sldId id="294" r:id="rId16"/>
    <p:sldId id="297" r:id="rId17"/>
    <p:sldId id="299" r:id="rId18"/>
    <p:sldId id="303" r:id="rId19"/>
    <p:sldId id="304" r:id="rId20"/>
    <p:sldId id="307" r:id="rId21"/>
    <p:sldId id="309" r:id="rId22"/>
    <p:sldId id="312" r:id="rId23"/>
    <p:sldId id="315" r:id="rId24"/>
    <p:sldId id="316" r:id="rId25"/>
    <p:sldId id="317" r:id="rId26"/>
    <p:sldId id="318" r:id="rId27"/>
    <p:sldId id="319" r:id="rId28"/>
    <p:sldId id="323" r:id="rId29"/>
    <p:sldId id="324" r:id="rId30"/>
    <p:sldId id="325" r:id="rId31"/>
    <p:sldId id="327" r:id="rId32"/>
    <p:sldId id="329" r:id="rId33"/>
    <p:sldId id="332" r:id="rId34"/>
    <p:sldId id="333" r:id="rId35"/>
    <p:sldId id="336" r:id="rId36"/>
    <p:sldId id="341" r:id="rId37"/>
  </p:sldIdLst>
  <p:sldSz cx="12192000" cy="6858000"/>
  <p:notesSz cx="7103745" cy="10234295"/>
  <p:custDataLst>
    <p:tags r:id="rId4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59"/>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3" Type="http://schemas.openxmlformats.org/officeDocument/2006/relationships/tags" Target="tags/tag378.xml"/><Relationship Id="rId42" Type="http://schemas.openxmlformats.org/officeDocument/2006/relationships/commentAuthors" Target="commentAuthors.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1.xml"/><Relationship Id="rId39" Type="http://schemas.openxmlformats.org/officeDocument/2006/relationships/presProps" Target="presProps.xml"/><Relationship Id="rId38" Type="http://schemas.openxmlformats.org/officeDocument/2006/relationships/handoutMaster" Target="handoutMasters/handoutMaster1.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0" Type="http://schemas.openxmlformats.org/officeDocument/2006/relationships/tags" Target="../tags/tag99.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0" Type="http://schemas.openxmlformats.org/officeDocument/2006/relationships/tags" Target="../tags/tag116.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8" name="任意形状 8"/>
          <p:cNvSpPr/>
          <p:nvPr userDrawn="1">
            <p:custDataLst>
              <p:tags r:id="rId3"/>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9" name="任意形状 9"/>
          <p:cNvSpPr/>
          <p:nvPr userDrawn="1">
            <p:custDataLst>
              <p:tags r:id="rId4"/>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矩形 9"/>
          <p:cNvSpPr/>
          <p:nvPr userDrawn="1">
            <p:custDataLst>
              <p:tags r:id="rId5"/>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custDataLst>
              <p:tags r:id="rId6"/>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custDataLst>
              <p:tags r:id="rId7"/>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custDataLst>
              <p:tags r:id="rId8"/>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日期占位符 1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p:txBody>
          <a:bodyPr/>
          <a:lstStyle/>
          <a:p>
            <a:endParaRPr lang="zh-CN" altLang="en-US" dirty="0"/>
          </a:p>
        </p:txBody>
      </p:sp>
      <p:sp>
        <p:nvSpPr>
          <p:cNvPr id="18" name="灯片编号占位符 1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2" name="标题 1"/>
          <p:cNvSpPr>
            <a:spLocks noGrp="1"/>
          </p:cNvSpPr>
          <p:nvPr>
            <p:ph type="title" hasCustomPrompt="1"/>
            <p:custDataLst>
              <p:tags r:id="rId3"/>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charset="-122"/>
              </a:defRPr>
            </a:lvl1pPr>
            <a:lvl2pPr>
              <a:defRPr sz="1600" baseline="0">
                <a:solidFill>
                  <a:schemeClr val="tx1">
                    <a:lumMod val="75000"/>
                    <a:lumOff val="25000"/>
                  </a:schemeClr>
                </a:solidFill>
                <a:latin typeface="Arial" panose="020B0604020202020204" pitchFamily="34" charset="0"/>
                <a:ea typeface="微软雅黑" panose="020B0503020204020204" charset="-122"/>
              </a:defRPr>
            </a:lvl2pPr>
            <a:lvl3pPr>
              <a:defRPr sz="1600" baseline="0">
                <a:solidFill>
                  <a:schemeClr val="tx1">
                    <a:lumMod val="75000"/>
                    <a:lumOff val="25000"/>
                  </a:schemeClr>
                </a:solidFill>
                <a:latin typeface="Arial" panose="020B0604020202020204" pitchFamily="34" charset="0"/>
                <a:ea typeface="微软雅黑" panose="020B0503020204020204" charset="-122"/>
              </a:defRPr>
            </a:lvl3pPr>
            <a:lvl4pPr>
              <a:defRPr sz="1600" baseline="0">
                <a:solidFill>
                  <a:schemeClr val="tx1">
                    <a:lumMod val="75000"/>
                    <a:lumOff val="25000"/>
                  </a:schemeClr>
                </a:solidFill>
                <a:latin typeface="Arial" panose="020B0604020202020204" pitchFamily="34" charset="0"/>
                <a:ea typeface="微软雅黑" panose="020B0503020204020204" charset="-122"/>
              </a:defRPr>
            </a:lvl4pPr>
            <a:lvl5pPr>
              <a:defRPr sz="1600"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9" name="矩形 8"/>
          <p:cNvSpPr/>
          <p:nvPr userDrawn="1">
            <p:custDataLst>
              <p:tags r:id="rId3"/>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形状 8"/>
          <p:cNvSpPr/>
          <p:nvPr userDrawn="1">
            <p:custDataLst>
              <p:tags r:id="rId4"/>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8" name="任意形状 9"/>
          <p:cNvSpPr/>
          <p:nvPr userDrawn="1">
            <p:custDataLst>
              <p:tags r:id="rId5"/>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6"/>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p:txBody>
          <a:bodyPr>
            <a:normAutofit/>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3"/>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6" name="任意形状 8"/>
          <p:cNvSpPr/>
          <p:nvPr userDrawn="1">
            <p:custDataLst>
              <p:tags r:id="rId3"/>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任意形状 9"/>
          <p:cNvSpPr/>
          <p:nvPr userDrawn="1">
            <p:custDataLst>
              <p:tags r:id="rId4"/>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5"/>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8" name="任意形状 9"/>
          <p:cNvSpPr/>
          <p:nvPr userDrawn="1">
            <p:custDataLst>
              <p:tags r:id="rId3"/>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4"/>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 name="任意形状 9"/>
          <p:cNvSpPr/>
          <p:nvPr userDrawn="1">
            <p:custDataLst>
              <p:tags r:id="rId3"/>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hasCustomPrompt="1"/>
            <p:custDataLst>
              <p:tags r:id="rId3"/>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5" Type="http://schemas.openxmlformats.org/officeDocument/2006/relationships/theme" Target="../theme/theme2.xml"/><Relationship Id="rId24" Type="http://schemas.openxmlformats.org/officeDocument/2006/relationships/tags" Target="../tags/tag128.xml"/><Relationship Id="rId23" Type="http://schemas.openxmlformats.org/officeDocument/2006/relationships/tags" Target="../tags/tag127.xml"/><Relationship Id="rId22" Type="http://schemas.openxmlformats.org/officeDocument/2006/relationships/tags" Target="../tags/tag126.xml"/><Relationship Id="rId21" Type="http://schemas.openxmlformats.org/officeDocument/2006/relationships/tags" Target="../tags/tag125.xml"/><Relationship Id="rId20" Type="http://schemas.openxmlformats.org/officeDocument/2006/relationships/tags" Target="../tags/tag124.xml"/><Relationship Id="rId2" Type="http://schemas.openxmlformats.org/officeDocument/2006/relationships/slideLayout" Target="../slideLayouts/slideLayout12.xml"/><Relationship Id="rId19" Type="http://schemas.openxmlformats.org/officeDocument/2006/relationships/tags" Target="../tags/tag123.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1.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tags" Target="../tags/tag150.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63.xml"/><Relationship Id="rId6" Type="http://schemas.openxmlformats.org/officeDocument/2006/relationships/tags" Target="../tags/tag162.xml"/><Relationship Id="rId5" Type="http://schemas.openxmlformats.org/officeDocument/2006/relationships/tags" Target="../tags/tag161.xml"/><Relationship Id="rId4" Type="http://schemas.openxmlformats.org/officeDocument/2006/relationships/tags" Target="../tags/tag160.xml"/><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69.xml"/><Relationship Id="rId5" Type="http://schemas.openxmlformats.org/officeDocument/2006/relationships/tags" Target="../tags/tag168.xml"/><Relationship Id="rId4" Type="http://schemas.openxmlformats.org/officeDocument/2006/relationships/tags" Target="../tags/tag167.xml"/><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76.xml"/><Relationship Id="rId7" Type="http://schemas.openxmlformats.org/officeDocument/2006/relationships/image" Target="../media/image1.png"/><Relationship Id="rId6" Type="http://schemas.openxmlformats.org/officeDocument/2006/relationships/tags" Target="../tags/tag175.xml"/><Relationship Id="rId5" Type="http://schemas.openxmlformats.org/officeDocument/2006/relationships/tags" Target="../tags/tag174.xml"/><Relationship Id="rId4" Type="http://schemas.openxmlformats.org/officeDocument/2006/relationships/tags" Target="../tags/tag173.xml"/><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83.xml"/><Relationship Id="rId6" Type="http://schemas.openxmlformats.org/officeDocument/2006/relationships/tags" Target="../tags/tag182.xml"/><Relationship Id="rId5" Type="http://schemas.openxmlformats.org/officeDocument/2006/relationships/tags" Target="../tags/tag181.xml"/><Relationship Id="rId4" Type="http://schemas.openxmlformats.org/officeDocument/2006/relationships/tags" Target="../tags/tag180.xml"/><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90.xml"/><Relationship Id="rId7" Type="http://schemas.openxmlformats.org/officeDocument/2006/relationships/image" Target="../media/image2.png"/><Relationship Id="rId6" Type="http://schemas.openxmlformats.org/officeDocument/2006/relationships/tags" Target="../tags/tag189.xml"/><Relationship Id="rId5" Type="http://schemas.openxmlformats.org/officeDocument/2006/relationships/tags" Target="../tags/tag188.xml"/><Relationship Id="rId4" Type="http://schemas.openxmlformats.org/officeDocument/2006/relationships/tags" Target="../tags/tag187.xml"/><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tags" Target="../tags/tag184.xml"/></Relationships>
</file>

<file path=ppt/slides/_rels/slide11.xml.rels><?xml version="1.0" encoding="UTF-8" standalone="yes"?>
<Relationships xmlns="http://schemas.openxmlformats.org/package/2006/relationships"><Relationship Id="rId9" Type="http://schemas.openxmlformats.org/officeDocument/2006/relationships/tags" Target="../tags/tag199.xml"/><Relationship Id="rId8" Type="http://schemas.openxmlformats.org/officeDocument/2006/relationships/tags" Target="../tags/tag198.xml"/><Relationship Id="rId7" Type="http://schemas.openxmlformats.org/officeDocument/2006/relationships/tags" Target="../tags/tag197.xml"/><Relationship Id="rId6" Type="http://schemas.openxmlformats.org/officeDocument/2006/relationships/tags" Target="../tags/tag196.xml"/><Relationship Id="rId5" Type="http://schemas.openxmlformats.org/officeDocument/2006/relationships/tags" Target="../tags/tag195.xml"/><Relationship Id="rId4" Type="http://schemas.openxmlformats.org/officeDocument/2006/relationships/tags" Target="../tags/tag194.xml"/><Relationship Id="rId3" Type="http://schemas.openxmlformats.org/officeDocument/2006/relationships/tags" Target="../tags/tag193.xml"/><Relationship Id="rId2" Type="http://schemas.openxmlformats.org/officeDocument/2006/relationships/tags" Target="../tags/tag192.xml"/><Relationship Id="rId16" Type="http://schemas.openxmlformats.org/officeDocument/2006/relationships/slideLayout" Target="../slideLayouts/slideLayout17.xml"/><Relationship Id="rId15" Type="http://schemas.openxmlformats.org/officeDocument/2006/relationships/tags" Target="../tags/tag205.xml"/><Relationship Id="rId14" Type="http://schemas.openxmlformats.org/officeDocument/2006/relationships/tags" Target="../tags/tag204.xml"/><Relationship Id="rId13" Type="http://schemas.openxmlformats.org/officeDocument/2006/relationships/tags" Target="../tags/tag203.xml"/><Relationship Id="rId12" Type="http://schemas.openxmlformats.org/officeDocument/2006/relationships/tags" Target="../tags/tag202.xml"/><Relationship Id="rId11" Type="http://schemas.openxmlformats.org/officeDocument/2006/relationships/tags" Target="../tags/tag201.xml"/><Relationship Id="rId10" Type="http://schemas.openxmlformats.org/officeDocument/2006/relationships/tags" Target="../tags/tag200.xml"/><Relationship Id="rId1" Type="http://schemas.openxmlformats.org/officeDocument/2006/relationships/tags" Target="../tags/tag191.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212.xml"/><Relationship Id="rId7" Type="http://schemas.openxmlformats.org/officeDocument/2006/relationships/image" Target="../media/image3.png"/><Relationship Id="rId6" Type="http://schemas.openxmlformats.org/officeDocument/2006/relationships/tags" Target="../tags/tag211.xml"/><Relationship Id="rId5" Type="http://schemas.openxmlformats.org/officeDocument/2006/relationships/tags" Target="../tags/tag210.xml"/><Relationship Id="rId4" Type="http://schemas.openxmlformats.org/officeDocument/2006/relationships/tags" Target="../tags/tag209.xml"/><Relationship Id="rId3" Type="http://schemas.openxmlformats.org/officeDocument/2006/relationships/tags" Target="../tags/tag208.xml"/><Relationship Id="rId2" Type="http://schemas.openxmlformats.org/officeDocument/2006/relationships/tags" Target="../tags/tag207.xml"/><Relationship Id="rId1" Type="http://schemas.openxmlformats.org/officeDocument/2006/relationships/tags" Target="../tags/tag206.xml"/></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19.xml"/><Relationship Id="rId6" Type="http://schemas.openxmlformats.org/officeDocument/2006/relationships/tags" Target="../tags/tag218.xml"/><Relationship Id="rId5" Type="http://schemas.openxmlformats.org/officeDocument/2006/relationships/tags" Target="../tags/tag217.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226.xml"/><Relationship Id="rId7" Type="http://schemas.openxmlformats.org/officeDocument/2006/relationships/image" Target="../media/image4.png"/><Relationship Id="rId6" Type="http://schemas.openxmlformats.org/officeDocument/2006/relationships/tags" Target="../tags/tag225.xml"/><Relationship Id="rId5" Type="http://schemas.openxmlformats.org/officeDocument/2006/relationships/tags" Target="../tags/tag224.xml"/><Relationship Id="rId4" Type="http://schemas.openxmlformats.org/officeDocument/2006/relationships/tags" Target="../tags/tag223.xml"/><Relationship Id="rId3" Type="http://schemas.openxmlformats.org/officeDocument/2006/relationships/tags" Target="../tags/tag222.xml"/><Relationship Id="rId2" Type="http://schemas.openxmlformats.org/officeDocument/2006/relationships/tags" Target="../tags/tag221.xml"/><Relationship Id="rId1" Type="http://schemas.openxmlformats.org/officeDocument/2006/relationships/tags" Target="../tags/tag220.xml"/></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33.xml"/><Relationship Id="rId6" Type="http://schemas.openxmlformats.org/officeDocument/2006/relationships/tags" Target="../tags/tag232.xml"/><Relationship Id="rId5" Type="http://schemas.openxmlformats.org/officeDocument/2006/relationships/tags" Target="../tags/tag231.xml"/><Relationship Id="rId4" Type="http://schemas.openxmlformats.org/officeDocument/2006/relationships/tags" Target="../tags/tag230.xml"/><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tags" Target="../tags/tag227.xml"/></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40.xml"/><Relationship Id="rId6" Type="http://schemas.openxmlformats.org/officeDocument/2006/relationships/tags" Target="../tags/tag239.xml"/><Relationship Id="rId5" Type="http://schemas.openxmlformats.org/officeDocument/2006/relationships/tags" Target="../tags/tag238.xml"/><Relationship Id="rId4" Type="http://schemas.openxmlformats.org/officeDocument/2006/relationships/tags" Target="../tags/tag237.xml"/><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tags" Target="../tags/tag234.xml"/></Relationships>
</file>

<file path=ppt/slides/_rels/slide17.xml.rels><?xml version="1.0" encoding="UTF-8" standalone="yes"?>
<Relationships xmlns="http://schemas.openxmlformats.org/package/2006/relationships"><Relationship Id="rId9" Type="http://schemas.openxmlformats.org/officeDocument/2006/relationships/tags" Target="../tags/tag249.xml"/><Relationship Id="rId8" Type="http://schemas.openxmlformats.org/officeDocument/2006/relationships/tags" Target="../tags/tag248.xml"/><Relationship Id="rId7" Type="http://schemas.openxmlformats.org/officeDocument/2006/relationships/tags" Target="../tags/tag247.xml"/><Relationship Id="rId6" Type="http://schemas.openxmlformats.org/officeDocument/2006/relationships/tags" Target="../tags/tag246.xml"/><Relationship Id="rId5" Type="http://schemas.openxmlformats.org/officeDocument/2006/relationships/tags" Target="../tags/tag245.xml"/><Relationship Id="rId4" Type="http://schemas.openxmlformats.org/officeDocument/2006/relationships/tags" Target="../tags/tag244.xml"/><Relationship Id="rId3" Type="http://schemas.openxmlformats.org/officeDocument/2006/relationships/tags" Target="../tags/tag243.xml"/><Relationship Id="rId2" Type="http://schemas.openxmlformats.org/officeDocument/2006/relationships/tags" Target="../tags/tag242.xml"/><Relationship Id="rId13" Type="http://schemas.openxmlformats.org/officeDocument/2006/relationships/slideLayout" Target="../slideLayouts/slideLayout17.xml"/><Relationship Id="rId12" Type="http://schemas.openxmlformats.org/officeDocument/2006/relationships/tags" Target="../tags/tag252.xml"/><Relationship Id="rId11" Type="http://schemas.openxmlformats.org/officeDocument/2006/relationships/tags" Target="../tags/tag251.xml"/><Relationship Id="rId10" Type="http://schemas.openxmlformats.org/officeDocument/2006/relationships/tags" Target="../tags/tag250.xml"/><Relationship Id="rId1" Type="http://schemas.openxmlformats.org/officeDocument/2006/relationships/tags" Target="../tags/tag241.xml"/></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59.xml"/><Relationship Id="rId6" Type="http://schemas.openxmlformats.org/officeDocument/2006/relationships/tags" Target="../tags/tag258.xml"/><Relationship Id="rId5" Type="http://schemas.openxmlformats.org/officeDocument/2006/relationships/tags" Target="../tags/tag257.xml"/><Relationship Id="rId4" Type="http://schemas.openxmlformats.org/officeDocument/2006/relationships/tags" Target="../tags/tag256.xml"/><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66.xml"/><Relationship Id="rId6" Type="http://schemas.openxmlformats.org/officeDocument/2006/relationships/tags" Target="../tags/tag265.xml"/><Relationship Id="rId5" Type="http://schemas.openxmlformats.org/officeDocument/2006/relationships/tags" Target="../tags/tag264.xml"/><Relationship Id="rId4" Type="http://schemas.openxmlformats.org/officeDocument/2006/relationships/tags" Target="../tags/tag263.xml"/><Relationship Id="rId3" Type="http://schemas.openxmlformats.org/officeDocument/2006/relationships/tags" Target="../tags/tag262.xml"/><Relationship Id="rId2" Type="http://schemas.openxmlformats.org/officeDocument/2006/relationships/tags" Target="../tags/tag261.xml"/><Relationship Id="rId1" Type="http://schemas.openxmlformats.org/officeDocument/2006/relationships/tags" Target="../tags/tag260.xml"/></Relationships>
</file>

<file path=ppt/slides/_rels/slide20.xml.rels><?xml version="1.0" encoding="UTF-8" standalone="yes"?>
<Relationships xmlns="http://schemas.openxmlformats.org/package/2006/relationships"><Relationship Id="rId9" Type="http://schemas.openxmlformats.org/officeDocument/2006/relationships/tags" Target="../tags/tag273.xml"/><Relationship Id="rId8" Type="http://schemas.openxmlformats.org/officeDocument/2006/relationships/image" Target="../media/image6.emf"/><Relationship Id="rId7" Type="http://schemas.openxmlformats.org/officeDocument/2006/relationships/image" Target="../media/image5.emf"/><Relationship Id="rId6" Type="http://schemas.openxmlformats.org/officeDocument/2006/relationships/tags" Target="../tags/tag272.xml"/><Relationship Id="rId5" Type="http://schemas.openxmlformats.org/officeDocument/2006/relationships/tags" Target="../tags/tag271.xml"/><Relationship Id="rId4" Type="http://schemas.openxmlformats.org/officeDocument/2006/relationships/tags" Target="../tags/tag270.xml"/><Relationship Id="rId3" Type="http://schemas.openxmlformats.org/officeDocument/2006/relationships/tags" Target="../tags/tag269.xml"/><Relationship Id="rId2" Type="http://schemas.openxmlformats.org/officeDocument/2006/relationships/tags" Target="../tags/tag268.xml"/><Relationship Id="rId10" Type="http://schemas.openxmlformats.org/officeDocument/2006/relationships/slideLayout" Target="../slideLayouts/slideLayout17.xml"/><Relationship Id="rId1" Type="http://schemas.openxmlformats.org/officeDocument/2006/relationships/tags" Target="../tags/tag267.xml"/></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80.xml"/><Relationship Id="rId6" Type="http://schemas.openxmlformats.org/officeDocument/2006/relationships/tags" Target="../tags/tag279.xml"/><Relationship Id="rId5" Type="http://schemas.openxmlformats.org/officeDocument/2006/relationships/tags" Target="../tags/tag278.xml"/><Relationship Id="rId4" Type="http://schemas.openxmlformats.org/officeDocument/2006/relationships/tags" Target="../tags/tag277.xml"/><Relationship Id="rId3" Type="http://schemas.openxmlformats.org/officeDocument/2006/relationships/tags" Target="../tags/tag276.xml"/><Relationship Id="rId2" Type="http://schemas.openxmlformats.org/officeDocument/2006/relationships/tags" Target="../tags/tag275.xml"/><Relationship Id="rId1" Type="http://schemas.openxmlformats.org/officeDocument/2006/relationships/tags" Target="../tags/tag274.xml"/></Relationships>
</file>

<file path=ppt/slides/_rels/slide22.xml.rels><?xml version="1.0" encoding="UTF-8" standalone="yes"?>
<Relationships xmlns="http://schemas.openxmlformats.org/package/2006/relationships"><Relationship Id="rId9" Type="http://schemas.openxmlformats.org/officeDocument/2006/relationships/tags" Target="../tags/tag287.xml"/><Relationship Id="rId8" Type="http://schemas.openxmlformats.org/officeDocument/2006/relationships/image" Target="../media/image8.emf"/><Relationship Id="rId7" Type="http://schemas.openxmlformats.org/officeDocument/2006/relationships/image" Target="../media/image7.emf"/><Relationship Id="rId6" Type="http://schemas.openxmlformats.org/officeDocument/2006/relationships/tags" Target="../tags/tag286.xml"/><Relationship Id="rId5" Type="http://schemas.openxmlformats.org/officeDocument/2006/relationships/tags" Target="../tags/tag285.xml"/><Relationship Id="rId4" Type="http://schemas.openxmlformats.org/officeDocument/2006/relationships/tags" Target="../tags/tag284.xml"/><Relationship Id="rId3" Type="http://schemas.openxmlformats.org/officeDocument/2006/relationships/tags" Target="../tags/tag283.xml"/><Relationship Id="rId2" Type="http://schemas.openxmlformats.org/officeDocument/2006/relationships/tags" Target="../tags/tag282.xml"/><Relationship Id="rId10" Type="http://schemas.openxmlformats.org/officeDocument/2006/relationships/slideLayout" Target="../slideLayouts/slideLayout17.xml"/><Relationship Id="rId1" Type="http://schemas.openxmlformats.org/officeDocument/2006/relationships/tags" Target="../tags/tag281.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94.xml"/><Relationship Id="rId6" Type="http://schemas.openxmlformats.org/officeDocument/2006/relationships/tags" Target="../tags/tag293.xml"/><Relationship Id="rId5" Type="http://schemas.openxmlformats.org/officeDocument/2006/relationships/tags" Target="../tags/tag292.xml"/><Relationship Id="rId4" Type="http://schemas.openxmlformats.org/officeDocument/2006/relationships/tags" Target="../tags/tag291.xml"/><Relationship Id="rId3" Type="http://schemas.openxmlformats.org/officeDocument/2006/relationships/tags" Target="../tags/tag290.xml"/><Relationship Id="rId2" Type="http://schemas.openxmlformats.org/officeDocument/2006/relationships/tags" Target="../tags/tag289.xml"/><Relationship Id="rId1" Type="http://schemas.openxmlformats.org/officeDocument/2006/relationships/tags" Target="../tags/tag288.xml"/></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01.xml"/><Relationship Id="rId6" Type="http://schemas.openxmlformats.org/officeDocument/2006/relationships/tags" Target="../tags/tag300.xml"/><Relationship Id="rId5" Type="http://schemas.openxmlformats.org/officeDocument/2006/relationships/tags" Target="../tags/tag299.xml"/><Relationship Id="rId4" Type="http://schemas.openxmlformats.org/officeDocument/2006/relationships/tags" Target="../tags/tag298.xml"/><Relationship Id="rId3" Type="http://schemas.openxmlformats.org/officeDocument/2006/relationships/tags" Target="../tags/tag297.xml"/><Relationship Id="rId2" Type="http://schemas.openxmlformats.org/officeDocument/2006/relationships/tags" Target="../tags/tag296.xml"/><Relationship Id="rId1" Type="http://schemas.openxmlformats.org/officeDocument/2006/relationships/tags" Target="../tags/tag295.xml"/></Relationships>
</file>

<file path=ppt/slides/_rels/slide25.xml.rels><?xml version="1.0" encoding="UTF-8" standalone="yes"?>
<Relationships xmlns="http://schemas.openxmlformats.org/package/2006/relationships"><Relationship Id="rId9" Type="http://schemas.openxmlformats.org/officeDocument/2006/relationships/tags" Target="../tags/tag310.xml"/><Relationship Id="rId8" Type="http://schemas.openxmlformats.org/officeDocument/2006/relationships/tags" Target="../tags/tag309.xml"/><Relationship Id="rId7" Type="http://schemas.openxmlformats.org/officeDocument/2006/relationships/tags" Target="../tags/tag308.xml"/><Relationship Id="rId6" Type="http://schemas.openxmlformats.org/officeDocument/2006/relationships/tags" Target="../tags/tag307.xml"/><Relationship Id="rId5" Type="http://schemas.openxmlformats.org/officeDocument/2006/relationships/tags" Target="../tags/tag306.xml"/><Relationship Id="rId4" Type="http://schemas.openxmlformats.org/officeDocument/2006/relationships/tags" Target="../tags/tag305.xml"/><Relationship Id="rId3" Type="http://schemas.openxmlformats.org/officeDocument/2006/relationships/tags" Target="../tags/tag304.xml"/><Relationship Id="rId27" Type="http://schemas.openxmlformats.org/officeDocument/2006/relationships/slideLayout" Target="../slideLayouts/slideLayout17.xml"/><Relationship Id="rId26" Type="http://schemas.openxmlformats.org/officeDocument/2006/relationships/tags" Target="../tags/tag327.xml"/><Relationship Id="rId25" Type="http://schemas.openxmlformats.org/officeDocument/2006/relationships/tags" Target="../tags/tag326.xml"/><Relationship Id="rId24" Type="http://schemas.openxmlformats.org/officeDocument/2006/relationships/tags" Target="../tags/tag325.xml"/><Relationship Id="rId23" Type="http://schemas.openxmlformats.org/officeDocument/2006/relationships/tags" Target="../tags/tag324.xml"/><Relationship Id="rId22" Type="http://schemas.openxmlformats.org/officeDocument/2006/relationships/tags" Target="../tags/tag323.xml"/><Relationship Id="rId21" Type="http://schemas.openxmlformats.org/officeDocument/2006/relationships/tags" Target="../tags/tag322.xml"/><Relationship Id="rId20" Type="http://schemas.openxmlformats.org/officeDocument/2006/relationships/tags" Target="../tags/tag321.xml"/><Relationship Id="rId2" Type="http://schemas.openxmlformats.org/officeDocument/2006/relationships/tags" Target="../tags/tag303.xml"/><Relationship Id="rId19" Type="http://schemas.openxmlformats.org/officeDocument/2006/relationships/tags" Target="../tags/tag320.xml"/><Relationship Id="rId18" Type="http://schemas.openxmlformats.org/officeDocument/2006/relationships/tags" Target="../tags/tag319.xml"/><Relationship Id="rId17" Type="http://schemas.openxmlformats.org/officeDocument/2006/relationships/tags" Target="../tags/tag318.xml"/><Relationship Id="rId16" Type="http://schemas.openxmlformats.org/officeDocument/2006/relationships/tags" Target="../tags/tag317.xml"/><Relationship Id="rId15" Type="http://schemas.openxmlformats.org/officeDocument/2006/relationships/tags" Target="../tags/tag316.xml"/><Relationship Id="rId14" Type="http://schemas.openxmlformats.org/officeDocument/2006/relationships/tags" Target="../tags/tag315.xml"/><Relationship Id="rId13" Type="http://schemas.openxmlformats.org/officeDocument/2006/relationships/tags" Target="../tags/tag314.xml"/><Relationship Id="rId12" Type="http://schemas.openxmlformats.org/officeDocument/2006/relationships/tags" Target="../tags/tag313.xml"/><Relationship Id="rId11" Type="http://schemas.openxmlformats.org/officeDocument/2006/relationships/tags" Target="../tags/tag312.xml"/><Relationship Id="rId10" Type="http://schemas.openxmlformats.org/officeDocument/2006/relationships/tags" Target="../tags/tag311.xml"/><Relationship Id="rId1" Type="http://schemas.openxmlformats.org/officeDocument/2006/relationships/tags" Target="../tags/tag302.xml"/></Relationships>
</file>

<file path=ppt/slides/_rels/slide26.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333.xml"/><Relationship Id="rId5" Type="http://schemas.openxmlformats.org/officeDocument/2006/relationships/tags" Target="../tags/tag332.xml"/><Relationship Id="rId4" Type="http://schemas.openxmlformats.org/officeDocument/2006/relationships/tags" Target="../tags/tag331.xml"/><Relationship Id="rId3" Type="http://schemas.openxmlformats.org/officeDocument/2006/relationships/tags" Target="../tags/tag330.xml"/><Relationship Id="rId2" Type="http://schemas.openxmlformats.org/officeDocument/2006/relationships/tags" Target="../tags/tag329.xml"/><Relationship Id="rId1" Type="http://schemas.openxmlformats.org/officeDocument/2006/relationships/tags" Target="../tags/tag328.xml"/></Relationships>
</file>

<file path=ppt/slides/_rels/slide2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40.xml"/><Relationship Id="rId6" Type="http://schemas.openxmlformats.org/officeDocument/2006/relationships/tags" Target="../tags/tag339.xml"/><Relationship Id="rId5" Type="http://schemas.openxmlformats.org/officeDocument/2006/relationships/tags" Target="../tags/tag338.xml"/><Relationship Id="rId4" Type="http://schemas.openxmlformats.org/officeDocument/2006/relationships/tags" Target="../tags/tag337.xml"/><Relationship Id="rId3" Type="http://schemas.openxmlformats.org/officeDocument/2006/relationships/tags" Target="../tags/tag336.xml"/><Relationship Id="rId2" Type="http://schemas.openxmlformats.org/officeDocument/2006/relationships/tags" Target="../tags/tag335.xml"/><Relationship Id="rId1" Type="http://schemas.openxmlformats.org/officeDocument/2006/relationships/tags" Target="../tags/tag334.xml"/></Relationships>
</file>

<file path=ppt/slides/_rels/slide2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47.xml"/><Relationship Id="rId6" Type="http://schemas.openxmlformats.org/officeDocument/2006/relationships/tags" Target="../tags/tag346.xml"/><Relationship Id="rId5" Type="http://schemas.openxmlformats.org/officeDocument/2006/relationships/tags" Target="../tags/tag345.xml"/><Relationship Id="rId4" Type="http://schemas.openxmlformats.org/officeDocument/2006/relationships/tags" Target="../tags/tag344.xml"/><Relationship Id="rId3" Type="http://schemas.openxmlformats.org/officeDocument/2006/relationships/tags" Target="../tags/tag343.xml"/><Relationship Id="rId2" Type="http://schemas.openxmlformats.org/officeDocument/2006/relationships/tags" Target="../tags/tag342.xml"/><Relationship Id="rId1" Type="http://schemas.openxmlformats.org/officeDocument/2006/relationships/tags" Target="../tags/tag341.xml"/></Relationships>
</file>

<file path=ppt/slides/_rels/slide2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54.xml"/><Relationship Id="rId6" Type="http://schemas.openxmlformats.org/officeDocument/2006/relationships/tags" Target="../tags/tag353.xml"/><Relationship Id="rId5" Type="http://schemas.openxmlformats.org/officeDocument/2006/relationships/tags" Target="../tags/tag352.xml"/><Relationship Id="rId4" Type="http://schemas.openxmlformats.org/officeDocument/2006/relationships/tags" Target="../tags/tag351.xml"/><Relationship Id="rId3" Type="http://schemas.openxmlformats.org/officeDocument/2006/relationships/tags" Target="../tags/tag350.xml"/><Relationship Id="rId2" Type="http://schemas.openxmlformats.org/officeDocument/2006/relationships/tags" Target="../tags/tag349.xml"/><Relationship Id="rId1" Type="http://schemas.openxmlformats.org/officeDocument/2006/relationships/tags" Target="../tags/tag348.xml"/></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361.xml"/><Relationship Id="rId7" Type="http://schemas.openxmlformats.org/officeDocument/2006/relationships/image" Target="../media/image9.emf"/><Relationship Id="rId6" Type="http://schemas.openxmlformats.org/officeDocument/2006/relationships/tags" Target="../tags/tag360.xml"/><Relationship Id="rId5" Type="http://schemas.openxmlformats.org/officeDocument/2006/relationships/tags" Target="../tags/tag359.xml"/><Relationship Id="rId4" Type="http://schemas.openxmlformats.org/officeDocument/2006/relationships/tags" Target="../tags/tag358.xml"/><Relationship Id="rId3" Type="http://schemas.openxmlformats.org/officeDocument/2006/relationships/tags" Target="../tags/tag357.xml"/><Relationship Id="rId2" Type="http://schemas.openxmlformats.org/officeDocument/2006/relationships/tags" Target="../tags/tag356.xml"/><Relationship Id="rId1" Type="http://schemas.openxmlformats.org/officeDocument/2006/relationships/tags" Target="../tags/tag355.xml"/></Relationships>
</file>

<file path=ppt/slides/_rels/slide3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68.xml"/><Relationship Id="rId6" Type="http://schemas.openxmlformats.org/officeDocument/2006/relationships/tags" Target="../tags/tag367.xml"/><Relationship Id="rId5" Type="http://schemas.openxmlformats.org/officeDocument/2006/relationships/tags" Target="../tags/tag366.xml"/><Relationship Id="rId4" Type="http://schemas.openxmlformats.org/officeDocument/2006/relationships/tags" Target="../tags/tag365.xml"/><Relationship Id="rId3" Type="http://schemas.openxmlformats.org/officeDocument/2006/relationships/tags" Target="../tags/tag364.xml"/><Relationship Id="rId2" Type="http://schemas.openxmlformats.org/officeDocument/2006/relationships/tags" Target="../tags/tag363.xml"/><Relationship Id="rId1" Type="http://schemas.openxmlformats.org/officeDocument/2006/relationships/tags" Target="../tags/tag362.xml"/></Relationships>
</file>

<file path=ppt/slides/_rels/slide3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75.xml"/><Relationship Id="rId6" Type="http://schemas.openxmlformats.org/officeDocument/2006/relationships/tags" Target="../tags/tag374.xml"/><Relationship Id="rId5" Type="http://schemas.openxmlformats.org/officeDocument/2006/relationships/tags" Target="../tags/tag373.xml"/><Relationship Id="rId4" Type="http://schemas.openxmlformats.org/officeDocument/2006/relationships/tags" Target="../tags/tag372.xml"/><Relationship Id="rId3" Type="http://schemas.openxmlformats.org/officeDocument/2006/relationships/tags" Target="../tags/tag371.xml"/><Relationship Id="rId2" Type="http://schemas.openxmlformats.org/officeDocument/2006/relationships/tags" Target="../tags/tag370.xml"/><Relationship Id="rId1" Type="http://schemas.openxmlformats.org/officeDocument/2006/relationships/tags" Target="../tags/tag369.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377.xml"/><Relationship Id="rId1" Type="http://schemas.openxmlformats.org/officeDocument/2006/relationships/tags" Target="../tags/tag37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dirty="0">
                <a:solidFill>
                  <a:schemeClr val="accent1"/>
                </a:solidFill>
                <a:sym typeface="Arial" panose="020B0604020202020204" pitchFamily="34" charset="0"/>
              </a:rPr>
              <a:t>第 11 章</a:t>
            </a:r>
            <a:endParaRPr lang="zh-CN" altLang="en-US" dirty="0">
              <a:solidFill>
                <a:schemeClr val="accent1"/>
              </a:solidFill>
              <a:sym typeface="Arial" panose="020B0604020202020204" pitchFamily="34" charset="0"/>
            </a:endParaRPr>
          </a:p>
        </p:txBody>
      </p:sp>
      <p:sp>
        <p:nvSpPr>
          <p:cNvPr id="4" name="文本占位符 3"/>
          <p:cNvSpPr>
            <a:spLocks noGrp="1"/>
          </p:cNvSpPr>
          <p:nvPr>
            <p:ph type="body" sz="quarter" idx="13"/>
            <p:custDataLst>
              <p:tags r:id="rId2"/>
            </p:custDataLst>
          </p:nvPr>
        </p:nvSpPr>
        <p:spPr/>
        <p:txBody>
          <a:bodyPr/>
          <a:lstStyle/>
          <a:p>
            <a:r>
              <a:rPr lang="zh-CN" altLang="en-US" dirty="0">
                <a:solidFill>
                  <a:schemeClr val="accent1"/>
                </a:solidFill>
                <a:sym typeface="Arial" panose="020B0604020202020204" pitchFamily="34" charset="0"/>
              </a:rPr>
              <a:t>演讲人</a:t>
            </a:r>
            <a:endParaRPr lang="zh-CN" altLang="en-US" dirty="0">
              <a:solidFill>
                <a:schemeClr val="accent1"/>
              </a:solidFill>
              <a:sym typeface="Arial" panose="020B0604020202020204" pitchFamily="34"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 数据库安全 ►</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155" y="927084"/>
            <a:ext cx="11277678" cy="4229126"/>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安全有两层含义：第一层是指系统运行安全，系统运行安全通常受到一些威胁，如网络不法分子通过网络、局域网等途径入侵电脑使系统无法正常启动、超负荷让机子运行大量算法、关闭cpu风扇并使cpu过热烧坏等破坏性活动；第二层是指系统信息安全，系统安全通常也会受到威胁，如黑客对数据库入侵，并盗取想要的资料。数据库系统的安全特性主要是针对数据而言的，包括数据独立性、数据安全性、数据完整性、并发控制、故障恢复等几个方面。</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使用数据库管理数据时，我们关注的是其可用性、安全性，SQL Server安全设置也是DBA关注的焦点。如果安全性得不到保障，那么数据库将面临各种各样的威胁，如数据丢失或系统瘫痪等。安全性控制是指要尽可能地杜绝所有可能的数据库非法访问。每种数据库管理系统都会提供一些安全性控制方法供数据库管理员选用，以下是常用的几种方法。</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用户标识与鉴别。</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授权。</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视图定义与查询修改。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数据加密。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安全审计。</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为了保证数据库安全，SQL Server 2016提供了完善的管理机制与操作手册，把对数据库的访问分成了多个级别，对每个级别都进行安全控制。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数据库安全威胁</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914400"/>
            <a:ext cx="11276965" cy="5943600"/>
          </a:xfrm>
          <a:prstGeom prst="rect">
            <a:avLst/>
          </a:prstGeom>
          <a:noFill/>
          <a:ln w="3175">
            <a:noFill/>
            <a:prstDash val="dash"/>
          </a:ln>
        </p:spPr>
        <p:txBody>
          <a:bodyPr wrap="square" lIns="63500" tIns="25400" rIns="63500" bIns="25400" anchor="ctr" anchorCtr="0">
            <a:normAutofit fontScale="55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近两年，拖库现象频发，黑客盗取数据库的技术在不断提升。虽然数据库的防护能力也在提升，但相比黑客的手段来说，单纯的数据库防护还是心有余而力不足。数据库审计已经不是一种新兴的技术手段，但是在数据库安全事件频发的今天可以给我们新的启示。数据库受到的威胁大致有这么几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1. 内部人员错误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安全的一个潜在风险就是“非故意的授权用户攻击”和内部人员错误。这种安全事件类型最常见的表现包括：由于不慎而造成意外删除或泄漏，非故意的规避安全策略。在授权用户无意访问敏感数据并错误地修改或删除信息时，就会发生第一种风险。在用户为了备份或“将工作带回家”而做了非授权的备份时，就会发生第二种风险。虽然这并不是一种恶意行为，但很明显，它违反了公司的安全策略，并会造成数据存放到存储设备上，在该设备遭到恶意攻击时，就会导致非故意的安全事件。例如，笔记本电脑就能造成这种风险。</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2. 社交工程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由于攻击者使用的是高级钓鱼技术，在合法用户不知不觉地将安全机密提供给攻击者时，就会发生大量的严重攻击。这些新型攻击的成功意味着此趋势将会继续下去。在这种情况下，用户会通过一个受到损害的网站或一个电子邮件响应将信息提供给看似合法的请求。应当通知雇员这种非法的请求，并教育他们不要做出响应。此外，企业还可以通过适时地检测可疑活动来减轻成功的钓鱼攻击的影响。数据库活动监视和审计可以使这种攻击的影响最小化。</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3. 内部人员攻击</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很多数据库攻击源自企业内部。当前的经济环境和有关的裁员方法都有可能引起雇员的不满，从而导致内部人员攻击的增加。这些内部人员受到贪欲或报复欲的驱使，且不受防火墙及入侵防御系统等的影响，容易给企业带来风险。</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4. 错误配置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黑客可以使用数据库的错误配置控制“肉机”访问点，借以绕过认证方法并访问敏感信息。这种配置缺陷成为攻击者借助特权提升发动某些攻击的主要手段。如果没有正确地重新设置数据库的默认配置，非特权用户就有可能访问未加密的文件，未打补丁的漏洞就有可能导致非授权用户访问敏感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5. 未打补丁的漏洞</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今攻击已经从公开的漏洞利用发展到更精细的方法，并敢于挑战传统的入侵检测机制。漏洞利用的脚本在数据库补丁发布的几小时内就可以被发到网上。当即就可以使用漏洞、利用代码，再加上几十天的补丁周期（在多数企业中如此），实质上几乎把数据库的大门完全打开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6. 高级持续性威胁</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之所以称其为高级持续性威胁，是因为实施这种威胁的是有组织的专业公司或政府机构，它们掌握了威胁数据库安全的大量技术和技巧，而且是“咬定青山不放松”“立根原在‘金钱（有资金支持）’中”，“千磨万击还坚劲，任尔东西南北风”。这是一种正甚嚣尘上的风险：热衷于窃取数据的公司甚至外国政府专门窃取存储在数据库中的大量关键数据，不再满足于获得一些简单的数据。特别是一些个人的私密及金融信息，一旦失窃，这些数据记录就可以在信息黑市上销售或使用，并被其他政府机构操纵。鉴于数据库攻击涉及成千上万甚至上百万的记录，所以其日益增长和普遍。通过锁定数据库漏洞并密切监视对关键数据存储的访问，数据库的专家们可以及时发现并阻止这些攻击。</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安全策略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927100"/>
            <a:ext cx="11277600" cy="593153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在进行安全配置之前，首先必须对操作系统进行安全配置，保证操作系统处于安全状态。然后对要使用的操作数据库软件（程序）进行必要的安全审核（如对ASP、PHP等脚本），这是很多基于数据库的Web应用常出现的安全隐患。对于脚本，主要有过滤问题，需要过滤一些类似“,; @ /”等字符，防止破坏者构造恶意的SQL语句。接着，安装SQL Server 2016后，请打上最新SQL补丁。</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下面介绍SQL Server的安全配置。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1. 使用安全的密码策略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我们把密码策略摆在所有安全配置的第一步。注意，很多数据库账号的密码过于简单，这跟系统密码过于简单是一个道理。对于sa更应该注意，同时不要让sa账号的密码写于应用程序或脚本中。健壮的密码是安全的第一步，建议密码含有多种数字、字母组合，并且在9位以上。SQL Server 2016安装的时候，如果使用混合模式，就需要输入sa的密码，除非确认必须使用空密码，这比以前的版本有所改进。同时养成定期修改密码的好习惯，数据库管理员应该定期查看是否有不符合密码要求的账号。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2. 使用安全的账号策略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由于SQL Server不能更改sa用户名称，也不能删除这个超级用户，因此必须对这个账号进行最严的保护。当然，包括使用一个非常强壮的密码，最好不要在数据库应用中使用sa账号，只有当没有其他方法登录SQL Server 实例（如其他系统管理员不可用或忘记密码时）时才使用 sa。建议数据库管理员新建立个拥有与sa一样权限的超级用户来管理数据库。安全的账号策略还包括不要让管理员权限的账号泛滥。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的认证模式有Windows身份认证和混合身份认证两种。如果数据库管理员不希望操作系统管理员通过操作系统登录接触数据库，那么可以在账号管理中把系统账号BUILTIN\Administrators删除。不过这样做的结果是，一旦sa账号忘记密码，就没有办法恢复了。很多主机使用数据库应用只是用来做查询、修改等简单功能的，请根据实际需要分配账号，并赋予仅仅能够满足应用要求和需要的权限。例如，只要查询功能的，就使用一个简单的public账号能够select就可以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安全策略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sym typeface="微软雅黑" panose="020B0503020204020204" charset="-122"/>
              </a:rPr>
              <a:t>3.</a:t>
            </a:r>
            <a:r>
              <a:rPr dirty="0" err="1">
                <a:solidFill>
                  <a:schemeClr val="dk1"/>
                </a:solidFill>
                <a:latin typeface="微软雅黑" panose="020B0503020204020204" charset="-122"/>
                <a:ea typeface="微软雅黑" panose="020B0503020204020204" charset="-122"/>
                <a:sym typeface="微软雅黑" panose="020B0503020204020204" charset="-122"/>
              </a:rPr>
              <a:t>加强数据库日志的记录</a:t>
            </a:r>
            <a:r>
              <a:rPr lang="zh-CN" dirty="0" err="1">
                <a:solidFill>
                  <a:schemeClr val="dk1"/>
                </a:solidFill>
                <a:latin typeface="微软雅黑" panose="020B0503020204020204" charset="-122"/>
                <a:ea typeface="微软雅黑" panose="020B0503020204020204" charset="-122"/>
                <a:sym typeface="微软雅黑" panose="020B0503020204020204" charset="-122"/>
              </a:rPr>
              <a:t>、</a:t>
            </a:r>
            <a:r>
              <a:rPr lang="en-US" sz="2000" dirty="0" err="1">
                <a:solidFill>
                  <a:schemeClr val="dk1"/>
                </a:solidFill>
                <a:sym typeface="+mn-ea"/>
              </a:rPr>
              <a:t>4. 管理扩展存储过程</a:t>
            </a:r>
            <a:endParaRPr lang="en-US"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457835" y="1219200"/>
            <a:ext cx="11276330" cy="5867400"/>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3. 加强数据库日志的记录</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审核数据库登录事件的“失败和成功”，在实例属性中选择“安全性”，将其中的审核级别选定为全部，这样在数据库系统和操作系统日志里面就详细记录了所有账号的登录事件。请定期查看SQL Server日志，检查是否有可疑的登录事件发生，或者使用DOS命令的情况。</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4. 管理扩展存储过程</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对存储过程进行大手术，并且对账号调用扩展存储过程的权限要慎重。其实，在多数应用中根本用不到多少系统的存储过程，而SQL Server的这么多系统存储过程只是用来适应广大用户的需求，所以请删除不必要的存储过程，因为有些系统的存储过程能很容易被人利用，用于提升权限或进行破坏。如果不需要扩展存储过程Xp_cmdshell，就将其去掉。使用这个SQL语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master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sp_dropextendedproc 'Xp_cmdshell'</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Xp_cmdshell是进入操作系统的最佳捷径，是数据库留给操作系统的一个大后门。如果需要这个存储过程，使用这个语句也可以恢复过来：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sp_addextendedproc 'xp_cmdshell', 'xpSQL70.dll'</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如果不需要，请丢弃OLE自动存储过程（这会造成管理器中的某些特征不能使用）。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这些过程如下：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Sp_OACreate Sp_OADestroy Sp_OAGetErrorInfo Sp_OAGetProperty</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Sp_OAMethod Sp_OASetProperty Sp_OAStop</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去掉不需要的注册表访问的存储过程，注册表存储过程甚至能够读出操作系统管理员的密码，命令如下：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Xp_regaddmultistring Xp_regdeletekey Xp_regdeletevalue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Xp_regenumvalues Xp_regread Xp_regremovemultistring</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Xp_regwrite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还有一些其他的扩展存储过程，也最好检查一下。在处理存储过程的时候，请确认一下，避免造成对数据库或应用程序的伤害。</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安全策略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使用协议加密</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710565"/>
            <a:ext cx="11277600" cy="6096000"/>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5. 使用协议加密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2016使用Tabular Data Stream协议进行网络数据交换，如果不加密，那么所有的网络传输都是明文的，包括密码、数据库内容等，这是一个很大的安全威胁。能被人在网络中截获他们需要的东西，包括数据库账号和密码。所以，在条件允许的情况下，最好使用SSL加密协议。当然，这需要一个证书来支持。</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6. 不要让人随便探测到你的TCP/IP端口</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默认情况下，SQL Server使用1433端口监听，很多人都说SQL Server配置的时候要改变这个端口，这样别人就不会轻易地知道使用的是什么端口了。可惜，通过微软未公开的1434端口的UDP探测可以很容易地知道SQL Server使用的TCP/IP端口是什么。不过，微软还是考虑到了这个问题，毕竟公开而且开放的端口会引起不必要的麻烦。在实例属性中，选择TCP/IP协议的属性。选择隐藏 SQL Server实例，若隐藏了SQL Server实例，则将禁止对试图枚举网络上现有的 SQL Server实例的客户端所发出的广播做出响应。这样，别人就不能用1434探测你的TCP/IP端口了（除非用Port Scan）。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7. 修改TCP/IP使用的端口</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在上一步配置的基础上更改原来默认的1433端口。在实例属性中选择网络配置中的TCP/IP协议的属性，将TCP/IP使用的默认端口变为其他端口。</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8. 拒绝来自1434端口的探测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由于1434端口探测没有限制，能够被别人探测到一些数据库信息，还可能遭到DoS攻击，让数据库服务器的CPU负荷增大，因此对Windows 2000操作系统来说，在IPSec过滤拒绝掉1434端口的UDP通信可以尽可能地隐藏你的SQL Server。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9. 对网络连接进行IP限制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 2016数据库系统本身没有提供网络连接的安全解决办法，但是Windows 2010提供了这样的安全机制。使用操作系统自己的IPSec可以实现IP数据包的安全性。请对IP连接进行限制，只保证自己的IP能够访问，也拒绝其他IP进行的端口连接，对来自网络上的安全威胁进行有效的控制。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上面主要介绍了一些SQL Server的安全配置，经过以上配置，可以让SQL Server本身具备足够的安全防范能力。当然，更主要的是要加强内部的安全控制和管理员的安全培训，解决安全性问题是一个长期的过程，需要以后进行更多的安全维护。</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2016安全机制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安全性是评价一个数据库系统的重要指标。Microsoft SQL Server 2016系统提供了一整套保护数据安全的机制，包括角色、架构、用户、权限等手段，这些安全机制可以有效地实现对系统访问和数据访问的控制。本节全面讲述Microsoft SQL Server 2016系统的安全机制。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安全性是数据库管理系统的一个重要特征。理解安全性问题是理解数据库管理系统安全性机制的前提。下面结合Microsoft SQL Server 2016系统的安全特征分析安全性问题和安全性机制之间的关系。</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第一个安全性问题是：当用户登录数据库系统时，如何确保只有合法的用户才能登录系统？这是一个最基本的安全性问题，也是数据库管理系统提供的基本功能。在Microsoft SQL Server 2016系统中，这个问题是通过身份验证模式和主体解决的。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第二个安全性问题是：当用户登录系统后，可以执行哪些操作、使用哪些对象和资源？这也是一个非常基本的安全问题，在Microsoft SQL Server 2016系统中，这个问题是通过安全对象和权限设置来实现的。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第三个安全性问题是：数据库中的对象由谁所有？如果由用户所有，那么当用户被删除时，其所拥有的对象怎么办呢？在Microsoft SQL Server 2016系统中，这个问题是通过用户和架构分离来解决的。在该系统中，用户并不拥有数据库对象，架构可以拥有数据库对象。用户通过架构使用数据库对象。这种机制使得删除用户时不必修改数据库对象的所有者，提高了数据库对象的可管理性。</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2016安全机制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3.1 登录名管理</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457200" y="1384300"/>
            <a:ext cx="11277600" cy="535813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管理登录名包括创建登录名、设置密码策略、查看登录名信息、修改和删除登录名。下面讲述登录名管理的内容。注意，sa是一个默认的SQL Server登录名，拥有操作SQL Server系统的所有权限。该登录名不能被删除。当采用混合模式安装Microsoft SQL Server系统后，应该为sa指定一个密码。</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1. 创建登录名</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在Microsoft SQL Server 2016系统中，许多操作既可以通过Transact-SQL语句完成，又可以通过Microsoft SQL Server Management Studio工具来完成。下面主要介绍如何使用Transact-SQL语句创建登录名。在创建登录名时，既可以通过将Windows登录名映射到SQL Server系统中，又可以创建SQL Server登录名。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首先讲述如何将Windows登录名映射到SQL Server系统中。在Windows身份验证模式下，只能使用基于Windows登录名的登录名。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例11.1</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】在SQL Server系统中，使用Windows登录名创建登录名。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（1）启动【查询编辑器】。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（2）在Windows操作系统中创建Guest用户。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（3）在如图11-1所示的示例中，使用CREATE LOGIN命令创建SQL Server登录名。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说明：[SC-201704052024\Guest]是将要创建的基于Windows登录名的登录名，其中方括号是必需的；SC-201704052024指定域名；Guest是Windows操作系统中已经存在的Windows登录名；FROM WINDOWS是关键字，表示该登录名的来源是Windows登录名。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368" name="图片 3"/>
          <p:cNvPicPr>
            <a:picLocks noChangeAspect="1"/>
          </p:cNvPicPr>
          <p:nvPr/>
        </p:nvPicPr>
        <p:blipFill>
          <a:blip r:embed="rId7"/>
          <a:stretch>
            <a:fillRect/>
          </a:stretch>
        </p:blipFill>
        <p:spPr>
          <a:xfrm>
            <a:off x="7257733" y="4658995"/>
            <a:ext cx="2277745" cy="1325880"/>
          </a:xfrm>
          <a:prstGeom prst="rect">
            <a:avLst/>
          </a:prstGeom>
          <a:noFill/>
          <a:ln>
            <a:noFill/>
          </a:ln>
        </p:spPr>
      </p:pic>
    </p:spTree>
    <p:custDataLst>
      <p:tags r:id="rId8"/>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2016安全机制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创建登录名</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438275"/>
            <a:ext cx="11277600" cy="472567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【例11.1】的示例示意了一种最简单的创建登录名形式，没有为该登录名指定密码。注意，登录名信息是系统级信息。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这个创建登录名的示例没有为新建的登录名指定密码属性，这是因为基于Windows的登录名已经有密码了，并且使用Windows身份验证模式，不再需要额外提供密码信息。这样，Windows登录名的密码策略就可以直接应用到SQL Server系统中了。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如果指定的Windows登录名不存在，就不能在SQL Server系统中基于Windows登录名创建登录名。否则，系统将产生错误信息。但是，如果某个Windows登录名存在，却没有基于该Windows登录名创建登录名，该Windows登录名就不能直接使用Windows身份验证模式访问SQL Server系统。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需要指出的是，在上面创建基于Windows登录名的登录名时，还有一个问题没有解决。当用户登录SQL Server系统后，需要直接访问某一个数据库，该数据库是这个登录名的默认数据库。如果没有为新建的登录名明确地指定默认数据库，那么默认数据库是master数据库。但是，如果希望为新建的登录名明确地指定默认数据库，就可以使用WITH DEFAULT_DATABASE子句。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使用CREATE LOGIN语句除了基于Windows登录名创建登录名外，还可以创建SQL Server自身的登录名，即SQL Server登录名。SQL Server登录名必须通过SQL Server身份验证。在创建SQL Server登录名时，需要指定该登录名的密码策略。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2016安全机制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创建登录名</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457835" y="1384300"/>
            <a:ext cx="11276965" cy="540512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【例11.2】使用CREATE LOGIN语句创建SQL Server登录。</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（1）启动【查询编辑器】。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（2）使用CREATE LOGIN语句创建SQL Server登录名的方式，如图11-2所示。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图11-2  创建SQL Server登录名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【例11.2】的示例演示了如何创建SQL Server登录名。这时，不需要事先有Windows登录名，且需要指定该登录名的密码。当然，也可以指定默认数据库和默认语言等其他属性。</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在如图11-2所示的示例中，CREATE LOGIN是关键字，andy是将要创建的SQL Server登录名。WITH PASSWORD是关键字，用于指定该登录名的密码。在该命令中，既没有使用Windows域名限定登录名，也没有使用FROM关键字指定登录名的来源，因此这是创建SQL Server登录名的方式。如果在创建SQL Server登录名时希望指定默认的数据库和使用默认的语言，那么可以使用DEFAULT_DATABASE关键字指定默认的数据库，使用DEFAULT_LANGUASE关键字指定默认的语言。</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现在谈一下Microsoft SQL Server 2016系统的密码策略问题。实际上，Microsoft SQL Server 2016系统使用了Windows的密码策略。当基于Windows登录名创建登录名时，虽然不需要明确地指定密码，但是由于Windows登录名本身有Windows密码，因此可以说系统自动使用了Windows的密码策略。但是，在创建SQL Server登录名时，如果依然希望使用Windows的密码策略，就需要使用一些关键字来明确指定。Windows的密码策略包括密码复杂性和密码过期两大特征。</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369" name="图片 4"/>
          <p:cNvPicPr>
            <a:picLocks noChangeAspect="1"/>
          </p:cNvPicPr>
          <p:nvPr/>
        </p:nvPicPr>
        <p:blipFill>
          <a:blip r:embed="rId7"/>
          <a:stretch>
            <a:fillRect/>
          </a:stretch>
        </p:blipFill>
        <p:spPr>
          <a:xfrm>
            <a:off x="611505" y="2403475"/>
            <a:ext cx="2378710" cy="1347470"/>
          </a:xfrm>
          <a:prstGeom prst="rect">
            <a:avLst/>
          </a:prstGeom>
          <a:noFill/>
          <a:ln>
            <a:noFill/>
          </a:ln>
        </p:spPr>
      </p:pic>
    </p:spTree>
    <p:custDataLst>
      <p:tags r:id="rId8"/>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2016安全机制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创建登录名</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1" name="矩形 50"/>
          <p:cNvSpPr/>
          <p:nvPr>
            <p:custDataLst>
              <p:tags r:id="rId6"/>
            </p:custDataLst>
          </p:nvPr>
        </p:nvSpPr>
        <p:spPr>
          <a:xfrm>
            <a:off x="8913508" y="1431989"/>
            <a:ext cx="2858361" cy="143679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lnSpc>
                <a:spcPct val="120000"/>
              </a:lnSpc>
            </a:pPr>
            <a:endParaRPr lang="zh-CN" altLang="en-US" dirty="0">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53" name="任意多边形: 形状 52"/>
          <p:cNvSpPr/>
          <p:nvPr>
            <p:custDataLst>
              <p:tags r:id="rId7"/>
            </p:custDataLst>
          </p:nvPr>
        </p:nvSpPr>
        <p:spPr>
          <a:xfrm>
            <a:off x="481916" y="1431989"/>
            <a:ext cx="9535065" cy="1436794"/>
          </a:xfrm>
          <a:custGeom>
            <a:avLst/>
            <a:gdLst>
              <a:gd name="connsiteX0" fmla="*/ 0 w 9536217"/>
              <a:gd name="connsiteY0" fmla="*/ 0 h 2238094"/>
              <a:gd name="connsiteX1" fmla="*/ 8673889 w 9536217"/>
              <a:gd name="connsiteY1" fmla="*/ 0 h 2238094"/>
              <a:gd name="connsiteX2" fmla="*/ 9536217 w 9536217"/>
              <a:gd name="connsiteY2" fmla="*/ 2238094 h 2238094"/>
              <a:gd name="connsiteX3" fmla="*/ 0 w 9536217"/>
              <a:gd name="connsiteY3" fmla="*/ 2238094 h 2238094"/>
            </a:gdLst>
            <a:ahLst/>
            <a:cxnLst>
              <a:cxn ang="0">
                <a:pos x="connsiteX0" y="connsiteY0"/>
              </a:cxn>
              <a:cxn ang="0">
                <a:pos x="connsiteX1" y="connsiteY1"/>
              </a:cxn>
              <a:cxn ang="0">
                <a:pos x="connsiteX2" y="connsiteY2"/>
              </a:cxn>
              <a:cxn ang="0">
                <a:pos x="connsiteX3" y="connsiteY3"/>
              </a:cxn>
            </a:cxnLst>
            <a:rect l="l" t="t" r="r" b="b"/>
            <a:pathLst>
              <a:path w="9536217" h="2238094">
                <a:moveTo>
                  <a:pt x="0" y="0"/>
                </a:moveTo>
                <a:lnTo>
                  <a:pt x="8673889" y="0"/>
                </a:lnTo>
                <a:lnTo>
                  <a:pt x="9536217" y="2238094"/>
                </a:lnTo>
                <a:lnTo>
                  <a:pt x="0" y="2238094"/>
                </a:lnTo>
                <a:close/>
              </a:path>
            </a:pathLst>
          </a:cu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43" name="矩形 42"/>
          <p:cNvSpPr/>
          <p:nvPr>
            <p:custDataLst>
              <p:tags r:id="rId8"/>
            </p:custDataLst>
          </p:nvPr>
        </p:nvSpPr>
        <p:spPr>
          <a:xfrm>
            <a:off x="8913508" y="3046469"/>
            <a:ext cx="2858361" cy="143679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lnSpc>
                <a:spcPct val="120000"/>
              </a:lnSpc>
            </a:pPr>
            <a:endParaRPr lang="zh-CN" altLang="en-US" dirty="0">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14" name="矩形 13"/>
          <p:cNvSpPr/>
          <p:nvPr>
            <p:custDataLst>
              <p:tags r:id="rId9"/>
            </p:custDataLst>
          </p:nvPr>
        </p:nvSpPr>
        <p:spPr>
          <a:xfrm>
            <a:off x="8913508" y="4660948"/>
            <a:ext cx="2858361" cy="143679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lnSpc>
                <a:spcPct val="120000"/>
              </a:lnSpc>
            </a:pPr>
            <a:endParaRPr lang="zh-CN" altLang="en-US" dirty="0">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15" name="文本框 14"/>
          <p:cNvSpPr txBox="1"/>
          <p:nvPr>
            <p:custDataLst>
              <p:tags r:id="rId10"/>
            </p:custDataLst>
          </p:nvPr>
        </p:nvSpPr>
        <p:spPr>
          <a:xfrm>
            <a:off x="9476037" y="4652097"/>
            <a:ext cx="2228249" cy="1454091"/>
          </a:xfrm>
          <a:prstGeom prst="rect">
            <a:avLst/>
          </a:prstGeom>
          <a:noFill/>
        </p:spPr>
        <p:txBody>
          <a:bodyPr wrap="none" lIns="90000" tIns="46800" rIns="90000" bIns="46800" rtlCol="0" anchor="ctr">
            <a:normAutofit lnSpcReduction="20000"/>
          </a:bodyPr>
          <a:lstStyle/>
          <a:p>
            <a:pPr fontAlgn="ctr">
              <a:lnSpc>
                <a:spcPct val="120000"/>
              </a:lnSpc>
            </a:pPr>
            <a:r>
              <a:rPr lang="en-US" altLang="zh-CN" sz="7200" b="1" dirty="0">
                <a:solidFill>
                  <a:schemeClr val="lt1">
                    <a:alpha val="20000"/>
                  </a:schemeClr>
                </a:solidFill>
                <a:latin typeface="微软雅黑" panose="020B0503020204020204" charset="-122"/>
                <a:ea typeface="微软雅黑" panose="020B0503020204020204" charset="-122"/>
                <a:cs typeface="Arial" panose="020B0604020202020204" pitchFamily="34" charset="0"/>
                <a:sym typeface="Arial" panose="020B0604020202020204" pitchFamily="34" charset="0"/>
              </a:rPr>
              <a:t>No.3</a:t>
            </a:r>
            <a:endParaRPr lang="en-US" altLang="zh-CN" sz="7200" b="1" dirty="0">
              <a:solidFill>
                <a:schemeClr val="lt1">
                  <a:alpha val="20000"/>
                </a:schemeClr>
              </a:solidFill>
              <a:latin typeface="微软雅黑" panose="020B0503020204020204" charset="-122"/>
              <a:ea typeface="微软雅黑" panose="020B0503020204020204" charset="-122"/>
              <a:cs typeface="Arial" panose="020B0604020202020204" pitchFamily="34" charset="0"/>
              <a:sym typeface="Arial" panose="020B0604020202020204" pitchFamily="34" charset="0"/>
            </a:endParaRPr>
          </a:p>
        </p:txBody>
      </p:sp>
      <p:sp>
        <p:nvSpPr>
          <p:cNvPr id="16" name="任意多边形: 形状 15"/>
          <p:cNvSpPr/>
          <p:nvPr>
            <p:custDataLst>
              <p:tags r:id="rId11"/>
            </p:custDataLst>
          </p:nvPr>
        </p:nvSpPr>
        <p:spPr>
          <a:xfrm>
            <a:off x="481916" y="4660948"/>
            <a:ext cx="9535065" cy="1436794"/>
          </a:xfrm>
          <a:custGeom>
            <a:avLst/>
            <a:gdLst>
              <a:gd name="connsiteX0" fmla="*/ 0 w 9536217"/>
              <a:gd name="connsiteY0" fmla="*/ 0 h 2238094"/>
              <a:gd name="connsiteX1" fmla="*/ 8673889 w 9536217"/>
              <a:gd name="connsiteY1" fmla="*/ 0 h 2238094"/>
              <a:gd name="connsiteX2" fmla="*/ 9536217 w 9536217"/>
              <a:gd name="connsiteY2" fmla="*/ 2238094 h 2238094"/>
              <a:gd name="connsiteX3" fmla="*/ 0 w 9536217"/>
              <a:gd name="connsiteY3" fmla="*/ 2238094 h 2238094"/>
            </a:gdLst>
            <a:ahLst/>
            <a:cxnLst>
              <a:cxn ang="0">
                <a:pos x="connsiteX0" y="connsiteY0"/>
              </a:cxn>
              <a:cxn ang="0">
                <a:pos x="connsiteX1" y="connsiteY1"/>
              </a:cxn>
              <a:cxn ang="0">
                <a:pos x="connsiteX2" y="connsiteY2"/>
              </a:cxn>
              <a:cxn ang="0">
                <a:pos x="connsiteX3" y="connsiteY3"/>
              </a:cxn>
            </a:cxnLst>
            <a:rect l="l" t="t" r="r" b="b"/>
            <a:pathLst>
              <a:path w="9536217" h="2238094">
                <a:moveTo>
                  <a:pt x="0" y="0"/>
                </a:moveTo>
                <a:lnTo>
                  <a:pt x="8673889" y="0"/>
                </a:lnTo>
                <a:lnTo>
                  <a:pt x="9536217" y="2238094"/>
                </a:lnTo>
                <a:lnTo>
                  <a:pt x="0" y="2238094"/>
                </a:lnTo>
                <a:close/>
              </a:path>
            </a:pathLst>
          </a:cu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4" name="文本框 3"/>
          <p:cNvSpPr txBox="1"/>
          <p:nvPr>
            <p:custDataLst>
              <p:tags r:id="rId12"/>
            </p:custDataLst>
          </p:nvPr>
        </p:nvSpPr>
        <p:spPr>
          <a:xfrm>
            <a:off x="483235" y="1640205"/>
            <a:ext cx="8429625" cy="4536440"/>
          </a:xfrm>
          <a:prstGeom prst="rect">
            <a:avLst/>
          </a:prstGeom>
          <a:noFill/>
        </p:spPr>
        <p:txBody>
          <a:bodyPr wrap="square" lIns="90000" tIns="46800" rIns="90000" bIns="46800" rtlCol="0">
            <a:normAutofit/>
          </a:bodyPr>
          <a:lstStyle>
            <a:defPPr>
              <a:defRPr lang="zh-CN"/>
            </a:defPPr>
            <a:lvl1pPr fontAlgn="auto">
              <a:lnSpc>
                <a:spcPct val="130000"/>
              </a:lnSpc>
              <a:spcAft>
                <a:spcPts val="1000"/>
              </a:spcAft>
              <a:defRPr sz="1600" spc="150"/>
            </a:lvl1pPr>
          </a:lstStyle>
          <a:p>
            <a:pPr marL="342900" indent="-342900" algn="just" fontAlgn="ctr">
              <a:lnSpc>
                <a:spcPct val="120000"/>
              </a:lnSpc>
              <a:spcAft>
                <a:spcPts val="0"/>
              </a:spcAft>
              <a:buClr>
                <a:schemeClr val="accent2"/>
              </a:buClr>
              <a:buSzPct val="130000"/>
              <a:buFont typeface="WPS-Bullets" pitchFamily="2" charset="0"/>
              <a:buChar char=""/>
            </a:pPr>
            <a:r>
              <a:rPr lang="zh-CN" altLang="en-US" sz="110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rPr>
              <a:t>密码的复杂性是指通过增加更多可能的密码数量来阻止黑客的攻击。密码的复杂性策略应该遵循这些原则：密码不应该包含全部或部分登录名，如在前面的示例中，不应该为Peter登录名指定这样的密码：'andy'；密码长度至少为6个字符，不能太短，如'Peter'密码由于长度是5而不合理；密码应该包含4类字符中的3类：英文大写字母（A~Z）、英文小写字母（a~z）、10个基本数字（0~9）和非字母数字（!、$、#、%等）。</a:t>
            </a:r>
            <a:endParaRPr lang="zh-CN" altLang="en-US" sz="110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marL="342900" indent="-342900" algn="just" fontAlgn="ctr">
              <a:lnSpc>
                <a:spcPct val="120000"/>
              </a:lnSpc>
              <a:spcAft>
                <a:spcPts val="0"/>
              </a:spcAft>
              <a:buClr>
                <a:schemeClr val="accent2"/>
              </a:buClr>
              <a:buSzPct val="130000"/>
              <a:buFont typeface="WPS-Bullets" pitchFamily="2" charset="0"/>
              <a:buChar char=""/>
            </a:pPr>
            <a:r>
              <a:rPr lang="zh-CN" altLang="en-US" sz="110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rPr>
              <a:t>密码过期策略是指如何管理密码的使用期限。在创建SQL Server登录名时，如果使用密码过期策略，那么系统将提醒用户及时更改旧密码和登录名，并且禁止使用过期的密码。</a:t>
            </a:r>
            <a:endParaRPr lang="zh-CN" altLang="en-US" sz="110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marL="342900" indent="-342900" algn="just" fontAlgn="ctr">
              <a:lnSpc>
                <a:spcPct val="120000"/>
              </a:lnSpc>
              <a:spcAft>
                <a:spcPts val="0"/>
              </a:spcAft>
              <a:buClr>
                <a:schemeClr val="accent2"/>
              </a:buClr>
              <a:buSzPct val="130000"/>
              <a:buFont typeface="WPS-Bullets" pitchFamily="2" charset="0"/>
              <a:buChar char=""/>
            </a:pPr>
            <a:r>
              <a:rPr lang="zh-CN" altLang="en-US" sz="110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rPr>
              <a:t>为了确保密码的安全，一般建议采取这些措施：密码中应该组合大小写字母、数字和特殊符号；密码在字典中查找不到；密码不是用户名或人名；密码不是地理位置名称；密码不是程序语言的命令名；密码需要定期更改；旧密码与新密码有比较大的差别。</a:t>
            </a:r>
            <a:endParaRPr lang="zh-CN" altLang="en-US" sz="110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marL="342900" indent="-342900" algn="just" fontAlgn="ctr">
              <a:lnSpc>
                <a:spcPct val="120000"/>
              </a:lnSpc>
              <a:spcAft>
                <a:spcPts val="0"/>
              </a:spcAft>
              <a:buClr>
                <a:schemeClr val="accent2"/>
              </a:buClr>
              <a:buSzPct val="130000"/>
              <a:buFont typeface="WPS-Bullets" pitchFamily="2" charset="0"/>
              <a:buChar char=""/>
            </a:pPr>
            <a:r>
              <a:rPr lang="zh-CN" altLang="en-US" sz="110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rPr>
              <a:t>在使用CREATE LOGIN语句创建SQL Server登录名时，为了实施上述密码策略，可以指定HASHED、MUST_CHANGE、CHECK_EXPIRATION、CHECK_PLICY等关键字。</a:t>
            </a:r>
            <a:endParaRPr lang="zh-CN" altLang="en-US" sz="110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marL="342900" indent="-342900" algn="just" fontAlgn="ctr">
              <a:lnSpc>
                <a:spcPct val="120000"/>
              </a:lnSpc>
              <a:spcAft>
                <a:spcPts val="0"/>
              </a:spcAft>
              <a:buClr>
                <a:schemeClr val="accent2"/>
              </a:buClr>
              <a:buSzPct val="130000"/>
              <a:buFont typeface="WPS-Bullets" pitchFamily="2" charset="0"/>
              <a:buChar char=""/>
            </a:pPr>
            <a:r>
              <a:rPr lang="zh-CN" altLang="en-US" sz="110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rPr>
              <a:t>HASHED关键字用于描述如何处理密码的哈希运算。在使用CREATE LOGIN语句创建SQL Server登录名时，如果在PASSWORD关键字后面使用HASHED关键字，那么表示在作为密码的字符串存储到数据库之前对其进行哈希运算。如果在PASSWORD关键字后面没有使用HASHED关键字，那么表示作为密码的字符串已经是经过哈希运算的字符串，因此在存储到数据库之前不再进行哈希运算了。</a:t>
            </a:r>
            <a:endParaRPr lang="zh-CN" altLang="en-US" sz="110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marL="342900" indent="-342900" algn="just" fontAlgn="ctr">
              <a:lnSpc>
                <a:spcPct val="120000"/>
              </a:lnSpc>
              <a:spcAft>
                <a:spcPts val="0"/>
              </a:spcAft>
              <a:buClr>
                <a:schemeClr val="accent2"/>
              </a:buClr>
              <a:buSzPct val="130000"/>
              <a:buFont typeface="WPS-Bullets" pitchFamily="2" charset="0"/>
              <a:buChar char=""/>
            </a:pPr>
            <a:r>
              <a:rPr lang="zh-CN" altLang="en-US" sz="110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rPr>
              <a:t>MUST_CHANGE关键字表示在首次使用新登录名时提示用户输入新密码。CHECK_EXPIRATION关键字表示是否对该登录名实施密码过期策略。CHECK_PLICY关键字表示对该登录名强制实施Windows密码策略。</a:t>
            </a:r>
            <a:endParaRPr lang="zh-CN" altLang="en-US" sz="110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endParaRPr>
          </a:p>
          <a:p>
            <a:pPr marL="342900" indent="-342900" algn="just" fontAlgn="ctr">
              <a:lnSpc>
                <a:spcPct val="120000"/>
              </a:lnSpc>
              <a:spcAft>
                <a:spcPts val="0"/>
              </a:spcAft>
              <a:buClr>
                <a:schemeClr val="accent2"/>
              </a:buClr>
              <a:buSzPct val="130000"/>
              <a:buFont typeface="WPS-Bullets" pitchFamily="2" charset="0"/>
              <a:buChar char=""/>
            </a:pPr>
            <a:r>
              <a:rPr lang="zh-CN" altLang="en-US" sz="110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rPr>
              <a:t>需要特别指出的是，使用ALTER LOGIN语句可以禁用或启用指定的登录名。禁用登录名与删除登录名是不同的。禁用登录名时，登录名的所有信息依然存在于系统中，但是不能正常使用。只有被重新起用，该登录名才可以发挥作用。实际上，禁用登录名是一种临时禁止登录名起作用的措施。</a:t>
            </a:r>
            <a:endParaRPr lang="zh-CN" altLang="en-US" sz="1100" dirty="0">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22" name="文本框 21"/>
          <p:cNvSpPr txBox="1"/>
          <p:nvPr>
            <p:custDataLst>
              <p:tags r:id="rId13"/>
            </p:custDataLst>
          </p:nvPr>
        </p:nvSpPr>
        <p:spPr>
          <a:xfrm>
            <a:off x="9476037" y="3012590"/>
            <a:ext cx="2228249" cy="1454091"/>
          </a:xfrm>
          <a:prstGeom prst="rect">
            <a:avLst/>
          </a:prstGeom>
          <a:noFill/>
        </p:spPr>
        <p:txBody>
          <a:bodyPr wrap="none" lIns="90000" tIns="46800" rIns="90000" bIns="46800" rtlCol="0" anchor="ctr">
            <a:normAutofit lnSpcReduction="20000"/>
          </a:bodyPr>
          <a:lstStyle/>
          <a:p>
            <a:pPr fontAlgn="ctr">
              <a:lnSpc>
                <a:spcPct val="120000"/>
              </a:lnSpc>
            </a:pPr>
            <a:r>
              <a:rPr lang="en-US" altLang="zh-CN" sz="7200" b="1" dirty="0">
                <a:solidFill>
                  <a:schemeClr val="lt1">
                    <a:alpha val="20000"/>
                  </a:schemeClr>
                </a:solidFill>
                <a:latin typeface="微软雅黑" panose="020B0503020204020204" charset="-122"/>
                <a:ea typeface="微软雅黑" panose="020B0503020204020204" charset="-122"/>
                <a:cs typeface="Arial" panose="020B0604020202020204" pitchFamily="34" charset="0"/>
                <a:sym typeface="Arial" panose="020B0604020202020204" pitchFamily="34" charset="0"/>
              </a:rPr>
              <a:t>No.2</a:t>
            </a:r>
            <a:endParaRPr lang="en-US" altLang="zh-CN" sz="7200" b="1" dirty="0">
              <a:solidFill>
                <a:schemeClr val="lt1">
                  <a:alpha val="20000"/>
                </a:schemeClr>
              </a:solidFill>
              <a:latin typeface="微软雅黑" panose="020B0503020204020204" charset="-122"/>
              <a:ea typeface="微软雅黑" panose="020B0503020204020204" charset="-122"/>
              <a:cs typeface="Arial" panose="020B0604020202020204" pitchFamily="34" charset="0"/>
              <a:sym typeface="Arial" panose="020B0604020202020204" pitchFamily="34" charset="0"/>
            </a:endParaRPr>
          </a:p>
        </p:txBody>
      </p:sp>
      <p:sp>
        <p:nvSpPr>
          <p:cNvPr id="23" name="文本框 22"/>
          <p:cNvSpPr txBox="1"/>
          <p:nvPr>
            <p:custDataLst>
              <p:tags r:id="rId14"/>
            </p:custDataLst>
          </p:nvPr>
        </p:nvSpPr>
        <p:spPr>
          <a:xfrm>
            <a:off x="9476037" y="1390630"/>
            <a:ext cx="2228249" cy="1454091"/>
          </a:xfrm>
          <a:prstGeom prst="rect">
            <a:avLst/>
          </a:prstGeom>
          <a:noFill/>
        </p:spPr>
        <p:txBody>
          <a:bodyPr wrap="none" lIns="90000" tIns="46800" rIns="90000" bIns="46800" rtlCol="0" anchor="ctr">
            <a:normAutofit lnSpcReduction="20000"/>
          </a:bodyPr>
          <a:lstStyle/>
          <a:p>
            <a:pPr fontAlgn="ctr">
              <a:lnSpc>
                <a:spcPct val="120000"/>
              </a:lnSpc>
            </a:pPr>
            <a:r>
              <a:rPr lang="en-US" altLang="zh-CN" sz="7200" b="1" dirty="0">
                <a:solidFill>
                  <a:schemeClr val="lt1">
                    <a:alpha val="20000"/>
                  </a:schemeClr>
                </a:solidFill>
                <a:latin typeface="微软雅黑" panose="020B0503020204020204" charset="-122"/>
                <a:ea typeface="微软雅黑" panose="020B0503020204020204" charset="-122"/>
                <a:cs typeface="Arial" panose="020B0604020202020204" pitchFamily="34" charset="0"/>
                <a:sym typeface="Arial" panose="020B0604020202020204" pitchFamily="34" charset="0"/>
              </a:rPr>
              <a:t>No.1</a:t>
            </a:r>
            <a:endParaRPr lang="en-US" altLang="zh-CN" sz="7200" b="1" dirty="0">
              <a:solidFill>
                <a:schemeClr val="lt1">
                  <a:alpha val="20000"/>
                </a:schemeClr>
              </a:solidFill>
              <a:latin typeface="微软雅黑" panose="020B0503020204020204" charset="-122"/>
              <a:ea typeface="微软雅黑" panose="020B0503020204020204" charset="-122"/>
              <a:cs typeface="Arial" panose="020B0604020202020204" pitchFamily="34" charset="0"/>
              <a:sym typeface="Arial" panose="020B0604020202020204" pitchFamily="34" charset="0"/>
            </a:endParaRPr>
          </a:p>
        </p:txBody>
      </p:sp>
    </p:spTree>
    <p:custDataLst>
      <p:tags r:id="rId15"/>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2016安全机制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创建登录名</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4845050"/>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例11.3</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】禁用和启用登录名。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（1）启动【查询编辑器】。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（2）在ALTER LOGIN语句中使用DISABLE关键字表示禁用登录名，如图11-3所示。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（3）在ALTER LOGIN语句中使用ENABLE关键字表示启用指定的登录名。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图11-3  禁用和启用登录名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在【例11.3】的示例中演示了禁用和启用登录名的操作。实际上，禁用就是暂停使用。这些操作在实际应用中非常有意义，可以大大方便对特殊环境下的安全管理。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如果某个登录名不再需要了，那么可以使用DROP LOGIN语句删除该登录名。删除登录名表示删除该登录名的所有信息。例如，如果andy登录名不再有用了，那么可以使用DROP LOGIN andy命令删除该登录名。需要注意的是，正在使用的登录名是不能被删除的，拥有任何安全对象、服务器级别的对象或代理作业的登录名也是不能被删除的。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370" name="图片 5"/>
          <p:cNvPicPr>
            <a:picLocks noChangeAspect="1"/>
          </p:cNvPicPr>
          <p:nvPr/>
        </p:nvPicPr>
        <p:blipFill>
          <a:blip r:embed="rId7"/>
          <a:stretch>
            <a:fillRect/>
          </a:stretch>
        </p:blipFill>
        <p:spPr>
          <a:xfrm>
            <a:off x="533083" y="3146743"/>
            <a:ext cx="2365375" cy="1320165"/>
          </a:xfrm>
          <a:prstGeom prst="rect">
            <a:avLst/>
          </a:prstGeom>
          <a:noFill/>
          <a:ln>
            <a:noFill/>
          </a:ln>
        </p:spPr>
      </p:pic>
    </p:spTree>
    <p:custDataLst>
      <p:tags r:id="rId8"/>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2016安全机制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3.2 数据库用户管理</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4845050"/>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前面介绍了Windows账户和SQL Server账户的创建步骤，这两种账户都属于登录账户，只是用来登录SQL Server的。使用登录账户登录SQL Server后，如果想要访问数据库，那么还需要为该账户映射一个或多个数据库用户。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数据库用户是数据库级的主体，是登录名在数据库中的映射，也是在数据库中执行操作和活动的执行者。在Microsoft SQL Server 2016系统中，数据库用户不能直接拥有表、视图等数据库对象，而是通过架构拥有这些对象。数据库用户管理包括创建用户、查看用户信息、修改用户名、删除用户名等操作。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例11.4</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】使用图形化界面创建数据库用户。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（1）打开SQL Server Management Studio，展开【数据库】|Student|【安全性】|节点，右击【用户】节点，在弹出的快捷菜单中选择【新建用户】命令，打开【数据库用户-新建】窗口。</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（2）单击【登录名】文本框后面【…】按钮，打开【选择登录名】对话框。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（3）单击【浏览】按钮，在打开的【查找对象】对话框中选择匹配的对象为andy，将新用户名映射到这个登录账户。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（4）单击【确定】按钮，返回【选择登录名】对话框，在该对话框的【输入要选择的对象名称】文本域中将显示已经选择的登录账户。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（5）单击【确定】按钮，返回【数据库用户-新建】窗口。在该窗口中完成其他设置，如设置用户名为deng等。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（6）单击【确定】按钮，即可完成新用户deng的创建。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2016安全机制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3.2 数据库用户管理</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074420"/>
            <a:ext cx="11277600" cy="6029960"/>
          </a:xfrm>
          <a:prstGeom prst="rect">
            <a:avLst/>
          </a:prstGeom>
          <a:noFill/>
          <a:ln w="3175">
            <a:noFill/>
            <a:prstDash val="dash"/>
          </a:ln>
        </p:spPr>
        <p:txBody>
          <a:bodyPr wrap="square" lIns="63500" tIns="25400" rIns="63500" bIns="25400" anchor="ctr" anchorCtr="0">
            <a:normAutofit fontScale="5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例11.5</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】通过命令创建数据库用户。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创建用户还可以使用CREATE USER语句，使用该语句需要用户具有ALTER ANY USER权限。CREATE USER语句的语法如下：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CREATE USER user_name</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[{FOR |FROM }</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LOGIN login_name</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|CERTIFICATE cert_name</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|ASYMMETRIC KEY asym_key_name</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|WITHOUT LOGIN</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[WITH DEFAULT_SCHEMA=schema_name]</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语法说明如下：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user_name：要创建的用户名。最多可以是128个字符。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LOGIN login_name：指定为哪个SQL Server登录名创建数据库名。login_name必须是服务器有效的登录名。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CERTIFICATE cert_name：指定要创建数据库用户的证书。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ASYMMETRIC KEY asym_key_name：指定要创建数据库用户的非对称秘钥。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WITHOUT LOGIN：指定不应将用户映射到现有登录名。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DEFAULT_SCHEMA=schema_name：为数据库用户指定一个默认架构。如果不指定默认架构，数据库用户将使用dbo作为默认架构。</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图11-4  创建登录名的数据库用户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（1）启动【查询编辑器】。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（2）使用如</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图11-4</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所示的CREATE USER语句在Student数据库中创建对应andy登录名的用户，其名称是deng。</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（3）说明用户是基于数据库的主体，在执行CREATE USER语句创建用户之前，应该使用USE Student命令设置当前的数据库。接下来，使用CREATE USER语句创建一个对应andy登录名的deng用户。注意，这里使用了FROM LOGIN关键字指定登录名，也可以使用FOR LOGIN关键字指定登录名。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371" name="图片 6"/>
          <p:cNvPicPr>
            <a:picLocks noChangeAspect="1"/>
          </p:cNvPicPr>
          <p:nvPr/>
        </p:nvPicPr>
        <p:blipFill>
          <a:blip r:embed="rId7"/>
          <a:stretch>
            <a:fillRect/>
          </a:stretch>
        </p:blipFill>
        <p:spPr>
          <a:xfrm>
            <a:off x="9190990" y="4496118"/>
            <a:ext cx="2449830" cy="1312545"/>
          </a:xfrm>
          <a:prstGeom prst="rect">
            <a:avLst/>
          </a:prstGeom>
          <a:noFill/>
          <a:ln>
            <a:noFill/>
          </a:ln>
        </p:spPr>
      </p:pic>
    </p:spTree>
    <p:custDataLst>
      <p:tags r:id="rId8"/>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2016安全机制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3.2 数据库用户管理</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72235"/>
            <a:ext cx="11277600" cy="5415280"/>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在【例11.5】的示例中，CREATE USER语句中的两个参数非常重要，andy是事先存在的登录名参数，deng是在当前数据库中将要创建的数据库用户名。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用户名和登录名可以一样，也可以不一样。在数据库中创建用户时，如果用户名与登录名完全一样，那么可以省略FROM LOGIN关键字。也就是说，当CREATE USER语句中没有明确地指定登录名时，表示将创建一个与登录名完全一样的用户。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数据库中的每一个用户都可以对应多个架构，但是只能对应一个默认架构，只有这样才能通过架构引用数据库对象。当不明确指定架构时，使用该用户的默认架构。如果在CREATE USER语句中没有明确地指定架构，那么所创建的新用户使用dbo架构。dbo是一个自动生成的架构，它可以拥有数据库中的所有对象。但是，如果希望为新用户明确地指定架构，那么可以在CREATE USER语句中使用DEFAULT_SCHEMA关键字来指定架构名称。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可以使用ALTER USER语句修改用户。修改用户包括两方面：第一，可以修改用户名；第二，可以修改用户的默认架构。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修改用户名与删除、重建用户是不同的。修改用户名仅仅是名称的改变，不是用户与登录名对应关系的改变，也不是用户与架构关系的变化。</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2016安全机制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3.2 数据库用户管理</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456565" y="1371600"/>
            <a:ext cx="11278235" cy="4712970"/>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例11.6</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】修改用户名。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（1）启动【查询编辑器】。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（2）使用命令将deng用户名修改为wang用户名，但是wang用户对应的登录名依然是[SC-201704052024\deng]，即对应关系不变。</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ALTER USER deng</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WITH NAME=wang</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也可以使用ALTER USER语句修改指定用户的默认架构，这时应该在ALTER USER语句中使用WITH DEFAULT_SCHEMA子句。如果不再需要某个指定的用户了，那么可以使用DROP USER语句删除该用户。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例11.7</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】删除用户名。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（1）启动【查询编辑器】。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（2）使用命令将deng用户从Student数据库中删除。数据库用户删除之后，其对应的登录名依然存在。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 USER deng</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2016安全机制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3.3 数据库角色</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457835" y="1676400"/>
            <a:ext cx="11277600" cy="4707890"/>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980185" y="1495237"/>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786960" y="1504793"/>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1024441" y="61887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10777241" y="618945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640715" y="1869440"/>
            <a:ext cx="10913745" cy="4413885"/>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数据库角色是数据库级别的主体，也是数据库用户的集合。数据库用户可以作为数据库角色的成员，继承数据库角色的权限。数据库管理人员可以通过管理角色的权限来管理数据库用户的权限。Microsoft SQL Server 2016系统提供了一些固定数据库角色和public特殊角色。下面详细描述数据库角色的特点和管理方式。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1. 管理数据库角色</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管理数据库角色包括创建数据库角色、添加和删除数据库角色成员、查看数据库角色信息、修改和删除角色等。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可以使用CREATE ROLE语句创建角色。实际上，创建角色的过程就是指定角色名称和拥有该角色的用户的过程。如果没有明确地指定角色的所有者，那么当前操作的用户默认是该角色的所有者。</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例11.8</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】练习使用CREATE ROLE语句创建简单的角色。</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（1）启动【查询编辑器】。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（2）使用CREATE ROLE语句创建一个名称为ProjectManager的角色。角色创建之后，可以为其授权和添加成员。</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ROLE ProjectManager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由于没有明确指定角色的所有者，因此当前执行CREATE ROLE语句操作的用户是默认的所有者。如果希望明确地指定所有者，那么可以使用AUTHORIZATION关键字。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2016安全机制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管理数据库角色</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456565" y="1384935"/>
            <a:ext cx="11278235" cy="5473065"/>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例11.9</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】练习使用CREATE ROLE语句创建带有所有者的角色。</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（1）启动【查询编辑器】。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（2）在命令中，首先使用USE语句设置Student数据库为当前数据库，表示所有操作都在该数据库中执行。</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（3）使用DROP ROLE语句删除现有的ProjectManager角色，目的是重建该角色。</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（4）使用CREATE ROLE语句创建ProjectManager角色，并且使用AUTHORIZATION关键字指定该角色的所有者为wang用户。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 ROLE ProjectManager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ROLE ProjectManager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AUTHORIZATION wang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如果希望为角色添加成员，那么可以使用sp_addrolemember存储过程。使用该存储过程可以为当前数据库中的数据库角色添加数据库用户、数据库角色、Windows登录名和Windows组。sp_addrolemember存储过程的使用方式如下：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sp_addrolemember 'role_name', 'security_account'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在上面的语法中，role_name参数用于指定当前数据库角色，security_account参数用于指定将要作为当前数据库角色成员的安全账户名称。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2016安全机制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管理数据库角色</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536321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1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例11.10</a:t>
            </a: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】为角色添加成员。</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（1）启动【查询编辑器】。</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（2）使用sp_addrolemember存储过程将wang用户添加到ProjectManager角色中。这时，wang用户继承了ProjectManager角色的权限。</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Student</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Sp_addrolemember 'ProjectManager','wang'</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在【例11.10】的示例中，sp_addrolemember存储过程的两个参数分别是角色名和用户名，角色名在前，用户名在后。这种顺序与添加固定服务器角色成员时的顺序恰好相反。</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需要注意的是，如果某个Windows级别的主体（如Windows登录名或Windows组）在当前数据库中没有数据库用户，那么执行该存储过程之后可以自动在当前数据库中生成对应的数据库用户。</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数据库角色可以包括其他数据库角色作为成员，但是数据库角色不能包含自己作为成员。无论是直接作为成员包含自身，还是通过其他中间的数据库角色间接地包含自身，这种操作都是无效的。</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与sp_addrolemember存储过程相对应的是sp_droprolemember存储过程，后者可以删除指定数据库角色中的成员。</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可以使用sys.database_principals安全性目录视图查看当前数据库中所有数据库角色信息，使用sys.database_role_members安全性目录视图查看当前数据库中所有数据库角色和其成员的信息。</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如果希望修改数据库角色的名称，那么可以使用ALTER ROLE语句。如果某个角色确实不再需要了，那么可以使用DROP ROLE语句删除指定的角色。ALTER ROLE语句和DROP ROLE语句的语法形式如下：</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1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ALTER ROLE role_name WITH NAME new_role_name</a:t>
            </a:r>
            <a:endParaRPr lang="zh-CN" altLang="en-US" sz="11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1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1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DROP ROLE role_name</a:t>
            </a:r>
            <a:endParaRPr lang="zh-CN" altLang="en-US" sz="11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2016安全机制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固定数据库角色</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3665"/>
            <a:ext cx="11277600" cy="478028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就像固定服务器角色一样，固定数据库角色也具有预先定义好的权限。使用固定数据库角色可以大大简化数据库角色权限管理工作。
Microsoft SQL Server 2016系统提供了9个固定数据库角色，这些固定数据库角色的清单和权限描述如表11-1所示。
表11-1 固定数据库角色
</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例如，如果wang用户是db_owner固定数据库角色的成员，那么该用户就可以在数据库中执行所有的操作。如果deng用户是db_denydatareader固定数据库角色的成员，那么该用户不能在数据库中执行所有的检索操作。</a:t>
            </a:r>
            <a:endParaRPr lang="zh-CN" altLang="en-US" sz="16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457200" y="2920365"/>
            <a:ext cx="6705600" cy="2095500"/>
          </a:xfrm>
          <a:prstGeom prst="rect">
            <a:avLst/>
          </a:prstGeom>
        </p:spPr>
      </p:pic>
      <p:pic>
        <p:nvPicPr>
          <p:cNvPr id="8" name="图片 7"/>
          <p:cNvPicPr>
            <a:picLocks noChangeAspect="1"/>
          </p:cNvPicPr>
          <p:nvPr/>
        </p:nvPicPr>
        <p:blipFill>
          <a:blip r:embed="rId8"/>
          <a:stretch>
            <a:fillRect/>
          </a:stretch>
        </p:blipFill>
        <p:spPr>
          <a:xfrm>
            <a:off x="6027420" y="2920365"/>
            <a:ext cx="6705600" cy="1781175"/>
          </a:xfrm>
          <a:prstGeom prst="rect">
            <a:avLst/>
          </a:prstGeom>
        </p:spPr>
      </p:pic>
    </p:spTree>
    <p:custDataLst>
      <p:tags r:id="rId9"/>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2016安全机制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public角色</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585071" y="1641221"/>
            <a:ext cx="9021857" cy="409752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除了前面介绍的固定数据库角色外，Microsoft SQL Server系统成功安装之后，还有一个特殊的角色，即public角色。public角色有两大特点：第一，初始状态时没有权限；第二，所有的数据库用户都是它的成员。</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固定数据库角色都有预先定义好的权限，但是不能为这些角色增加或删除权限。虽然初始状态下public角色没有任何权限，但是可以为该角色授予权限。由于所有的数据库用户都是该角色的成员，并且这是自动的、默认的和不可变的，因此数据库中的所有用户都会自动继承public角色的权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从某种程度上可以这样说，当为public角色授予权限时，实际上就是为所有的数据库用户授予权限。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2016安全机制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固定服务器角色</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71600"/>
            <a:ext cx="11277600" cy="502666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固定服务器角色也是服务器级别的主体，其作用范围是整个服务器。固定服务器角色已经具备了执行指定操作的权限，可以把其他登录名作为成员添加到固定服务器角色中，这样该登录名就可以继承固定服务器角色的权限了。Microsoft SQL Server 2016系统提供了9个固定服务器角色，这些角色的功能描述如表11-2所示。
表11-2 固定服务器角色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固定服务器角色的权限是固定不变的（public角色除外），既不能被删除，也不能增加。在这些角色中，sysadmin固定服务器角色拥有的权限最多，可以执行系统中的所有操作。可以在SQL Server Management Studio的【对象资源管理器】窗口中的【安全性】|【服务器角色】节点中查看这些固定服务器角色的名称。右击某个固定服务器角色，从弹出的快捷菜单中选择【属性】命令，可以查看该角色的成员等信息。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457200" y="3141980"/>
            <a:ext cx="6657975" cy="1485900"/>
          </a:xfrm>
          <a:prstGeom prst="rect">
            <a:avLst/>
          </a:prstGeom>
        </p:spPr>
      </p:pic>
      <p:pic>
        <p:nvPicPr>
          <p:cNvPr id="8" name="图片 7"/>
          <p:cNvPicPr>
            <a:picLocks noChangeAspect="1"/>
          </p:cNvPicPr>
          <p:nvPr/>
        </p:nvPicPr>
        <p:blipFill>
          <a:blip r:embed="rId8"/>
          <a:stretch>
            <a:fillRect/>
          </a:stretch>
        </p:blipFill>
        <p:spPr>
          <a:xfrm>
            <a:off x="5822950" y="3151505"/>
            <a:ext cx="6657975" cy="1476375"/>
          </a:xfrm>
          <a:prstGeom prst="rect">
            <a:avLst/>
          </a:prstGeom>
        </p:spPr>
      </p:pic>
    </p:spTree>
    <p:custDataLst>
      <p:tags r:id="rId9"/>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2016安全机制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应用程序角色</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484505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应用程序角色是一个数据库主体，它使应用程序能够用其自身的、类似用户的权限来运行。在使用应用程序时，可以仅仅允许那些经过特定应用程序连接的用户来访问数据库中的特定数据，如果不通过这些特定的应用程序连接，就无法访问这些数据。这是使用应用程序角色实现安全管理的目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与数据库角色相比，应用程序角色有3个特点：第一，在默认情况下该角色不包含任何成员；第二，在默认情况下该角色是非活动的，必须激活之后才能发挥作用；第三，该角色有密码，只有拥有应用程序角色正确密码的用户才可以激活该角色。当激活某个应用程序角色之后，用户会失去自己原有的权限，转而拥有应用程序角色的权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在Microsoft SQL Server 2016系统中，可以使用CREATE APPLICATION ROLE语句创建应用程序角色。该语句的语法形式如下：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APPLICATION ROLE application_role_name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WITH PASSWORD = 'password',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DEFAULT_SCHEMA = schema_name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在上面的语法中，application_role_name参数是将要新建的应用程序角色名称，可以使用WITH PASSWORD关键字指定该应用程序角色密码。如果没有明确指定该应用程序角色的架构，可以使用DBO架构。如果希望明确指定该应用程序角色的架构，可以使用DEFAULT_SCHEMA关键字。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2016安全机制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应用程序角色</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469390"/>
            <a:ext cx="11277600" cy="477012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1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例11.11</a:t>
            </a: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】练习创建应用程序角色。</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（1）启动【查询编辑器】。</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（2）使用CREATE APPLICATION ROLE命令创建一个名称为Ying、密码为Ying%123456789%、所有者架构为dbo的应用程序角色。</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Student</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APPLICATION ROLE Ying</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WITH PASSWORD='Ying%123456789%',</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DEFAULT_SCHEMA=dbo</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应用程序角色只有激活之后才能发挥作用，可以使用sp_setapprole存储过程激活应用程序角色。</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【例11.12】激活应用程序角色。</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（1）启动【查询编辑器】。</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（2）使用sp_setapprole存储过程激活Ying应用程序角色。</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Student</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sp_setapprole 'Ying','Ying%123456789%'</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1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8"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839" y="1138566"/>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SQL Server 2016安全机制</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应用程序角色</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134" name="文本框 133"/>
          <p:cNvSpPr txBox="1"/>
          <p:nvPr>
            <p:custDataLst>
              <p:tags r:id="rId6"/>
            </p:custDataLst>
          </p:nvPr>
        </p:nvSpPr>
        <p:spPr>
          <a:xfrm>
            <a:off x="3896360" y="2204085"/>
            <a:ext cx="5482590" cy="604520"/>
          </a:xfrm>
          <a:prstGeom prst="rect">
            <a:avLst/>
          </a:prstGeom>
          <a:noFill/>
        </p:spPr>
        <p:txBody>
          <a:bodyPr wrap="square" rtlCol="0">
            <a:normAutofit/>
          </a:bodyPr>
          <a:lstStyle>
            <a:defPPr>
              <a:defRPr lang="en-US"/>
            </a:defPPr>
            <a:lvl1pPr>
              <a:lnSpc>
                <a:spcPct val="120000"/>
              </a:lnSpc>
              <a:defRPr kumimoji="1" sz="1400">
                <a:solidFill>
                  <a:schemeClr val="tx1">
                    <a:lumMod val="75000"/>
                    <a:lumOff val="25000"/>
                  </a:schemeClr>
                </a:solidFill>
                <a:latin typeface="+mn-ea"/>
              </a:defRPr>
            </a:lvl1pPr>
          </a:lstStyle>
          <a:p>
            <a:pPr lvl="0" algn="l">
              <a:buClrTx/>
              <a:buSzTx/>
              <a:buFontTx/>
            </a:pPr>
            <a:r>
              <a:rPr lang="zh-CN" altLang="en-US" spc="150">
                <a:solidFill>
                  <a:schemeClr val="dk1">
                    <a:lumMod val="75000"/>
                    <a:lumOff val="25000"/>
                  </a:schemeClr>
                </a:solidFill>
                <a:latin typeface="Times New Roman" panose="02020603050405020304" charset="0"/>
                <a:ea typeface="微软雅黑" panose="020B0503020204020204" charset="-122"/>
                <a:cs typeface="Times New Roman" panose="02020603050405020304" charset="0"/>
                <a:sym typeface="+mn-ea"/>
              </a:rPr>
              <a:t>第一步，用户执行客户端应用程序。</a:t>
            </a:r>
            <a:endParaRPr lang="zh-CN" altLang="en-US" spc="150">
              <a:solidFill>
                <a:schemeClr val="dk1">
                  <a:lumMod val="75000"/>
                  <a:lumOff val="25000"/>
                </a:schemeClr>
              </a:solidFill>
              <a:latin typeface="Times New Roman" panose="02020603050405020304" charset="0"/>
              <a:ea typeface="微软雅黑" panose="020B0503020204020204" charset="-122"/>
              <a:cs typeface="Times New Roman" panose="02020603050405020304" charset="0"/>
              <a:sym typeface="+mn-ea"/>
            </a:endParaRPr>
          </a:p>
        </p:txBody>
      </p:sp>
      <p:sp>
        <p:nvSpPr>
          <p:cNvPr id="138" name="文本框 137"/>
          <p:cNvSpPr txBox="1"/>
          <p:nvPr>
            <p:custDataLst>
              <p:tags r:id="rId7"/>
            </p:custDataLst>
          </p:nvPr>
        </p:nvSpPr>
        <p:spPr>
          <a:xfrm>
            <a:off x="3896442" y="4115439"/>
            <a:ext cx="5482370" cy="851182"/>
          </a:xfrm>
          <a:prstGeom prst="rect">
            <a:avLst/>
          </a:prstGeom>
          <a:noFill/>
        </p:spPr>
        <p:txBody>
          <a:bodyPr wrap="square" rtlCol="0">
            <a:normAutofit/>
          </a:bodyPr>
          <a:lstStyle>
            <a:defPPr>
              <a:defRPr lang="en-US"/>
            </a:defPPr>
            <a:lvl1pPr>
              <a:lnSpc>
                <a:spcPct val="120000"/>
              </a:lnSpc>
              <a:defRPr kumimoji="1" sz="1400">
                <a:solidFill>
                  <a:schemeClr val="tx1">
                    <a:lumMod val="75000"/>
                    <a:lumOff val="25000"/>
                  </a:schemeClr>
                </a:solidFill>
                <a:latin typeface="+mn-ea"/>
              </a:defRPr>
            </a:lvl1pPr>
          </a:lstStyle>
          <a:p>
            <a:pPr lvl="0" algn="l">
              <a:buClrTx/>
              <a:buSzTx/>
              <a:buFontTx/>
            </a:pPr>
            <a:r>
              <a:rPr lang="zh-CN" altLang="en-US" spc="150">
                <a:solidFill>
                  <a:schemeClr val="dk1">
                    <a:lumMod val="75000"/>
                    <a:lumOff val="25000"/>
                  </a:schemeClr>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第三步，应用程序使用一个隐含在其内部的密码执行sp_setapprole存储过程。</a:t>
            </a:r>
            <a:endParaRPr lang="zh-CN" altLang="en-US" spc="150">
              <a:solidFill>
                <a:schemeClr val="dk1">
                  <a:lumMod val="75000"/>
                  <a:lumOff val="25000"/>
                </a:schemeClr>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144" name="文本框 143"/>
          <p:cNvSpPr txBox="1"/>
          <p:nvPr>
            <p:custDataLst>
              <p:tags r:id="rId8"/>
            </p:custDataLst>
          </p:nvPr>
        </p:nvSpPr>
        <p:spPr>
          <a:xfrm>
            <a:off x="3833961" y="3072512"/>
            <a:ext cx="5482369" cy="851182"/>
          </a:xfrm>
          <a:prstGeom prst="rect">
            <a:avLst/>
          </a:prstGeom>
          <a:noFill/>
        </p:spPr>
        <p:txBody>
          <a:bodyPr wrap="square" rtlCol="0">
            <a:normAutofit/>
          </a:bodyPr>
          <a:lstStyle>
            <a:defPPr>
              <a:defRPr lang="en-US"/>
            </a:defPPr>
            <a:lvl1pPr>
              <a:lnSpc>
                <a:spcPct val="120000"/>
              </a:lnSpc>
              <a:defRPr kumimoji="1" sz="1400">
                <a:solidFill>
                  <a:schemeClr val="tx1">
                    <a:lumMod val="75000"/>
                    <a:lumOff val="25000"/>
                  </a:schemeClr>
                </a:solidFill>
                <a:latin typeface="+mn-ea"/>
              </a:defRPr>
            </a:lvl1pPr>
          </a:lstStyle>
          <a:p>
            <a:r>
              <a:rPr lang="zh-CN" altLang="en-US" spc="150">
                <a:solidFill>
                  <a:schemeClr val="dk1">
                    <a:lumMod val="75000"/>
                    <a:lumOff val="25000"/>
                  </a:schemeClr>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第二步，客户端应用程序作为用户连接到Microsoft SQL Server系统。</a:t>
            </a:r>
            <a:endParaRPr lang="zh-CN" altLang="en-US" spc="150">
              <a:solidFill>
                <a:schemeClr val="dk1">
                  <a:lumMod val="75000"/>
                  <a:lumOff val="25000"/>
                </a:schemeClr>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148" name="文本框 147"/>
          <p:cNvSpPr txBox="1"/>
          <p:nvPr>
            <p:custDataLst>
              <p:tags r:id="rId9"/>
            </p:custDataLst>
          </p:nvPr>
        </p:nvSpPr>
        <p:spPr>
          <a:xfrm>
            <a:off x="3841197" y="5226030"/>
            <a:ext cx="5372632" cy="851182"/>
          </a:xfrm>
          <a:prstGeom prst="rect">
            <a:avLst/>
          </a:prstGeom>
          <a:noFill/>
        </p:spPr>
        <p:txBody>
          <a:bodyPr wrap="square" rtlCol="0">
            <a:normAutofit/>
          </a:bodyPr>
          <a:lstStyle>
            <a:defPPr>
              <a:defRPr lang="en-US"/>
            </a:defPPr>
            <a:lvl1pPr>
              <a:lnSpc>
                <a:spcPct val="120000"/>
              </a:lnSpc>
              <a:defRPr kumimoji="1" sz="1400">
                <a:solidFill>
                  <a:schemeClr val="tx1">
                    <a:lumMod val="75000"/>
                    <a:lumOff val="25000"/>
                  </a:schemeClr>
                </a:solidFill>
                <a:latin typeface="+mn-ea"/>
              </a:defRPr>
            </a:lvl1pPr>
          </a:lstStyle>
          <a:p>
            <a:pPr lvl="0" algn="l">
              <a:buClrTx/>
              <a:buSzTx/>
              <a:buFontTx/>
            </a:pPr>
            <a:r>
              <a:rPr lang="zh-CN" altLang="en-US" spc="150">
                <a:solidFill>
                  <a:schemeClr val="dk1">
                    <a:lumMod val="75000"/>
                    <a:lumOff val="25000"/>
                  </a:schemeClr>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第四步，Microsoft SQL Server系统判断，如果应用程序角色的名称和密码都正确，那么将激活应用程序角色。</a:t>
            </a:r>
            <a:endParaRPr lang="zh-CN" altLang="en-US" spc="150">
              <a:solidFill>
                <a:schemeClr val="dk1">
                  <a:lumMod val="75000"/>
                  <a:lumOff val="25000"/>
                </a:schemeClr>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grpSp>
        <p:nvGrpSpPr>
          <p:cNvPr id="4" name="组合 3"/>
          <p:cNvGrpSpPr/>
          <p:nvPr>
            <p:custDataLst>
              <p:tags r:id="rId10"/>
            </p:custDataLst>
          </p:nvPr>
        </p:nvGrpSpPr>
        <p:grpSpPr>
          <a:xfrm>
            <a:off x="2915588" y="2157057"/>
            <a:ext cx="744163" cy="744355"/>
            <a:chOff x="832178" y="1839820"/>
            <a:chExt cx="695056" cy="695236"/>
          </a:xfrm>
        </p:grpSpPr>
        <p:sp>
          <p:nvSpPr>
            <p:cNvPr id="129" name="Shape 1489"/>
            <p:cNvSpPr/>
            <p:nvPr>
              <p:custDataLst>
                <p:tags r:id="rId11"/>
              </p:custDataLst>
            </p:nvPr>
          </p:nvSpPr>
          <p:spPr>
            <a:xfrm>
              <a:off x="832178" y="1839820"/>
              <a:ext cx="695056" cy="695236"/>
            </a:xfrm>
            <a:prstGeom prst="ellipse">
              <a:avLst/>
            </a:prstGeom>
            <a:solidFill>
              <a:schemeClr val="accent1"/>
            </a:solidFill>
            <a:ln w="25400" cap="flat" cmpd="sng">
              <a:solidFill>
                <a:schemeClr val="dk1">
                  <a:alpha val="0"/>
                </a:schemeClr>
              </a:solidFill>
              <a:prstDash val="solid"/>
              <a:miter/>
              <a:headEnd type="none" w="med" len="med"/>
              <a:tailEnd type="none" w="med" len="med"/>
            </a:ln>
            <a:effectLst/>
          </p:spPr>
          <p:txBody>
            <a:bodyPr lIns="0" tIns="0" rIns="0" bIns="0" anchor="t" anchorCtr="0">
              <a:noAutofit/>
            </a:bodyPr>
            <a:lstStyle/>
            <a:p>
              <a:pPr defTabSz="457200">
                <a:lnSpc>
                  <a:spcPct val="120000"/>
                </a:lnSpc>
              </a:pPr>
              <a:endParaRPr dirty="0">
                <a:solidFill>
                  <a:srgbClr val="222222"/>
                </a:solidFill>
                <a:latin typeface="微软雅黑" panose="020B0503020204020204" charset="-122"/>
                <a:ea typeface="微软雅黑" panose="020B0503020204020204" charset="-122"/>
                <a:cs typeface="Roboto"/>
                <a:sym typeface="Arial" panose="020B0604020202020204" pitchFamily="34" charset="0"/>
              </a:endParaRPr>
            </a:p>
          </p:txBody>
        </p:sp>
        <p:sp>
          <p:nvSpPr>
            <p:cNvPr id="195" name="任意形状 194"/>
            <p:cNvSpPr/>
            <p:nvPr>
              <p:custDataLst>
                <p:tags r:id="rId12"/>
              </p:custDataLst>
            </p:nvPr>
          </p:nvSpPr>
          <p:spPr>
            <a:xfrm>
              <a:off x="1052019" y="2007438"/>
              <a:ext cx="255937" cy="360000"/>
            </a:xfrm>
            <a:custGeom>
              <a:avLst/>
              <a:gdLst>
                <a:gd name="connsiteX0" fmla="*/ 220500 w 255937"/>
                <a:gd name="connsiteY0" fmla="*/ 226688 h 360000"/>
                <a:gd name="connsiteX1" fmla="*/ 232312 w 255937"/>
                <a:gd name="connsiteY1" fmla="*/ 226688 h 360000"/>
                <a:gd name="connsiteX2" fmla="*/ 232312 w 255937"/>
                <a:gd name="connsiteY2" fmla="*/ 238500 h 360000"/>
                <a:gd name="connsiteX3" fmla="*/ 220500 w 255937"/>
                <a:gd name="connsiteY3" fmla="*/ 238500 h 360000"/>
                <a:gd name="connsiteX4" fmla="*/ 162562 w 255937"/>
                <a:gd name="connsiteY4" fmla="*/ 226688 h 360000"/>
                <a:gd name="connsiteX5" fmla="*/ 209250 w 255937"/>
                <a:gd name="connsiteY5" fmla="*/ 226688 h 360000"/>
                <a:gd name="connsiteX6" fmla="*/ 209250 w 255937"/>
                <a:gd name="connsiteY6" fmla="*/ 238500 h 360000"/>
                <a:gd name="connsiteX7" fmla="*/ 162562 w 255937"/>
                <a:gd name="connsiteY7" fmla="*/ 238500 h 360000"/>
                <a:gd name="connsiteX8" fmla="*/ 81000 w 255937"/>
                <a:gd name="connsiteY8" fmla="*/ 226688 h 360000"/>
                <a:gd name="connsiteX9" fmla="*/ 92813 w 255937"/>
                <a:gd name="connsiteY9" fmla="*/ 226688 h 360000"/>
                <a:gd name="connsiteX10" fmla="*/ 92813 w 255937"/>
                <a:gd name="connsiteY10" fmla="*/ 238500 h 360000"/>
                <a:gd name="connsiteX11" fmla="*/ 81000 w 255937"/>
                <a:gd name="connsiteY11" fmla="*/ 238500 h 360000"/>
                <a:gd name="connsiteX12" fmla="*/ 23062 w 255937"/>
                <a:gd name="connsiteY12" fmla="*/ 226688 h 360000"/>
                <a:gd name="connsiteX13" fmla="*/ 69749 w 255937"/>
                <a:gd name="connsiteY13" fmla="*/ 226688 h 360000"/>
                <a:gd name="connsiteX14" fmla="*/ 69749 w 255937"/>
                <a:gd name="connsiteY14" fmla="*/ 238500 h 360000"/>
                <a:gd name="connsiteX15" fmla="*/ 23062 w 255937"/>
                <a:gd name="connsiteY15" fmla="*/ 238500 h 360000"/>
                <a:gd name="connsiteX16" fmla="*/ 197437 w 255937"/>
                <a:gd name="connsiteY16" fmla="*/ 156938 h 360000"/>
                <a:gd name="connsiteX17" fmla="*/ 174374 w 255937"/>
                <a:gd name="connsiteY17" fmla="*/ 180000 h 360000"/>
                <a:gd name="connsiteX18" fmla="*/ 197437 w 255937"/>
                <a:gd name="connsiteY18" fmla="*/ 203062 h 360000"/>
                <a:gd name="connsiteX19" fmla="*/ 220499 w 255937"/>
                <a:gd name="connsiteY19" fmla="*/ 180000 h 360000"/>
                <a:gd name="connsiteX20" fmla="*/ 197437 w 255937"/>
                <a:gd name="connsiteY20" fmla="*/ 156938 h 360000"/>
                <a:gd name="connsiteX21" fmla="*/ 57937 w 255937"/>
                <a:gd name="connsiteY21" fmla="*/ 156938 h 360000"/>
                <a:gd name="connsiteX22" fmla="*/ 34875 w 255937"/>
                <a:gd name="connsiteY22" fmla="*/ 180000 h 360000"/>
                <a:gd name="connsiteX23" fmla="*/ 57937 w 255937"/>
                <a:gd name="connsiteY23" fmla="*/ 203062 h 360000"/>
                <a:gd name="connsiteX24" fmla="*/ 81000 w 255937"/>
                <a:gd name="connsiteY24" fmla="*/ 180000 h 360000"/>
                <a:gd name="connsiteX25" fmla="*/ 57937 w 255937"/>
                <a:gd name="connsiteY25" fmla="*/ 156938 h 360000"/>
                <a:gd name="connsiteX26" fmla="*/ 197437 w 255937"/>
                <a:gd name="connsiteY26" fmla="*/ 145125 h 360000"/>
                <a:gd name="connsiteX27" fmla="*/ 232312 w 255937"/>
                <a:gd name="connsiteY27" fmla="*/ 180000 h 360000"/>
                <a:gd name="connsiteX28" fmla="*/ 197437 w 255937"/>
                <a:gd name="connsiteY28" fmla="*/ 214875 h 360000"/>
                <a:gd name="connsiteX29" fmla="*/ 162562 w 255937"/>
                <a:gd name="connsiteY29" fmla="*/ 180000 h 360000"/>
                <a:gd name="connsiteX30" fmla="*/ 197437 w 255937"/>
                <a:gd name="connsiteY30" fmla="*/ 145125 h 360000"/>
                <a:gd name="connsiteX31" fmla="*/ 57937 w 255937"/>
                <a:gd name="connsiteY31" fmla="*/ 145125 h 360000"/>
                <a:gd name="connsiteX32" fmla="*/ 92812 w 255937"/>
                <a:gd name="connsiteY32" fmla="*/ 180000 h 360000"/>
                <a:gd name="connsiteX33" fmla="*/ 57937 w 255937"/>
                <a:gd name="connsiteY33" fmla="*/ 214875 h 360000"/>
                <a:gd name="connsiteX34" fmla="*/ 23062 w 255937"/>
                <a:gd name="connsiteY34" fmla="*/ 180000 h 360000"/>
                <a:gd name="connsiteX35" fmla="*/ 57937 w 255937"/>
                <a:gd name="connsiteY35" fmla="*/ 145125 h 360000"/>
                <a:gd name="connsiteX36" fmla="*/ 151312 w 255937"/>
                <a:gd name="connsiteY36" fmla="*/ 116438 h 360000"/>
                <a:gd name="connsiteX37" fmla="*/ 151312 w 255937"/>
                <a:gd name="connsiteY37" fmla="*/ 278438 h 360000"/>
                <a:gd name="connsiteX38" fmla="*/ 161999 w 255937"/>
                <a:gd name="connsiteY38" fmla="*/ 348188 h 360000"/>
                <a:gd name="connsiteX39" fmla="*/ 233437 w 255937"/>
                <a:gd name="connsiteY39" fmla="*/ 348188 h 360000"/>
                <a:gd name="connsiteX40" fmla="*/ 244124 w 255937"/>
                <a:gd name="connsiteY40" fmla="*/ 277875 h 360000"/>
                <a:gd name="connsiteX41" fmla="*/ 244124 w 255937"/>
                <a:gd name="connsiteY41" fmla="*/ 116438 h 360000"/>
                <a:gd name="connsiteX42" fmla="*/ 11812 w 255937"/>
                <a:gd name="connsiteY42" fmla="*/ 116438 h 360000"/>
                <a:gd name="connsiteX43" fmla="*/ 11812 w 255937"/>
                <a:gd name="connsiteY43" fmla="*/ 277875 h 360000"/>
                <a:gd name="connsiteX44" fmla="*/ 22500 w 255937"/>
                <a:gd name="connsiteY44" fmla="*/ 348188 h 360000"/>
                <a:gd name="connsiteX45" fmla="*/ 93938 w 255937"/>
                <a:gd name="connsiteY45" fmla="*/ 348188 h 360000"/>
                <a:gd name="connsiteX46" fmla="*/ 104625 w 255937"/>
                <a:gd name="connsiteY46" fmla="*/ 277875 h 360000"/>
                <a:gd name="connsiteX47" fmla="*/ 104625 w 255937"/>
                <a:gd name="connsiteY47" fmla="*/ 116438 h 360000"/>
                <a:gd name="connsiteX48" fmla="*/ 185625 w 255937"/>
                <a:gd name="connsiteY48" fmla="*/ 52313 h 360000"/>
                <a:gd name="connsiteX49" fmla="*/ 197437 w 255937"/>
                <a:gd name="connsiteY49" fmla="*/ 52313 h 360000"/>
                <a:gd name="connsiteX50" fmla="*/ 197437 w 255937"/>
                <a:gd name="connsiteY50" fmla="*/ 64126 h 360000"/>
                <a:gd name="connsiteX51" fmla="*/ 185625 w 255937"/>
                <a:gd name="connsiteY51" fmla="*/ 64126 h 360000"/>
                <a:gd name="connsiteX52" fmla="*/ 47281 w 255937"/>
                <a:gd name="connsiteY52" fmla="*/ 52313 h 360000"/>
                <a:gd name="connsiteX53" fmla="*/ 41555 w 255937"/>
                <a:gd name="connsiteY53" fmla="*/ 76641 h 360000"/>
                <a:gd name="connsiteX54" fmla="*/ 18703 w 255937"/>
                <a:gd name="connsiteY54" fmla="*/ 104625 h 360000"/>
                <a:gd name="connsiteX55" fmla="*/ 97694 w 255937"/>
                <a:gd name="connsiteY55" fmla="*/ 104625 h 360000"/>
                <a:gd name="connsiteX56" fmla="*/ 74883 w 255937"/>
                <a:gd name="connsiteY56" fmla="*/ 76852 h 360000"/>
                <a:gd name="connsiteX57" fmla="*/ 69133 w 255937"/>
                <a:gd name="connsiteY57" fmla="*/ 52313 h 360000"/>
                <a:gd name="connsiteX58" fmla="*/ 162562 w 255937"/>
                <a:gd name="connsiteY58" fmla="*/ 42535 h 360000"/>
                <a:gd name="connsiteX59" fmla="*/ 152332 w 255937"/>
                <a:gd name="connsiteY59" fmla="*/ 104625 h 360000"/>
                <a:gd name="connsiteX60" fmla="*/ 243069 w 255937"/>
                <a:gd name="connsiteY60" fmla="*/ 104625 h 360000"/>
                <a:gd name="connsiteX61" fmla="*/ 232875 w 255937"/>
                <a:gd name="connsiteY61" fmla="*/ 44818 h 360000"/>
                <a:gd name="connsiteX62" fmla="*/ 232875 w 255937"/>
                <a:gd name="connsiteY62" fmla="*/ 46688 h 360000"/>
                <a:gd name="connsiteX63" fmla="*/ 191812 w 255937"/>
                <a:gd name="connsiteY63" fmla="*/ 87188 h 360000"/>
                <a:gd name="connsiteX64" fmla="*/ 162562 w 255937"/>
                <a:gd name="connsiteY64" fmla="*/ 87188 h 360000"/>
                <a:gd name="connsiteX65" fmla="*/ 174374 w 255937"/>
                <a:gd name="connsiteY65" fmla="*/ 11812 h 360000"/>
                <a:gd name="connsiteX66" fmla="*/ 174374 w 255937"/>
                <a:gd name="connsiteY66" fmla="*/ 75375 h 360000"/>
                <a:gd name="connsiteX67" fmla="*/ 191812 w 255937"/>
                <a:gd name="connsiteY67" fmla="*/ 75375 h 360000"/>
                <a:gd name="connsiteX68" fmla="*/ 221062 w 255937"/>
                <a:gd name="connsiteY68" fmla="*/ 46125 h 360000"/>
                <a:gd name="connsiteX69" fmla="*/ 221062 w 255937"/>
                <a:gd name="connsiteY69" fmla="*/ 11812 h 360000"/>
                <a:gd name="connsiteX70" fmla="*/ 197437 w 255937"/>
                <a:gd name="connsiteY70" fmla="*/ 11812 h 360000"/>
                <a:gd name="connsiteX71" fmla="*/ 197437 w 255937"/>
                <a:gd name="connsiteY71" fmla="*/ 40500 h 360000"/>
                <a:gd name="connsiteX72" fmla="*/ 185625 w 255937"/>
                <a:gd name="connsiteY72" fmla="*/ 40500 h 360000"/>
                <a:gd name="connsiteX73" fmla="*/ 185625 w 255937"/>
                <a:gd name="connsiteY73" fmla="*/ 11812 h 360000"/>
                <a:gd name="connsiteX74" fmla="*/ 52313 w 255937"/>
                <a:gd name="connsiteY74" fmla="*/ 11250 h 360000"/>
                <a:gd name="connsiteX75" fmla="*/ 52313 w 255937"/>
                <a:gd name="connsiteY75" fmla="*/ 30938 h 360000"/>
                <a:gd name="connsiteX76" fmla="*/ 50062 w 255937"/>
                <a:gd name="connsiteY76" fmla="*/ 40500 h 360000"/>
                <a:gd name="connsiteX77" fmla="*/ 66365 w 255937"/>
                <a:gd name="connsiteY77" fmla="*/ 40500 h 360000"/>
                <a:gd name="connsiteX78" fmla="*/ 64125 w 255937"/>
                <a:gd name="connsiteY78" fmla="*/ 30938 h 360000"/>
                <a:gd name="connsiteX79" fmla="*/ 64125 w 255937"/>
                <a:gd name="connsiteY79" fmla="*/ 19688 h 360000"/>
                <a:gd name="connsiteX80" fmla="*/ 55688 w 255937"/>
                <a:gd name="connsiteY80" fmla="*/ 11250 h 360000"/>
                <a:gd name="connsiteX81" fmla="*/ 157499 w 255937"/>
                <a:gd name="connsiteY81" fmla="*/ 0 h 360000"/>
                <a:gd name="connsiteX82" fmla="*/ 237374 w 255937"/>
                <a:gd name="connsiteY82" fmla="*/ 0 h 360000"/>
                <a:gd name="connsiteX83" fmla="*/ 255937 w 255937"/>
                <a:gd name="connsiteY83" fmla="*/ 110250 h 360000"/>
                <a:gd name="connsiteX84" fmla="*/ 255937 w 255937"/>
                <a:gd name="connsiteY84" fmla="*/ 279563 h 360000"/>
                <a:gd name="connsiteX85" fmla="*/ 242999 w 255937"/>
                <a:gd name="connsiteY85" fmla="*/ 360000 h 360000"/>
                <a:gd name="connsiteX86" fmla="*/ 151874 w 255937"/>
                <a:gd name="connsiteY86" fmla="*/ 360000 h 360000"/>
                <a:gd name="connsiteX87" fmla="*/ 139499 w 255937"/>
                <a:gd name="connsiteY87" fmla="*/ 278438 h 360000"/>
                <a:gd name="connsiteX88" fmla="*/ 139499 w 255937"/>
                <a:gd name="connsiteY88" fmla="*/ 109125 h 360000"/>
                <a:gd name="connsiteX89" fmla="*/ 40500 w 255937"/>
                <a:gd name="connsiteY89" fmla="*/ 0 h 360000"/>
                <a:gd name="connsiteX90" fmla="*/ 60188 w 255937"/>
                <a:gd name="connsiteY90" fmla="*/ 0 h 360000"/>
                <a:gd name="connsiteX91" fmla="*/ 75375 w 255937"/>
                <a:gd name="connsiteY91" fmla="*/ 15188 h 360000"/>
                <a:gd name="connsiteX92" fmla="*/ 75375 w 255937"/>
                <a:gd name="connsiteY92" fmla="*/ 31500 h 360000"/>
                <a:gd name="connsiteX93" fmla="*/ 113625 w 255937"/>
                <a:gd name="connsiteY93" fmla="*/ 105750 h 360000"/>
                <a:gd name="connsiteX94" fmla="*/ 115875 w 255937"/>
                <a:gd name="connsiteY94" fmla="*/ 107438 h 360000"/>
                <a:gd name="connsiteX95" fmla="*/ 115875 w 255937"/>
                <a:gd name="connsiteY95" fmla="*/ 279563 h 360000"/>
                <a:gd name="connsiteX96" fmla="*/ 103500 w 255937"/>
                <a:gd name="connsiteY96" fmla="*/ 360000 h 360000"/>
                <a:gd name="connsiteX97" fmla="*/ 12375 w 255937"/>
                <a:gd name="connsiteY97" fmla="*/ 360000 h 360000"/>
                <a:gd name="connsiteX98" fmla="*/ 0 w 255937"/>
                <a:gd name="connsiteY98" fmla="*/ 278438 h 360000"/>
                <a:gd name="connsiteX99" fmla="*/ 0 w 255937"/>
                <a:gd name="connsiteY99" fmla="*/ 107438 h 360000"/>
                <a:gd name="connsiteX100" fmla="*/ 2250 w 255937"/>
                <a:gd name="connsiteY100" fmla="*/ 105750 h 360000"/>
                <a:gd name="connsiteX101" fmla="*/ 40500 w 255937"/>
                <a:gd name="connsiteY101" fmla="*/ 315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55937" h="360000">
                  <a:moveTo>
                    <a:pt x="220500" y="226688"/>
                  </a:moveTo>
                  <a:lnTo>
                    <a:pt x="232312" y="226688"/>
                  </a:lnTo>
                  <a:lnTo>
                    <a:pt x="232312" y="238500"/>
                  </a:lnTo>
                  <a:lnTo>
                    <a:pt x="220500" y="238500"/>
                  </a:lnTo>
                  <a:close/>
                  <a:moveTo>
                    <a:pt x="162562" y="226688"/>
                  </a:moveTo>
                  <a:lnTo>
                    <a:pt x="209250" y="226688"/>
                  </a:lnTo>
                  <a:lnTo>
                    <a:pt x="209250" y="238500"/>
                  </a:lnTo>
                  <a:lnTo>
                    <a:pt x="162562" y="238500"/>
                  </a:lnTo>
                  <a:close/>
                  <a:moveTo>
                    <a:pt x="81000" y="226688"/>
                  </a:moveTo>
                  <a:lnTo>
                    <a:pt x="92813" y="226688"/>
                  </a:lnTo>
                  <a:lnTo>
                    <a:pt x="92813" y="238500"/>
                  </a:lnTo>
                  <a:lnTo>
                    <a:pt x="81000" y="238500"/>
                  </a:lnTo>
                  <a:close/>
                  <a:moveTo>
                    <a:pt x="23062" y="226688"/>
                  </a:moveTo>
                  <a:lnTo>
                    <a:pt x="69749" y="226688"/>
                  </a:lnTo>
                  <a:lnTo>
                    <a:pt x="69749" y="238500"/>
                  </a:lnTo>
                  <a:lnTo>
                    <a:pt x="23062" y="238500"/>
                  </a:lnTo>
                  <a:close/>
                  <a:moveTo>
                    <a:pt x="197437" y="156938"/>
                  </a:moveTo>
                  <a:cubicBezTo>
                    <a:pt x="184499" y="156938"/>
                    <a:pt x="174374" y="167063"/>
                    <a:pt x="174374" y="180000"/>
                  </a:cubicBezTo>
                  <a:cubicBezTo>
                    <a:pt x="174374" y="192938"/>
                    <a:pt x="184499" y="203062"/>
                    <a:pt x="197437" y="203062"/>
                  </a:cubicBezTo>
                  <a:cubicBezTo>
                    <a:pt x="210375" y="203062"/>
                    <a:pt x="220499" y="192938"/>
                    <a:pt x="220499" y="180000"/>
                  </a:cubicBezTo>
                  <a:cubicBezTo>
                    <a:pt x="220499" y="167063"/>
                    <a:pt x="210375" y="156938"/>
                    <a:pt x="197437" y="156938"/>
                  </a:cubicBezTo>
                  <a:close/>
                  <a:moveTo>
                    <a:pt x="57937" y="156938"/>
                  </a:moveTo>
                  <a:cubicBezTo>
                    <a:pt x="44999" y="156938"/>
                    <a:pt x="34875" y="167063"/>
                    <a:pt x="34875" y="180000"/>
                  </a:cubicBezTo>
                  <a:cubicBezTo>
                    <a:pt x="34875" y="192938"/>
                    <a:pt x="44999" y="203062"/>
                    <a:pt x="57937" y="203062"/>
                  </a:cubicBezTo>
                  <a:cubicBezTo>
                    <a:pt x="70875" y="203062"/>
                    <a:pt x="81000" y="192938"/>
                    <a:pt x="81000" y="180000"/>
                  </a:cubicBezTo>
                  <a:cubicBezTo>
                    <a:pt x="81000" y="167063"/>
                    <a:pt x="70875" y="156938"/>
                    <a:pt x="57937" y="156938"/>
                  </a:cubicBezTo>
                  <a:close/>
                  <a:moveTo>
                    <a:pt x="197437" y="145125"/>
                  </a:moveTo>
                  <a:cubicBezTo>
                    <a:pt x="216562" y="145125"/>
                    <a:pt x="232312" y="160875"/>
                    <a:pt x="232312" y="180000"/>
                  </a:cubicBezTo>
                  <a:cubicBezTo>
                    <a:pt x="232312" y="199125"/>
                    <a:pt x="216562" y="214875"/>
                    <a:pt x="197437" y="214875"/>
                  </a:cubicBezTo>
                  <a:cubicBezTo>
                    <a:pt x="178312" y="214875"/>
                    <a:pt x="162562" y="199125"/>
                    <a:pt x="162562" y="180000"/>
                  </a:cubicBezTo>
                  <a:cubicBezTo>
                    <a:pt x="162562" y="160875"/>
                    <a:pt x="178312" y="145125"/>
                    <a:pt x="197437" y="145125"/>
                  </a:cubicBezTo>
                  <a:close/>
                  <a:moveTo>
                    <a:pt x="57937" y="145125"/>
                  </a:moveTo>
                  <a:cubicBezTo>
                    <a:pt x="77062" y="145125"/>
                    <a:pt x="92812" y="160875"/>
                    <a:pt x="92812" y="180000"/>
                  </a:cubicBezTo>
                  <a:cubicBezTo>
                    <a:pt x="92812" y="199125"/>
                    <a:pt x="77062" y="214875"/>
                    <a:pt x="57937" y="214875"/>
                  </a:cubicBezTo>
                  <a:cubicBezTo>
                    <a:pt x="38812" y="214875"/>
                    <a:pt x="23062" y="199125"/>
                    <a:pt x="23062" y="180000"/>
                  </a:cubicBezTo>
                  <a:cubicBezTo>
                    <a:pt x="23062" y="160875"/>
                    <a:pt x="38812" y="145125"/>
                    <a:pt x="57937" y="145125"/>
                  </a:cubicBezTo>
                  <a:close/>
                  <a:moveTo>
                    <a:pt x="151312" y="116438"/>
                  </a:moveTo>
                  <a:lnTo>
                    <a:pt x="151312" y="278438"/>
                  </a:lnTo>
                  <a:lnTo>
                    <a:pt x="161999" y="348188"/>
                  </a:lnTo>
                  <a:lnTo>
                    <a:pt x="233437" y="348188"/>
                  </a:lnTo>
                  <a:lnTo>
                    <a:pt x="244124" y="277875"/>
                  </a:lnTo>
                  <a:lnTo>
                    <a:pt x="244124" y="116438"/>
                  </a:lnTo>
                  <a:close/>
                  <a:moveTo>
                    <a:pt x="11812" y="116438"/>
                  </a:moveTo>
                  <a:lnTo>
                    <a:pt x="11812" y="277875"/>
                  </a:lnTo>
                  <a:lnTo>
                    <a:pt x="22500" y="348188"/>
                  </a:lnTo>
                  <a:lnTo>
                    <a:pt x="93938" y="348188"/>
                  </a:lnTo>
                  <a:lnTo>
                    <a:pt x="104625" y="277875"/>
                  </a:lnTo>
                  <a:lnTo>
                    <a:pt x="104625" y="116438"/>
                  </a:lnTo>
                  <a:close/>
                  <a:moveTo>
                    <a:pt x="185625" y="52313"/>
                  </a:moveTo>
                  <a:lnTo>
                    <a:pt x="197437" y="52313"/>
                  </a:lnTo>
                  <a:lnTo>
                    <a:pt x="197437" y="64126"/>
                  </a:lnTo>
                  <a:lnTo>
                    <a:pt x="185625" y="64126"/>
                  </a:lnTo>
                  <a:close/>
                  <a:moveTo>
                    <a:pt x="47281" y="52313"/>
                  </a:moveTo>
                  <a:lnTo>
                    <a:pt x="41555" y="76641"/>
                  </a:lnTo>
                  <a:lnTo>
                    <a:pt x="18703" y="104625"/>
                  </a:lnTo>
                  <a:lnTo>
                    <a:pt x="97694" y="104625"/>
                  </a:lnTo>
                  <a:lnTo>
                    <a:pt x="74883" y="76852"/>
                  </a:lnTo>
                  <a:lnTo>
                    <a:pt x="69133" y="52313"/>
                  </a:lnTo>
                  <a:close/>
                  <a:moveTo>
                    <a:pt x="162562" y="42535"/>
                  </a:moveTo>
                  <a:lnTo>
                    <a:pt x="152332" y="104625"/>
                  </a:lnTo>
                  <a:lnTo>
                    <a:pt x="243069" y="104625"/>
                  </a:lnTo>
                  <a:lnTo>
                    <a:pt x="232875" y="44818"/>
                  </a:lnTo>
                  <a:lnTo>
                    <a:pt x="232875" y="46688"/>
                  </a:lnTo>
                  <a:cubicBezTo>
                    <a:pt x="232312" y="69188"/>
                    <a:pt x="214312" y="87188"/>
                    <a:pt x="191812" y="87188"/>
                  </a:cubicBezTo>
                  <a:lnTo>
                    <a:pt x="162562" y="87188"/>
                  </a:lnTo>
                  <a:close/>
                  <a:moveTo>
                    <a:pt x="174374" y="11812"/>
                  </a:moveTo>
                  <a:lnTo>
                    <a:pt x="174374" y="75375"/>
                  </a:lnTo>
                  <a:lnTo>
                    <a:pt x="191812" y="75375"/>
                  </a:lnTo>
                  <a:cubicBezTo>
                    <a:pt x="207562" y="75375"/>
                    <a:pt x="221062" y="62438"/>
                    <a:pt x="221062" y="46125"/>
                  </a:cubicBezTo>
                  <a:lnTo>
                    <a:pt x="221062" y="11812"/>
                  </a:lnTo>
                  <a:lnTo>
                    <a:pt x="197437" y="11812"/>
                  </a:lnTo>
                  <a:lnTo>
                    <a:pt x="197437" y="40500"/>
                  </a:lnTo>
                  <a:lnTo>
                    <a:pt x="185625" y="40500"/>
                  </a:lnTo>
                  <a:lnTo>
                    <a:pt x="185625" y="11812"/>
                  </a:lnTo>
                  <a:close/>
                  <a:moveTo>
                    <a:pt x="52313" y="11250"/>
                  </a:moveTo>
                  <a:lnTo>
                    <a:pt x="52313" y="30938"/>
                  </a:lnTo>
                  <a:lnTo>
                    <a:pt x="50062" y="40500"/>
                  </a:lnTo>
                  <a:lnTo>
                    <a:pt x="66365" y="40500"/>
                  </a:lnTo>
                  <a:lnTo>
                    <a:pt x="64125" y="30938"/>
                  </a:lnTo>
                  <a:lnTo>
                    <a:pt x="64125" y="19688"/>
                  </a:lnTo>
                  <a:lnTo>
                    <a:pt x="55688" y="11250"/>
                  </a:lnTo>
                  <a:close/>
                  <a:moveTo>
                    <a:pt x="157499" y="0"/>
                  </a:moveTo>
                  <a:lnTo>
                    <a:pt x="237374" y="0"/>
                  </a:lnTo>
                  <a:lnTo>
                    <a:pt x="255937" y="110250"/>
                  </a:lnTo>
                  <a:lnTo>
                    <a:pt x="255937" y="279563"/>
                  </a:lnTo>
                  <a:lnTo>
                    <a:pt x="242999" y="360000"/>
                  </a:lnTo>
                  <a:lnTo>
                    <a:pt x="151874" y="360000"/>
                  </a:lnTo>
                  <a:lnTo>
                    <a:pt x="139499" y="278438"/>
                  </a:lnTo>
                  <a:lnTo>
                    <a:pt x="139499" y="109125"/>
                  </a:lnTo>
                  <a:close/>
                  <a:moveTo>
                    <a:pt x="40500" y="0"/>
                  </a:moveTo>
                  <a:lnTo>
                    <a:pt x="60188" y="0"/>
                  </a:lnTo>
                  <a:lnTo>
                    <a:pt x="75375" y="15188"/>
                  </a:lnTo>
                  <a:lnTo>
                    <a:pt x="75375" y="31500"/>
                  </a:lnTo>
                  <a:cubicBezTo>
                    <a:pt x="75375" y="60750"/>
                    <a:pt x="89438" y="88875"/>
                    <a:pt x="113625" y="105750"/>
                  </a:cubicBezTo>
                  <a:lnTo>
                    <a:pt x="115875" y="107438"/>
                  </a:lnTo>
                  <a:lnTo>
                    <a:pt x="115875" y="279563"/>
                  </a:lnTo>
                  <a:lnTo>
                    <a:pt x="103500" y="360000"/>
                  </a:lnTo>
                  <a:lnTo>
                    <a:pt x="12375" y="360000"/>
                  </a:lnTo>
                  <a:lnTo>
                    <a:pt x="0" y="278438"/>
                  </a:lnTo>
                  <a:lnTo>
                    <a:pt x="0" y="107438"/>
                  </a:lnTo>
                  <a:lnTo>
                    <a:pt x="2250" y="105750"/>
                  </a:lnTo>
                  <a:cubicBezTo>
                    <a:pt x="26437" y="88875"/>
                    <a:pt x="40500" y="60750"/>
                    <a:pt x="40500" y="31500"/>
                  </a:cubicBezTo>
                  <a:close/>
                </a:path>
              </a:pathLst>
            </a:custGeom>
            <a:solidFill>
              <a:schemeClr val="lt1"/>
            </a:solidFill>
            <a:ln w="5507" cap="flat">
              <a:noFill/>
              <a:prstDash val="solid"/>
              <a:miter/>
            </a:ln>
          </p:spPr>
          <p:txBody>
            <a:bodyPr rtlCol="0" anchor="ctr"/>
            <a:lstStyle/>
            <a:p>
              <a:pPr defTabSz="457200">
                <a:lnSpc>
                  <a:spcPct val="120000"/>
                </a:lnSpc>
              </a:pPr>
              <a:endParaRPr lang="zh-CN" altLang="en-US">
                <a:solidFill>
                  <a:srgbClr val="222222"/>
                </a:solidFill>
                <a:latin typeface="微软雅黑" panose="020B0503020204020204" charset="-122"/>
                <a:ea typeface="微软雅黑" panose="020B0503020204020204" charset="-122"/>
                <a:sym typeface="Arial" panose="020B0604020202020204" pitchFamily="34" charset="0"/>
              </a:endParaRPr>
            </a:p>
          </p:txBody>
        </p:sp>
      </p:grpSp>
      <p:grpSp>
        <p:nvGrpSpPr>
          <p:cNvPr id="5" name="组合 4"/>
          <p:cNvGrpSpPr/>
          <p:nvPr>
            <p:custDataLst>
              <p:tags r:id="rId13"/>
            </p:custDataLst>
          </p:nvPr>
        </p:nvGrpSpPr>
        <p:grpSpPr>
          <a:xfrm>
            <a:off x="2914960" y="3126487"/>
            <a:ext cx="744163" cy="744355"/>
            <a:chOff x="832178" y="2924805"/>
            <a:chExt cx="695056" cy="695236"/>
          </a:xfrm>
        </p:grpSpPr>
        <p:sp>
          <p:nvSpPr>
            <p:cNvPr id="140" name="Shape 1490"/>
            <p:cNvSpPr/>
            <p:nvPr>
              <p:custDataLst>
                <p:tags r:id="rId14"/>
              </p:custDataLst>
            </p:nvPr>
          </p:nvSpPr>
          <p:spPr>
            <a:xfrm>
              <a:off x="832178" y="2924805"/>
              <a:ext cx="695056" cy="695236"/>
            </a:xfrm>
            <a:prstGeom prst="ellipse">
              <a:avLst/>
            </a:prstGeom>
            <a:solidFill>
              <a:schemeClr val="accent1"/>
            </a:solidFill>
            <a:ln w="25400" cap="flat" cmpd="sng">
              <a:solidFill>
                <a:schemeClr val="dk1">
                  <a:alpha val="0"/>
                </a:schemeClr>
              </a:solidFill>
              <a:prstDash val="solid"/>
              <a:miter/>
              <a:headEnd type="none" w="med" len="med"/>
              <a:tailEnd type="none" w="med" len="med"/>
            </a:ln>
            <a:effectLst/>
          </p:spPr>
          <p:txBody>
            <a:bodyPr lIns="0" tIns="0" rIns="0" bIns="0" anchor="t" anchorCtr="0">
              <a:noAutofit/>
            </a:bodyPr>
            <a:lstStyle/>
            <a:p>
              <a:pPr defTabSz="457200">
                <a:lnSpc>
                  <a:spcPct val="120000"/>
                </a:lnSpc>
              </a:pPr>
              <a:endParaRPr dirty="0">
                <a:solidFill>
                  <a:srgbClr val="222222"/>
                </a:solidFill>
                <a:latin typeface="微软雅黑" panose="020B0503020204020204" charset="-122"/>
                <a:ea typeface="微软雅黑" panose="020B0503020204020204" charset="-122"/>
                <a:cs typeface="Roboto"/>
                <a:sym typeface="Arial" panose="020B0604020202020204" pitchFamily="34" charset="0"/>
              </a:endParaRPr>
            </a:p>
          </p:txBody>
        </p:sp>
        <p:sp>
          <p:nvSpPr>
            <p:cNvPr id="196" name="任意形状 195"/>
            <p:cNvSpPr/>
            <p:nvPr>
              <p:custDataLst>
                <p:tags r:id="rId15"/>
              </p:custDataLst>
            </p:nvPr>
          </p:nvSpPr>
          <p:spPr>
            <a:xfrm>
              <a:off x="999705" y="3092986"/>
              <a:ext cx="360000" cy="358874"/>
            </a:xfrm>
            <a:custGeom>
              <a:avLst/>
              <a:gdLst>
                <a:gd name="connsiteX0" fmla="*/ 185625 w 360000"/>
                <a:gd name="connsiteY0" fmla="*/ 331312 h 358874"/>
                <a:gd name="connsiteX1" fmla="*/ 196313 w 360000"/>
                <a:gd name="connsiteY1" fmla="*/ 331312 h 358874"/>
                <a:gd name="connsiteX2" fmla="*/ 196313 w 360000"/>
                <a:gd name="connsiteY2" fmla="*/ 342562 h 358874"/>
                <a:gd name="connsiteX3" fmla="*/ 185625 w 360000"/>
                <a:gd name="connsiteY3" fmla="*/ 342562 h 358874"/>
                <a:gd name="connsiteX4" fmla="*/ 136688 w 360000"/>
                <a:gd name="connsiteY4" fmla="*/ 331312 h 358874"/>
                <a:gd name="connsiteX5" fmla="*/ 174938 w 360000"/>
                <a:gd name="connsiteY5" fmla="*/ 331312 h 358874"/>
                <a:gd name="connsiteX6" fmla="*/ 174938 w 360000"/>
                <a:gd name="connsiteY6" fmla="*/ 342562 h 358874"/>
                <a:gd name="connsiteX7" fmla="*/ 136688 w 360000"/>
                <a:gd name="connsiteY7" fmla="*/ 342562 h 358874"/>
                <a:gd name="connsiteX8" fmla="*/ 131062 w 360000"/>
                <a:gd name="connsiteY8" fmla="*/ 326249 h 358874"/>
                <a:gd name="connsiteX9" fmla="*/ 131062 w 360000"/>
                <a:gd name="connsiteY9" fmla="*/ 347624 h 358874"/>
                <a:gd name="connsiteX10" fmla="*/ 228937 w 360000"/>
                <a:gd name="connsiteY10" fmla="*/ 347624 h 358874"/>
                <a:gd name="connsiteX11" fmla="*/ 228937 w 360000"/>
                <a:gd name="connsiteY11" fmla="*/ 326249 h 358874"/>
                <a:gd name="connsiteX12" fmla="*/ 180000 w 360000"/>
                <a:gd name="connsiteY12" fmla="*/ 206437 h 358874"/>
                <a:gd name="connsiteX13" fmla="*/ 163688 w 360000"/>
                <a:gd name="connsiteY13" fmla="*/ 222750 h 358874"/>
                <a:gd name="connsiteX14" fmla="*/ 180000 w 360000"/>
                <a:gd name="connsiteY14" fmla="*/ 239062 h 358874"/>
                <a:gd name="connsiteX15" fmla="*/ 196313 w 360000"/>
                <a:gd name="connsiteY15" fmla="*/ 222750 h 358874"/>
                <a:gd name="connsiteX16" fmla="*/ 180000 w 360000"/>
                <a:gd name="connsiteY16" fmla="*/ 206437 h 358874"/>
                <a:gd name="connsiteX17" fmla="*/ 316125 w 360000"/>
                <a:gd name="connsiteY17" fmla="*/ 163125 h 358874"/>
                <a:gd name="connsiteX18" fmla="*/ 316125 w 360000"/>
                <a:gd name="connsiteY18" fmla="*/ 195187 h 358874"/>
                <a:gd name="connsiteX19" fmla="*/ 316687 w 360000"/>
                <a:gd name="connsiteY19" fmla="*/ 195187 h 358874"/>
                <a:gd name="connsiteX20" fmla="*/ 348750 w 360000"/>
                <a:gd name="connsiteY20" fmla="*/ 195187 h 358874"/>
                <a:gd name="connsiteX21" fmla="*/ 348750 w 360000"/>
                <a:gd name="connsiteY21" fmla="*/ 163125 h 358874"/>
                <a:gd name="connsiteX22" fmla="*/ 11250 w 360000"/>
                <a:gd name="connsiteY22" fmla="*/ 163125 h 358874"/>
                <a:gd name="connsiteX23" fmla="*/ 11250 w 360000"/>
                <a:gd name="connsiteY23" fmla="*/ 195187 h 358874"/>
                <a:gd name="connsiteX24" fmla="*/ 43875 w 360000"/>
                <a:gd name="connsiteY24" fmla="*/ 195187 h 358874"/>
                <a:gd name="connsiteX25" fmla="*/ 43875 w 360000"/>
                <a:gd name="connsiteY25" fmla="*/ 163125 h 358874"/>
                <a:gd name="connsiteX26" fmla="*/ 172688 w 360000"/>
                <a:gd name="connsiteY26" fmla="*/ 75374 h 358874"/>
                <a:gd name="connsiteX27" fmla="*/ 104625 w 360000"/>
                <a:gd name="connsiteY27" fmla="*/ 222750 h 358874"/>
                <a:gd name="connsiteX28" fmla="*/ 136687 w 360000"/>
                <a:gd name="connsiteY28" fmla="*/ 297562 h 358874"/>
                <a:gd name="connsiteX29" fmla="*/ 136687 w 360000"/>
                <a:gd name="connsiteY29" fmla="*/ 314999 h 358874"/>
                <a:gd name="connsiteX30" fmla="*/ 223313 w 360000"/>
                <a:gd name="connsiteY30" fmla="*/ 314999 h 358874"/>
                <a:gd name="connsiteX31" fmla="*/ 223313 w 360000"/>
                <a:gd name="connsiteY31" fmla="*/ 297562 h 358874"/>
                <a:gd name="connsiteX32" fmla="*/ 255375 w 360000"/>
                <a:gd name="connsiteY32" fmla="*/ 222750 h 358874"/>
                <a:gd name="connsiteX33" fmla="*/ 187313 w 360000"/>
                <a:gd name="connsiteY33" fmla="*/ 75374 h 358874"/>
                <a:gd name="connsiteX34" fmla="*/ 185625 w 360000"/>
                <a:gd name="connsiteY34" fmla="*/ 75374 h 358874"/>
                <a:gd name="connsiteX35" fmla="*/ 185625 w 360000"/>
                <a:gd name="connsiteY35" fmla="*/ 196960 h 358874"/>
                <a:gd name="connsiteX36" fmla="*/ 199477 w 360000"/>
                <a:gd name="connsiteY36" fmla="*/ 202711 h 358874"/>
                <a:gd name="connsiteX37" fmla="*/ 207563 w 360000"/>
                <a:gd name="connsiteY37" fmla="*/ 222187 h 358874"/>
                <a:gd name="connsiteX38" fmla="*/ 180000 w 360000"/>
                <a:gd name="connsiteY38" fmla="*/ 249750 h 358874"/>
                <a:gd name="connsiteX39" fmla="*/ 152438 w 360000"/>
                <a:gd name="connsiteY39" fmla="*/ 222187 h 358874"/>
                <a:gd name="connsiteX40" fmla="*/ 160524 w 360000"/>
                <a:gd name="connsiteY40" fmla="*/ 202711 h 358874"/>
                <a:gd name="connsiteX41" fmla="*/ 174375 w 360000"/>
                <a:gd name="connsiteY41" fmla="*/ 196960 h 358874"/>
                <a:gd name="connsiteX42" fmla="*/ 174375 w 360000"/>
                <a:gd name="connsiteY42" fmla="*/ 75374 h 358874"/>
                <a:gd name="connsiteX43" fmla="*/ 165375 w 360000"/>
                <a:gd name="connsiteY43" fmla="*/ 64687 h 358874"/>
                <a:gd name="connsiteX44" fmla="*/ 194063 w 360000"/>
                <a:gd name="connsiteY44" fmla="*/ 64687 h 358874"/>
                <a:gd name="connsiteX45" fmla="*/ 267188 w 360000"/>
                <a:gd name="connsiteY45" fmla="*/ 222750 h 358874"/>
                <a:gd name="connsiteX46" fmla="*/ 234563 w 360000"/>
                <a:gd name="connsiteY46" fmla="*/ 300375 h 358874"/>
                <a:gd name="connsiteX47" fmla="*/ 234563 w 360000"/>
                <a:gd name="connsiteY47" fmla="*/ 314999 h 358874"/>
                <a:gd name="connsiteX48" fmla="*/ 240187 w 360000"/>
                <a:gd name="connsiteY48" fmla="*/ 314999 h 358874"/>
                <a:gd name="connsiteX49" fmla="*/ 240187 w 360000"/>
                <a:gd name="connsiteY49" fmla="*/ 358874 h 358874"/>
                <a:gd name="connsiteX50" fmla="*/ 119812 w 360000"/>
                <a:gd name="connsiteY50" fmla="*/ 358874 h 358874"/>
                <a:gd name="connsiteX51" fmla="*/ 119812 w 360000"/>
                <a:gd name="connsiteY51" fmla="*/ 314999 h 358874"/>
                <a:gd name="connsiteX52" fmla="*/ 125437 w 360000"/>
                <a:gd name="connsiteY52" fmla="*/ 314999 h 358874"/>
                <a:gd name="connsiteX53" fmla="*/ 125437 w 360000"/>
                <a:gd name="connsiteY53" fmla="*/ 300375 h 358874"/>
                <a:gd name="connsiteX54" fmla="*/ 92250 w 360000"/>
                <a:gd name="connsiteY54" fmla="*/ 222750 h 358874"/>
                <a:gd name="connsiteX55" fmla="*/ 338062 w 360000"/>
                <a:gd name="connsiteY55" fmla="*/ 15749 h 358874"/>
                <a:gd name="connsiteX56" fmla="*/ 327375 w 360000"/>
                <a:gd name="connsiteY56" fmla="*/ 26437 h 358874"/>
                <a:gd name="connsiteX57" fmla="*/ 338062 w 360000"/>
                <a:gd name="connsiteY57" fmla="*/ 37124 h 358874"/>
                <a:gd name="connsiteX58" fmla="*/ 348750 w 360000"/>
                <a:gd name="connsiteY58" fmla="*/ 26437 h 358874"/>
                <a:gd name="connsiteX59" fmla="*/ 338062 w 360000"/>
                <a:gd name="connsiteY59" fmla="*/ 15749 h 358874"/>
                <a:gd name="connsiteX60" fmla="*/ 21938 w 360000"/>
                <a:gd name="connsiteY60" fmla="*/ 15749 h 358874"/>
                <a:gd name="connsiteX61" fmla="*/ 11250 w 360000"/>
                <a:gd name="connsiteY61" fmla="*/ 26437 h 358874"/>
                <a:gd name="connsiteX62" fmla="*/ 21938 w 360000"/>
                <a:gd name="connsiteY62" fmla="*/ 37124 h 358874"/>
                <a:gd name="connsiteX63" fmla="*/ 32625 w 360000"/>
                <a:gd name="connsiteY63" fmla="*/ 26437 h 358874"/>
                <a:gd name="connsiteX64" fmla="*/ 21938 w 360000"/>
                <a:gd name="connsiteY64" fmla="*/ 15749 h 358874"/>
                <a:gd name="connsiteX65" fmla="*/ 163688 w 360000"/>
                <a:gd name="connsiteY65" fmla="*/ 11250 h 358874"/>
                <a:gd name="connsiteX66" fmla="*/ 163688 w 360000"/>
                <a:gd name="connsiteY66" fmla="*/ 43313 h 358874"/>
                <a:gd name="connsiteX67" fmla="*/ 196313 w 360000"/>
                <a:gd name="connsiteY67" fmla="*/ 43313 h 358874"/>
                <a:gd name="connsiteX68" fmla="*/ 196313 w 360000"/>
                <a:gd name="connsiteY68" fmla="*/ 11250 h 358874"/>
                <a:gd name="connsiteX69" fmla="*/ 152438 w 360000"/>
                <a:gd name="connsiteY69" fmla="*/ 0 h 358874"/>
                <a:gd name="connsiteX70" fmla="*/ 207000 w 360000"/>
                <a:gd name="connsiteY70" fmla="*/ 0 h 358874"/>
                <a:gd name="connsiteX71" fmla="*/ 207215 w 360000"/>
                <a:gd name="connsiteY71" fmla="*/ 20812 h 358874"/>
                <a:gd name="connsiteX72" fmla="*/ 318514 w 360000"/>
                <a:gd name="connsiteY72" fmla="*/ 20812 h 358874"/>
                <a:gd name="connsiteX73" fmla="*/ 322664 w 360000"/>
                <a:gd name="connsiteY73" fmla="*/ 11038 h 358874"/>
                <a:gd name="connsiteX74" fmla="*/ 338062 w 360000"/>
                <a:gd name="connsiteY74" fmla="*/ 4499 h 358874"/>
                <a:gd name="connsiteX75" fmla="*/ 360000 w 360000"/>
                <a:gd name="connsiteY75" fmla="*/ 26437 h 358874"/>
                <a:gd name="connsiteX76" fmla="*/ 338062 w 360000"/>
                <a:gd name="connsiteY76" fmla="*/ 48374 h 358874"/>
                <a:gd name="connsiteX77" fmla="*/ 322453 w 360000"/>
                <a:gd name="connsiteY77" fmla="*/ 41835 h 358874"/>
                <a:gd name="connsiteX78" fmla="*/ 318437 w 360000"/>
                <a:gd name="connsiteY78" fmla="*/ 32062 h 358874"/>
                <a:gd name="connsiteX79" fmla="*/ 232613 w 360000"/>
                <a:gd name="connsiteY79" fmla="*/ 32062 h 358874"/>
                <a:gd name="connsiteX80" fmla="*/ 251183 w 360000"/>
                <a:gd name="connsiteY80" fmla="*/ 37959 h 358874"/>
                <a:gd name="connsiteX81" fmla="*/ 320915 w 360000"/>
                <a:gd name="connsiteY81" fmla="*/ 107691 h 358874"/>
                <a:gd name="connsiteX82" fmla="*/ 334946 w 360000"/>
                <a:gd name="connsiteY82" fmla="*/ 151875 h 358874"/>
                <a:gd name="connsiteX83" fmla="*/ 360000 w 360000"/>
                <a:gd name="connsiteY83" fmla="*/ 151875 h 358874"/>
                <a:gd name="connsiteX84" fmla="*/ 360000 w 360000"/>
                <a:gd name="connsiteY84" fmla="*/ 206437 h 358874"/>
                <a:gd name="connsiteX85" fmla="*/ 304875 w 360000"/>
                <a:gd name="connsiteY85" fmla="*/ 206437 h 358874"/>
                <a:gd name="connsiteX86" fmla="*/ 304875 w 360000"/>
                <a:gd name="connsiteY86" fmla="*/ 151875 h 358874"/>
                <a:gd name="connsiteX87" fmla="*/ 323199 w 360000"/>
                <a:gd name="connsiteY87" fmla="*/ 151875 h 358874"/>
                <a:gd name="connsiteX88" fmla="*/ 311002 w 360000"/>
                <a:gd name="connsiteY88" fmla="*/ 112693 h 358874"/>
                <a:gd name="connsiteX89" fmla="*/ 246262 w 360000"/>
                <a:gd name="connsiteY89" fmla="*/ 48110 h 358874"/>
                <a:gd name="connsiteX90" fmla="*/ 207370 w 360000"/>
                <a:gd name="connsiteY90" fmla="*/ 35821 h 358874"/>
                <a:gd name="connsiteX91" fmla="*/ 207563 w 360000"/>
                <a:gd name="connsiteY91" fmla="*/ 54563 h 358874"/>
                <a:gd name="connsiteX92" fmla="*/ 152438 w 360000"/>
                <a:gd name="connsiteY92" fmla="*/ 54563 h 358874"/>
                <a:gd name="connsiteX93" fmla="*/ 152438 w 360000"/>
                <a:gd name="connsiteY93" fmla="*/ 35882 h 358874"/>
                <a:gd name="connsiteX94" fmla="*/ 113739 w 360000"/>
                <a:gd name="connsiteY94" fmla="*/ 48110 h 358874"/>
                <a:gd name="connsiteX95" fmla="*/ 48999 w 360000"/>
                <a:gd name="connsiteY95" fmla="*/ 112693 h 358874"/>
                <a:gd name="connsiteX96" fmla="*/ 36801 w 360000"/>
                <a:gd name="connsiteY96" fmla="*/ 151875 h 358874"/>
                <a:gd name="connsiteX97" fmla="*/ 55125 w 360000"/>
                <a:gd name="connsiteY97" fmla="*/ 151875 h 358874"/>
                <a:gd name="connsiteX98" fmla="*/ 55125 w 360000"/>
                <a:gd name="connsiteY98" fmla="*/ 206437 h 358874"/>
                <a:gd name="connsiteX99" fmla="*/ 0 w 360000"/>
                <a:gd name="connsiteY99" fmla="*/ 206437 h 358874"/>
                <a:gd name="connsiteX100" fmla="*/ 0 w 360000"/>
                <a:gd name="connsiteY100" fmla="*/ 151875 h 358874"/>
                <a:gd name="connsiteX101" fmla="*/ 25054 w 360000"/>
                <a:gd name="connsiteY101" fmla="*/ 151875 h 358874"/>
                <a:gd name="connsiteX102" fmla="*/ 39085 w 360000"/>
                <a:gd name="connsiteY102" fmla="*/ 107691 h 358874"/>
                <a:gd name="connsiteX103" fmla="*/ 108818 w 360000"/>
                <a:gd name="connsiteY103" fmla="*/ 37959 h 358874"/>
                <a:gd name="connsiteX104" fmla="*/ 127387 w 360000"/>
                <a:gd name="connsiteY104" fmla="*/ 32062 h 358874"/>
                <a:gd name="connsiteX105" fmla="*/ 41563 w 360000"/>
                <a:gd name="connsiteY105" fmla="*/ 32062 h 358874"/>
                <a:gd name="connsiteX106" fmla="*/ 37547 w 360000"/>
                <a:gd name="connsiteY106" fmla="*/ 41835 h 358874"/>
                <a:gd name="connsiteX107" fmla="*/ 21938 w 360000"/>
                <a:gd name="connsiteY107" fmla="*/ 48374 h 358874"/>
                <a:gd name="connsiteX108" fmla="*/ 0 w 360000"/>
                <a:gd name="connsiteY108" fmla="*/ 26437 h 358874"/>
                <a:gd name="connsiteX109" fmla="*/ 21938 w 360000"/>
                <a:gd name="connsiteY109" fmla="*/ 4499 h 358874"/>
                <a:gd name="connsiteX110" fmla="*/ 37547 w 360000"/>
                <a:gd name="connsiteY110" fmla="*/ 10827 h 358874"/>
                <a:gd name="connsiteX111" fmla="*/ 41595 w 360000"/>
                <a:gd name="connsiteY111" fmla="*/ 20812 h 358874"/>
                <a:gd name="connsiteX112" fmla="*/ 152438 w 360000"/>
                <a:gd name="connsiteY112" fmla="*/ 20812 h 358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360000" h="358874">
                  <a:moveTo>
                    <a:pt x="185625" y="331312"/>
                  </a:moveTo>
                  <a:lnTo>
                    <a:pt x="196313" y="331312"/>
                  </a:lnTo>
                  <a:lnTo>
                    <a:pt x="196313" y="342562"/>
                  </a:lnTo>
                  <a:lnTo>
                    <a:pt x="185625" y="342562"/>
                  </a:lnTo>
                  <a:close/>
                  <a:moveTo>
                    <a:pt x="136688" y="331312"/>
                  </a:moveTo>
                  <a:lnTo>
                    <a:pt x="174938" y="331312"/>
                  </a:lnTo>
                  <a:lnTo>
                    <a:pt x="174938" y="342562"/>
                  </a:lnTo>
                  <a:lnTo>
                    <a:pt x="136688" y="342562"/>
                  </a:lnTo>
                  <a:close/>
                  <a:moveTo>
                    <a:pt x="131062" y="326249"/>
                  </a:moveTo>
                  <a:lnTo>
                    <a:pt x="131062" y="347624"/>
                  </a:lnTo>
                  <a:lnTo>
                    <a:pt x="228937" y="347624"/>
                  </a:lnTo>
                  <a:lnTo>
                    <a:pt x="228937" y="326249"/>
                  </a:lnTo>
                  <a:close/>
                  <a:moveTo>
                    <a:pt x="180000" y="206437"/>
                  </a:moveTo>
                  <a:cubicBezTo>
                    <a:pt x="171000" y="206437"/>
                    <a:pt x="163688" y="213750"/>
                    <a:pt x="163688" y="222750"/>
                  </a:cubicBezTo>
                  <a:cubicBezTo>
                    <a:pt x="163688" y="231750"/>
                    <a:pt x="171000" y="239062"/>
                    <a:pt x="180000" y="239062"/>
                  </a:cubicBezTo>
                  <a:cubicBezTo>
                    <a:pt x="189000" y="239062"/>
                    <a:pt x="196313" y="231750"/>
                    <a:pt x="196313" y="222750"/>
                  </a:cubicBezTo>
                  <a:cubicBezTo>
                    <a:pt x="196313" y="213750"/>
                    <a:pt x="189000" y="206437"/>
                    <a:pt x="180000" y="206437"/>
                  </a:cubicBezTo>
                  <a:close/>
                  <a:moveTo>
                    <a:pt x="316125" y="163125"/>
                  </a:moveTo>
                  <a:lnTo>
                    <a:pt x="316125" y="195187"/>
                  </a:lnTo>
                  <a:lnTo>
                    <a:pt x="316687" y="195187"/>
                  </a:lnTo>
                  <a:lnTo>
                    <a:pt x="348750" y="195187"/>
                  </a:lnTo>
                  <a:lnTo>
                    <a:pt x="348750" y="163125"/>
                  </a:lnTo>
                  <a:close/>
                  <a:moveTo>
                    <a:pt x="11250" y="163125"/>
                  </a:moveTo>
                  <a:lnTo>
                    <a:pt x="11250" y="195187"/>
                  </a:lnTo>
                  <a:lnTo>
                    <a:pt x="43875" y="195187"/>
                  </a:lnTo>
                  <a:lnTo>
                    <a:pt x="43875" y="163125"/>
                  </a:lnTo>
                  <a:close/>
                  <a:moveTo>
                    <a:pt x="172688" y="75374"/>
                  </a:moveTo>
                  <a:lnTo>
                    <a:pt x="104625" y="222750"/>
                  </a:lnTo>
                  <a:lnTo>
                    <a:pt x="136687" y="297562"/>
                  </a:lnTo>
                  <a:lnTo>
                    <a:pt x="136687" y="314999"/>
                  </a:lnTo>
                  <a:lnTo>
                    <a:pt x="223313" y="314999"/>
                  </a:lnTo>
                  <a:lnTo>
                    <a:pt x="223313" y="297562"/>
                  </a:lnTo>
                  <a:lnTo>
                    <a:pt x="255375" y="222750"/>
                  </a:lnTo>
                  <a:lnTo>
                    <a:pt x="187313" y="75374"/>
                  </a:lnTo>
                  <a:lnTo>
                    <a:pt x="185625" y="75374"/>
                  </a:lnTo>
                  <a:lnTo>
                    <a:pt x="185625" y="196960"/>
                  </a:lnTo>
                  <a:lnTo>
                    <a:pt x="199477" y="202711"/>
                  </a:lnTo>
                  <a:cubicBezTo>
                    <a:pt x="204469" y="207703"/>
                    <a:pt x="207563" y="214593"/>
                    <a:pt x="207563" y="222187"/>
                  </a:cubicBezTo>
                  <a:cubicBezTo>
                    <a:pt x="207563" y="237938"/>
                    <a:pt x="195188" y="249750"/>
                    <a:pt x="180000" y="249750"/>
                  </a:cubicBezTo>
                  <a:cubicBezTo>
                    <a:pt x="164813" y="249750"/>
                    <a:pt x="152438" y="237375"/>
                    <a:pt x="152438" y="222187"/>
                  </a:cubicBezTo>
                  <a:cubicBezTo>
                    <a:pt x="152438" y="214593"/>
                    <a:pt x="155532" y="207703"/>
                    <a:pt x="160524" y="202711"/>
                  </a:cubicBezTo>
                  <a:lnTo>
                    <a:pt x="174375" y="196960"/>
                  </a:lnTo>
                  <a:lnTo>
                    <a:pt x="174375" y="75374"/>
                  </a:lnTo>
                  <a:close/>
                  <a:moveTo>
                    <a:pt x="165375" y="64687"/>
                  </a:moveTo>
                  <a:lnTo>
                    <a:pt x="194063" y="64687"/>
                  </a:lnTo>
                  <a:lnTo>
                    <a:pt x="267188" y="222750"/>
                  </a:lnTo>
                  <a:lnTo>
                    <a:pt x="234563" y="300375"/>
                  </a:lnTo>
                  <a:lnTo>
                    <a:pt x="234563" y="314999"/>
                  </a:lnTo>
                  <a:lnTo>
                    <a:pt x="240187" y="314999"/>
                  </a:lnTo>
                  <a:lnTo>
                    <a:pt x="240187" y="358874"/>
                  </a:lnTo>
                  <a:lnTo>
                    <a:pt x="119812" y="358874"/>
                  </a:lnTo>
                  <a:lnTo>
                    <a:pt x="119812" y="314999"/>
                  </a:lnTo>
                  <a:lnTo>
                    <a:pt x="125437" y="314999"/>
                  </a:lnTo>
                  <a:lnTo>
                    <a:pt x="125437" y="300375"/>
                  </a:lnTo>
                  <a:lnTo>
                    <a:pt x="92250" y="222750"/>
                  </a:lnTo>
                  <a:close/>
                  <a:moveTo>
                    <a:pt x="338062" y="15749"/>
                  </a:moveTo>
                  <a:cubicBezTo>
                    <a:pt x="331875" y="15749"/>
                    <a:pt x="327375" y="20812"/>
                    <a:pt x="327375" y="26437"/>
                  </a:cubicBezTo>
                  <a:cubicBezTo>
                    <a:pt x="327375" y="32062"/>
                    <a:pt x="332437" y="37124"/>
                    <a:pt x="338062" y="37124"/>
                  </a:cubicBezTo>
                  <a:cubicBezTo>
                    <a:pt x="344250" y="37124"/>
                    <a:pt x="348750" y="32062"/>
                    <a:pt x="348750" y="26437"/>
                  </a:cubicBezTo>
                  <a:cubicBezTo>
                    <a:pt x="348750" y="20249"/>
                    <a:pt x="343687" y="15749"/>
                    <a:pt x="338062" y="15749"/>
                  </a:cubicBezTo>
                  <a:close/>
                  <a:moveTo>
                    <a:pt x="21938" y="15749"/>
                  </a:moveTo>
                  <a:cubicBezTo>
                    <a:pt x="16313" y="15749"/>
                    <a:pt x="11250" y="20249"/>
                    <a:pt x="11250" y="26437"/>
                  </a:cubicBezTo>
                  <a:cubicBezTo>
                    <a:pt x="11250" y="32624"/>
                    <a:pt x="15750" y="37124"/>
                    <a:pt x="21938" y="37124"/>
                  </a:cubicBezTo>
                  <a:cubicBezTo>
                    <a:pt x="28125" y="37124"/>
                    <a:pt x="32625" y="32624"/>
                    <a:pt x="32625" y="26437"/>
                  </a:cubicBezTo>
                  <a:cubicBezTo>
                    <a:pt x="32625" y="20249"/>
                    <a:pt x="28125" y="15749"/>
                    <a:pt x="21938" y="15749"/>
                  </a:cubicBezTo>
                  <a:close/>
                  <a:moveTo>
                    <a:pt x="163688" y="11250"/>
                  </a:moveTo>
                  <a:lnTo>
                    <a:pt x="163688" y="43313"/>
                  </a:lnTo>
                  <a:lnTo>
                    <a:pt x="196313" y="43313"/>
                  </a:lnTo>
                  <a:lnTo>
                    <a:pt x="196313" y="11250"/>
                  </a:lnTo>
                  <a:close/>
                  <a:moveTo>
                    <a:pt x="152438" y="0"/>
                  </a:moveTo>
                  <a:lnTo>
                    <a:pt x="207000" y="0"/>
                  </a:lnTo>
                  <a:lnTo>
                    <a:pt x="207215" y="20812"/>
                  </a:lnTo>
                  <a:lnTo>
                    <a:pt x="318514" y="20812"/>
                  </a:lnTo>
                  <a:lnTo>
                    <a:pt x="322664" y="11038"/>
                  </a:lnTo>
                  <a:cubicBezTo>
                    <a:pt x="326672" y="7030"/>
                    <a:pt x="332156" y="4499"/>
                    <a:pt x="338062" y="4499"/>
                  </a:cubicBezTo>
                  <a:cubicBezTo>
                    <a:pt x="350437" y="4499"/>
                    <a:pt x="360000" y="14624"/>
                    <a:pt x="360000" y="26437"/>
                  </a:cubicBezTo>
                  <a:cubicBezTo>
                    <a:pt x="360000" y="38249"/>
                    <a:pt x="349875" y="48374"/>
                    <a:pt x="338062" y="48374"/>
                  </a:cubicBezTo>
                  <a:cubicBezTo>
                    <a:pt x="331875" y="48374"/>
                    <a:pt x="326391" y="45843"/>
                    <a:pt x="322453" y="41835"/>
                  </a:cubicBezTo>
                  <a:lnTo>
                    <a:pt x="318437" y="32062"/>
                  </a:lnTo>
                  <a:lnTo>
                    <a:pt x="232613" y="32062"/>
                  </a:lnTo>
                  <a:lnTo>
                    <a:pt x="251183" y="37959"/>
                  </a:lnTo>
                  <a:cubicBezTo>
                    <a:pt x="281189" y="53199"/>
                    <a:pt x="305675" y="77686"/>
                    <a:pt x="320915" y="107691"/>
                  </a:cubicBezTo>
                  <a:lnTo>
                    <a:pt x="334946" y="151875"/>
                  </a:lnTo>
                  <a:lnTo>
                    <a:pt x="360000" y="151875"/>
                  </a:lnTo>
                  <a:lnTo>
                    <a:pt x="360000" y="206437"/>
                  </a:lnTo>
                  <a:lnTo>
                    <a:pt x="304875" y="206437"/>
                  </a:lnTo>
                  <a:lnTo>
                    <a:pt x="304875" y="151875"/>
                  </a:lnTo>
                  <a:lnTo>
                    <a:pt x="323199" y="151875"/>
                  </a:lnTo>
                  <a:lnTo>
                    <a:pt x="311002" y="112693"/>
                  </a:lnTo>
                  <a:cubicBezTo>
                    <a:pt x="296957" y="84814"/>
                    <a:pt x="274228" y="62208"/>
                    <a:pt x="246262" y="48110"/>
                  </a:cubicBezTo>
                  <a:lnTo>
                    <a:pt x="207370" y="35821"/>
                  </a:lnTo>
                  <a:lnTo>
                    <a:pt x="207563" y="54563"/>
                  </a:lnTo>
                  <a:lnTo>
                    <a:pt x="152438" y="54563"/>
                  </a:lnTo>
                  <a:lnTo>
                    <a:pt x="152438" y="35882"/>
                  </a:lnTo>
                  <a:lnTo>
                    <a:pt x="113739" y="48110"/>
                  </a:lnTo>
                  <a:cubicBezTo>
                    <a:pt x="85773" y="62208"/>
                    <a:pt x="63044" y="84814"/>
                    <a:pt x="48999" y="112693"/>
                  </a:cubicBezTo>
                  <a:lnTo>
                    <a:pt x="36801" y="151875"/>
                  </a:lnTo>
                  <a:lnTo>
                    <a:pt x="55125" y="151875"/>
                  </a:lnTo>
                  <a:lnTo>
                    <a:pt x="55125" y="206437"/>
                  </a:lnTo>
                  <a:lnTo>
                    <a:pt x="0" y="206437"/>
                  </a:lnTo>
                  <a:lnTo>
                    <a:pt x="0" y="151875"/>
                  </a:lnTo>
                  <a:lnTo>
                    <a:pt x="25054" y="151875"/>
                  </a:lnTo>
                  <a:lnTo>
                    <a:pt x="39085" y="107691"/>
                  </a:lnTo>
                  <a:cubicBezTo>
                    <a:pt x="54325" y="77686"/>
                    <a:pt x="78812" y="53199"/>
                    <a:pt x="108818" y="37959"/>
                  </a:cubicBezTo>
                  <a:lnTo>
                    <a:pt x="127387" y="32062"/>
                  </a:lnTo>
                  <a:lnTo>
                    <a:pt x="41563" y="32062"/>
                  </a:lnTo>
                  <a:lnTo>
                    <a:pt x="37547" y="41835"/>
                  </a:lnTo>
                  <a:cubicBezTo>
                    <a:pt x="33610" y="45843"/>
                    <a:pt x="28125" y="48374"/>
                    <a:pt x="21938" y="48374"/>
                  </a:cubicBezTo>
                  <a:cubicBezTo>
                    <a:pt x="10125" y="48374"/>
                    <a:pt x="0" y="38812"/>
                    <a:pt x="0" y="26437"/>
                  </a:cubicBezTo>
                  <a:cubicBezTo>
                    <a:pt x="0" y="14062"/>
                    <a:pt x="9563" y="4499"/>
                    <a:pt x="21938" y="4499"/>
                  </a:cubicBezTo>
                  <a:cubicBezTo>
                    <a:pt x="28125" y="4499"/>
                    <a:pt x="33610" y="6890"/>
                    <a:pt x="37547" y="10827"/>
                  </a:cubicBezTo>
                  <a:lnTo>
                    <a:pt x="41595" y="20812"/>
                  </a:lnTo>
                  <a:lnTo>
                    <a:pt x="152438" y="20812"/>
                  </a:lnTo>
                  <a:close/>
                </a:path>
              </a:pathLst>
            </a:custGeom>
            <a:solidFill>
              <a:schemeClr val="lt1"/>
            </a:solidFill>
            <a:ln w="5507" cap="flat">
              <a:noFill/>
              <a:prstDash val="solid"/>
              <a:miter/>
            </a:ln>
          </p:spPr>
          <p:txBody>
            <a:bodyPr rtlCol="0" anchor="ctr"/>
            <a:lstStyle/>
            <a:p>
              <a:pPr defTabSz="457200">
                <a:lnSpc>
                  <a:spcPct val="120000"/>
                </a:lnSpc>
              </a:pPr>
              <a:endParaRPr lang="zh-CN" altLang="en-US">
                <a:solidFill>
                  <a:srgbClr val="222222"/>
                </a:solidFill>
                <a:latin typeface="微软雅黑" panose="020B0503020204020204" charset="-122"/>
                <a:ea typeface="微软雅黑" panose="020B0503020204020204" charset="-122"/>
                <a:sym typeface="Arial" panose="020B0604020202020204" pitchFamily="34" charset="0"/>
              </a:endParaRPr>
            </a:p>
          </p:txBody>
        </p:sp>
      </p:grpSp>
      <p:grpSp>
        <p:nvGrpSpPr>
          <p:cNvPr id="6" name="组合 5"/>
          <p:cNvGrpSpPr/>
          <p:nvPr>
            <p:custDataLst>
              <p:tags r:id="rId16"/>
            </p:custDataLst>
          </p:nvPr>
        </p:nvGrpSpPr>
        <p:grpSpPr>
          <a:xfrm>
            <a:off x="2930452" y="4161159"/>
            <a:ext cx="744163" cy="744355"/>
            <a:chOff x="832178" y="4010634"/>
            <a:chExt cx="695056" cy="695236"/>
          </a:xfrm>
        </p:grpSpPr>
        <p:sp>
          <p:nvSpPr>
            <p:cNvPr id="136" name="Shape 1491"/>
            <p:cNvSpPr/>
            <p:nvPr>
              <p:custDataLst>
                <p:tags r:id="rId17"/>
              </p:custDataLst>
            </p:nvPr>
          </p:nvSpPr>
          <p:spPr>
            <a:xfrm>
              <a:off x="832178" y="4010634"/>
              <a:ext cx="695056" cy="695236"/>
            </a:xfrm>
            <a:prstGeom prst="ellipse">
              <a:avLst/>
            </a:prstGeom>
            <a:solidFill>
              <a:schemeClr val="accent1"/>
            </a:solidFill>
            <a:ln w="25400" cap="flat" cmpd="sng">
              <a:solidFill>
                <a:schemeClr val="dk1">
                  <a:alpha val="0"/>
                </a:schemeClr>
              </a:solidFill>
              <a:prstDash val="solid"/>
              <a:miter/>
              <a:headEnd type="none" w="med" len="med"/>
              <a:tailEnd type="none" w="med" len="med"/>
            </a:ln>
            <a:effectLst/>
          </p:spPr>
          <p:txBody>
            <a:bodyPr lIns="0" tIns="0" rIns="0" bIns="0" anchor="t" anchorCtr="0">
              <a:noAutofit/>
            </a:bodyPr>
            <a:lstStyle/>
            <a:p>
              <a:pPr defTabSz="457200">
                <a:lnSpc>
                  <a:spcPct val="120000"/>
                </a:lnSpc>
              </a:pPr>
              <a:endParaRPr dirty="0">
                <a:solidFill>
                  <a:srgbClr val="222222"/>
                </a:solidFill>
                <a:latin typeface="微软雅黑" panose="020B0503020204020204" charset="-122"/>
                <a:ea typeface="微软雅黑" panose="020B0503020204020204" charset="-122"/>
                <a:cs typeface="Roboto"/>
                <a:sym typeface="Arial" panose="020B0604020202020204" pitchFamily="34" charset="0"/>
              </a:endParaRPr>
            </a:p>
          </p:txBody>
        </p:sp>
        <p:sp>
          <p:nvSpPr>
            <p:cNvPr id="197" name="任意形状 196"/>
            <p:cNvSpPr/>
            <p:nvPr>
              <p:custDataLst>
                <p:tags r:id="rId18"/>
              </p:custDataLst>
            </p:nvPr>
          </p:nvSpPr>
          <p:spPr>
            <a:xfrm>
              <a:off x="999706" y="4236619"/>
              <a:ext cx="360000" cy="360000"/>
            </a:xfrm>
            <a:custGeom>
              <a:avLst/>
              <a:gdLst>
                <a:gd name="connsiteX0" fmla="*/ 322594 w 360000"/>
                <a:gd name="connsiteY0" fmla="*/ 332775 h 360000"/>
                <a:gd name="connsiteX1" fmla="*/ 327206 w 360000"/>
                <a:gd name="connsiteY1" fmla="*/ 341944 h 360000"/>
                <a:gd name="connsiteX2" fmla="*/ 331875 w 360000"/>
                <a:gd name="connsiteY2" fmla="*/ 332775 h 360000"/>
                <a:gd name="connsiteX3" fmla="*/ 307631 w 360000"/>
                <a:gd name="connsiteY3" fmla="*/ 305212 h 360000"/>
                <a:gd name="connsiteX4" fmla="*/ 316631 w 360000"/>
                <a:gd name="connsiteY4" fmla="*/ 321525 h 360000"/>
                <a:gd name="connsiteX5" fmla="*/ 316688 w 360000"/>
                <a:gd name="connsiteY5" fmla="*/ 321525 h 360000"/>
                <a:gd name="connsiteX6" fmla="*/ 337500 w 360000"/>
                <a:gd name="connsiteY6" fmla="*/ 321525 h 360000"/>
                <a:gd name="connsiteX7" fmla="*/ 346500 w 360000"/>
                <a:gd name="connsiteY7" fmla="*/ 305212 h 360000"/>
                <a:gd name="connsiteX8" fmla="*/ 321525 w 360000"/>
                <a:gd name="connsiteY8" fmla="*/ 92813 h 360000"/>
                <a:gd name="connsiteX9" fmla="*/ 332775 w 360000"/>
                <a:gd name="connsiteY9" fmla="*/ 92813 h 360000"/>
                <a:gd name="connsiteX10" fmla="*/ 332775 w 360000"/>
                <a:gd name="connsiteY10" fmla="*/ 283557 h 360000"/>
                <a:gd name="connsiteX11" fmla="*/ 321525 w 360000"/>
                <a:gd name="connsiteY11" fmla="*/ 283557 h 360000"/>
                <a:gd name="connsiteX12" fmla="*/ 305494 w 360000"/>
                <a:gd name="connsiteY12" fmla="*/ 82069 h 360000"/>
                <a:gd name="connsiteX13" fmla="*/ 305494 w 360000"/>
                <a:gd name="connsiteY13" fmla="*/ 293907 h 360000"/>
                <a:gd name="connsiteX14" fmla="*/ 348750 w 360000"/>
                <a:gd name="connsiteY14" fmla="*/ 293907 h 360000"/>
                <a:gd name="connsiteX15" fmla="*/ 348750 w 360000"/>
                <a:gd name="connsiteY15" fmla="*/ 82069 h 360000"/>
                <a:gd name="connsiteX16" fmla="*/ 75263 w 360000"/>
                <a:gd name="connsiteY16" fmla="*/ 76668 h 360000"/>
                <a:gd name="connsiteX17" fmla="*/ 66375 w 360000"/>
                <a:gd name="connsiteY17" fmla="*/ 85556 h 360000"/>
                <a:gd name="connsiteX18" fmla="*/ 66375 w 360000"/>
                <a:gd name="connsiteY18" fmla="*/ 160087 h 360000"/>
                <a:gd name="connsiteX19" fmla="*/ 75263 w 360000"/>
                <a:gd name="connsiteY19" fmla="*/ 168750 h 360000"/>
                <a:gd name="connsiteX20" fmla="*/ 168750 w 360000"/>
                <a:gd name="connsiteY20" fmla="*/ 168750 h 360000"/>
                <a:gd name="connsiteX21" fmla="*/ 168750 w 360000"/>
                <a:gd name="connsiteY21" fmla="*/ 76668 h 360000"/>
                <a:gd name="connsiteX22" fmla="*/ 213750 w 360000"/>
                <a:gd name="connsiteY22" fmla="*/ 76613 h 360000"/>
                <a:gd name="connsiteX23" fmla="*/ 213750 w 360000"/>
                <a:gd name="connsiteY23" fmla="*/ 168750 h 360000"/>
                <a:gd name="connsiteX24" fmla="*/ 215437 w 360000"/>
                <a:gd name="connsiteY24" fmla="*/ 168750 h 360000"/>
                <a:gd name="connsiteX25" fmla="*/ 224325 w 360000"/>
                <a:gd name="connsiteY25" fmla="*/ 159863 h 360000"/>
                <a:gd name="connsiteX26" fmla="*/ 224325 w 360000"/>
                <a:gd name="connsiteY26" fmla="*/ 85500 h 360000"/>
                <a:gd name="connsiteX27" fmla="*/ 215437 w 360000"/>
                <a:gd name="connsiteY27" fmla="*/ 76613 h 360000"/>
                <a:gd name="connsiteX28" fmla="*/ 332381 w 360000"/>
                <a:gd name="connsiteY28" fmla="*/ 49219 h 360000"/>
                <a:gd name="connsiteX29" fmla="*/ 343631 w 360000"/>
                <a:gd name="connsiteY29" fmla="*/ 49219 h 360000"/>
                <a:gd name="connsiteX30" fmla="*/ 343631 w 360000"/>
                <a:gd name="connsiteY30" fmla="*/ 65588 h 360000"/>
                <a:gd name="connsiteX31" fmla="*/ 332381 w 360000"/>
                <a:gd name="connsiteY31" fmla="*/ 65588 h 360000"/>
                <a:gd name="connsiteX32" fmla="*/ 310613 w 360000"/>
                <a:gd name="connsiteY32" fmla="*/ 49219 h 360000"/>
                <a:gd name="connsiteX33" fmla="*/ 321863 w 360000"/>
                <a:gd name="connsiteY33" fmla="*/ 49219 h 360000"/>
                <a:gd name="connsiteX34" fmla="*/ 321863 w 360000"/>
                <a:gd name="connsiteY34" fmla="*/ 65588 h 360000"/>
                <a:gd name="connsiteX35" fmla="*/ 310613 w 360000"/>
                <a:gd name="connsiteY35" fmla="*/ 65588 h 360000"/>
                <a:gd name="connsiteX36" fmla="*/ 305494 w 360000"/>
                <a:gd name="connsiteY36" fmla="*/ 43931 h 360000"/>
                <a:gd name="connsiteX37" fmla="*/ 305494 w 360000"/>
                <a:gd name="connsiteY37" fmla="*/ 70819 h 360000"/>
                <a:gd name="connsiteX38" fmla="*/ 348750 w 360000"/>
                <a:gd name="connsiteY38" fmla="*/ 70819 h 360000"/>
                <a:gd name="connsiteX39" fmla="*/ 348750 w 360000"/>
                <a:gd name="connsiteY39" fmla="*/ 43931 h 360000"/>
                <a:gd name="connsiteX40" fmla="*/ 313425 w 360000"/>
                <a:gd name="connsiteY40" fmla="*/ 11250 h 360000"/>
                <a:gd name="connsiteX41" fmla="*/ 305494 w 360000"/>
                <a:gd name="connsiteY41" fmla="*/ 19181 h 360000"/>
                <a:gd name="connsiteX42" fmla="*/ 305494 w 360000"/>
                <a:gd name="connsiteY42" fmla="*/ 32681 h 360000"/>
                <a:gd name="connsiteX43" fmla="*/ 348750 w 360000"/>
                <a:gd name="connsiteY43" fmla="*/ 32681 h 360000"/>
                <a:gd name="connsiteX44" fmla="*/ 348750 w 360000"/>
                <a:gd name="connsiteY44" fmla="*/ 19181 h 360000"/>
                <a:gd name="connsiteX45" fmla="*/ 340819 w 360000"/>
                <a:gd name="connsiteY45" fmla="*/ 11250 h 360000"/>
                <a:gd name="connsiteX46" fmla="*/ 213525 w 360000"/>
                <a:gd name="connsiteY46" fmla="*/ 11250 h 360000"/>
                <a:gd name="connsiteX47" fmla="*/ 213525 w 360000"/>
                <a:gd name="connsiteY47" fmla="*/ 65419 h 360000"/>
                <a:gd name="connsiteX48" fmla="*/ 215437 w 360000"/>
                <a:gd name="connsiteY48" fmla="*/ 65419 h 360000"/>
                <a:gd name="connsiteX49" fmla="*/ 235575 w 360000"/>
                <a:gd name="connsiteY49" fmla="*/ 85557 h 360000"/>
                <a:gd name="connsiteX50" fmla="*/ 235575 w 360000"/>
                <a:gd name="connsiteY50" fmla="*/ 160088 h 360000"/>
                <a:gd name="connsiteX51" fmla="*/ 215215 w 360000"/>
                <a:gd name="connsiteY51" fmla="*/ 180000 h 360000"/>
                <a:gd name="connsiteX52" fmla="*/ 215213 w 360000"/>
                <a:gd name="connsiteY52" fmla="*/ 180000 h 360000"/>
                <a:gd name="connsiteX53" fmla="*/ 215212 w 360000"/>
                <a:gd name="connsiteY53" fmla="*/ 180000 h 360000"/>
                <a:gd name="connsiteX54" fmla="*/ 213525 w 360000"/>
                <a:gd name="connsiteY54" fmla="*/ 180000 h 360000"/>
                <a:gd name="connsiteX55" fmla="*/ 213525 w 360000"/>
                <a:gd name="connsiteY55" fmla="*/ 348750 h 360000"/>
                <a:gd name="connsiteX56" fmla="*/ 226519 w 360000"/>
                <a:gd name="connsiteY56" fmla="*/ 348750 h 360000"/>
                <a:gd name="connsiteX57" fmla="*/ 256163 w 360000"/>
                <a:gd name="connsiteY57" fmla="*/ 319106 h 360000"/>
                <a:gd name="connsiteX58" fmla="*/ 256163 w 360000"/>
                <a:gd name="connsiteY58" fmla="*/ 40894 h 360000"/>
                <a:gd name="connsiteX59" fmla="*/ 226519 w 360000"/>
                <a:gd name="connsiteY59" fmla="*/ 11250 h 360000"/>
                <a:gd name="connsiteX60" fmla="*/ 181069 w 360000"/>
                <a:gd name="connsiteY60" fmla="*/ 11250 h 360000"/>
                <a:gd name="connsiteX61" fmla="*/ 181069 w 360000"/>
                <a:gd name="connsiteY61" fmla="*/ 348750 h 360000"/>
                <a:gd name="connsiteX62" fmla="*/ 202275 w 360000"/>
                <a:gd name="connsiteY62" fmla="*/ 348750 h 360000"/>
                <a:gd name="connsiteX63" fmla="*/ 202275 w 360000"/>
                <a:gd name="connsiteY63" fmla="*/ 11250 h 360000"/>
                <a:gd name="connsiteX64" fmla="*/ 33075 w 360000"/>
                <a:gd name="connsiteY64" fmla="*/ 11250 h 360000"/>
                <a:gd name="connsiteX65" fmla="*/ 33075 w 360000"/>
                <a:gd name="connsiteY65" fmla="*/ 348750 h 360000"/>
                <a:gd name="connsiteX66" fmla="*/ 169819 w 360000"/>
                <a:gd name="connsiteY66" fmla="*/ 348750 h 360000"/>
                <a:gd name="connsiteX67" fmla="*/ 169819 w 360000"/>
                <a:gd name="connsiteY67" fmla="*/ 180000 h 360000"/>
                <a:gd name="connsiteX68" fmla="*/ 75263 w 360000"/>
                <a:gd name="connsiteY68" fmla="*/ 180000 h 360000"/>
                <a:gd name="connsiteX69" fmla="*/ 55125 w 360000"/>
                <a:gd name="connsiteY69" fmla="*/ 159862 h 360000"/>
                <a:gd name="connsiteX70" fmla="*/ 55125 w 360000"/>
                <a:gd name="connsiteY70" fmla="*/ 85500 h 360000"/>
                <a:gd name="connsiteX71" fmla="*/ 75263 w 360000"/>
                <a:gd name="connsiteY71" fmla="*/ 65362 h 360000"/>
                <a:gd name="connsiteX72" fmla="*/ 169819 w 360000"/>
                <a:gd name="connsiteY72" fmla="*/ 65362 h 360000"/>
                <a:gd name="connsiteX73" fmla="*/ 169819 w 360000"/>
                <a:gd name="connsiteY73" fmla="*/ 11250 h 360000"/>
                <a:gd name="connsiteX74" fmla="*/ 11250 w 360000"/>
                <a:gd name="connsiteY74" fmla="*/ 11250 h 360000"/>
                <a:gd name="connsiteX75" fmla="*/ 11250 w 360000"/>
                <a:gd name="connsiteY75" fmla="*/ 348750 h 360000"/>
                <a:gd name="connsiteX76" fmla="*/ 21825 w 360000"/>
                <a:gd name="connsiteY76" fmla="*/ 348750 h 360000"/>
                <a:gd name="connsiteX77" fmla="*/ 21825 w 360000"/>
                <a:gd name="connsiteY77" fmla="*/ 11250 h 360000"/>
                <a:gd name="connsiteX78" fmla="*/ 313425 w 360000"/>
                <a:gd name="connsiteY78" fmla="*/ 0 h 360000"/>
                <a:gd name="connsiteX79" fmla="*/ 340875 w 360000"/>
                <a:gd name="connsiteY79" fmla="*/ 0 h 360000"/>
                <a:gd name="connsiteX80" fmla="*/ 360000 w 360000"/>
                <a:gd name="connsiteY80" fmla="*/ 19181 h 360000"/>
                <a:gd name="connsiteX81" fmla="*/ 360000 w 360000"/>
                <a:gd name="connsiteY81" fmla="*/ 38306 h 360000"/>
                <a:gd name="connsiteX82" fmla="*/ 360000 w 360000"/>
                <a:gd name="connsiteY82" fmla="*/ 76444 h 360000"/>
                <a:gd name="connsiteX83" fmla="*/ 360000 w 360000"/>
                <a:gd name="connsiteY83" fmla="*/ 299532 h 360000"/>
                <a:gd name="connsiteX84" fmla="*/ 359973 w 360000"/>
                <a:gd name="connsiteY84" fmla="*/ 299560 h 360000"/>
                <a:gd name="connsiteX85" fmla="*/ 360000 w 360000"/>
                <a:gd name="connsiteY85" fmla="*/ 299587 h 360000"/>
                <a:gd name="connsiteX86" fmla="*/ 358200 w 360000"/>
                <a:gd name="connsiteY86" fmla="*/ 306815 h 360000"/>
                <a:gd name="connsiteX87" fmla="*/ 345886 w 360000"/>
                <a:gd name="connsiteY87" fmla="*/ 329547 h 360000"/>
                <a:gd name="connsiteX88" fmla="*/ 345881 w 360000"/>
                <a:gd name="connsiteY88" fmla="*/ 329569 h 360000"/>
                <a:gd name="connsiteX89" fmla="*/ 332100 w 360000"/>
                <a:gd name="connsiteY89" fmla="*/ 357019 h 360000"/>
                <a:gd name="connsiteX90" fmla="*/ 327150 w 360000"/>
                <a:gd name="connsiteY90" fmla="*/ 360000 h 360000"/>
                <a:gd name="connsiteX91" fmla="*/ 322144 w 360000"/>
                <a:gd name="connsiteY91" fmla="*/ 356906 h 360000"/>
                <a:gd name="connsiteX92" fmla="*/ 308684 w 360000"/>
                <a:gd name="connsiteY92" fmla="*/ 330098 h 360000"/>
                <a:gd name="connsiteX93" fmla="*/ 308644 w 360000"/>
                <a:gd name="connsiteY93" fmla="*/ 330075 h 360000"/>
                <a:gd name="connsiteX94" fmla="*/ 294244 w 360000"/>
                <a:gd name="connsiteY94" fmla="*/ 299925 h 360000"/>
                <a:gd name="connsiteX95" fmla="*/ 294244 w 360000"/>
                <a:gd name="connsiteY95" fmla="*/ 299587 h 360000"/>
                <a:gd name="connsiteX96" fmla="*/ 294271 w 360000"/>
                <a:gd name="connsiteY96" fmla="*/ 299560 h 360000"/>
                <a:gd name="connsiteX97" fmla="*/ 294244 w 360000"/>
                <a:gd name="connsiteY97" fmla="*/ 299532 h 360000"/>
                <a:gd name="connsiteX98" fmla="*/ 294244 w 360000"/>
                <a:gd name="connsiteY98" fmla="*/ 76444 h 360000"/>
                <a:gd name="connsiteX99" fmla="*/ 294244 w 360000"/>
                <a:gd name="connsiteY99" fmla="*/ 38306 h 360000"/>
                <a:gd name="connsiteX100" fmla="*/ 294244 w 360000"/>
                <a:gd name="connsiteY100" fmla="*/ 19181 h 360000"/>
                <a:gd name="connsiteX101" fmla="*/ 313425 w 360000"/>
                <a:gd name="connsiteY101" fmla="*/ 0 h 360000"/>
                <a:gd name="connsiteX102" fmla="*/ 0 w 360000"/>
                <a:gd name="connsiteY102" fmla="*/ 0 h 360000"/>
                <a:gd name="connsiteX103" fmla="*/ 226519 w 360000"/>
                <a:gd name="connsiteY103" fmla="*/ 0 h 360000"/>
                <a:gd name="connsiteX104" fmla="*/ 267413 w 360000"/>
                <a:gd name="connsiteY104" fmla="*/ 40894 h 360000"/>
                <a:gd name="connsiteX105" fmla="*/ 267413 w 360000"/>
                <a:gd name="connsiteY105" fmla="*/ 319106 h 360000"/>
                <a:gd name="connsiteX106" fmla="*/ 226519 w 360000"/>
                <a:gd name="connsiteY106" fmla="*/ 360000 h 360000"/>
                <a:gd name="connsiteX107" fmla="*/ 0 w 360000"/>
                <a:gd name="connsiteY107"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360000" h="360000">
                  <a:moveTo>
                    <a:pt x="322594" y="332775"/>
                  </a:moveTo>
                  <a:lnTo>
                    <a:pt x="327206" y="341944"/>
                  </a:lnTo>
                  <a:lnTo>
                    <a:pt x="331875" y="332775"/>
                  </a:lnTo>
                  <a:close/>
                  <a:moveTo>
                    <a:pt x="307631" y="305212"/>
                  </a:moveTo>
                  <a:cubicBezTo>
                    <a:pt x="309375" y="308475"/>
                    <a:pt x="311963" y="313593"/>
                    <a:pt x="316631" y="321525"/>
                  </a:cubicBezTo>
                  <a:lnTo>
                    <a:pt x="316688" y="321525"/>
                  </a:lnTo>
                  <a:lnTo>
                    <a:pt x="337500" y="321525"/>
                  </a:lnTo>
                  <a:cubicBezTo>
                    <a:pt x="342225" y="313593"/>
                    <a:pt x="344925" y="308475"/>
                    <a:pt x="346500" y="305212"/>
                  </a:cubicBezTo>
                  <a:close/>
                  <a:moveTo>
                    <a:pt x="321525" y="92813"/>
                  </a:moveTo>
                  <a:lnTo>
                    <a:pt x="332775" y="92813"/>
                  </a:lnTo>
                  <a:lnTo>
                    <a:pt x="332775" y="283557"/>
                  </a:lnTo>
                  <a:lnTo>
                    <a:pt x="321525" y="283557"/>
                  </a:lnTo>
                  <a:close/>
                  <a:moveTo>
                    <a:pt x="305494" y="82069"/>
                  </a:moveTo>
                  <a:lnTo>
                    <a:pt x="305494" y="293907"/>
                  </a:lnTo>
                  <a:lnTo>
                    <a:pt x="348750" y="293907"/>
                  </a:lnTo>
                  <a:lnTo>
                    <a:pt x="348750" y="82069"/>
                  </a:lnTo>
                  <a:close/>
                  <a:moveTo>
                    <a:pt x="75263" y="76668"/>
                  </a:moveTo>
                  <a:cubicBezTo>
                    <a:pt x="70354" y="76668"/>
                    <a:pt x="66375" y="80647"/>
                    <a:pt x="66375" y="85556"/>
                  </a:cubicBezTo>
                  <a:lnTo>
                    <a:pt x="66375" y="160087"/>
                  </a:lnTo>
                  <a:cubicBezTo>
                    <a:pt x="66497" y="164907"/>
                    <a:pt x="70441" y="168751"/>
                    <a:pt x="75263" y="168750"/>
                  </a:cubicBezTo>
                  <a:lnTo>
                    <a:pt x="168750" y="168750"/>
                  </a:lnTo>
                  <a:lnTo>
                    <a:pt x="168750" y="76668"/>
                  </a:lnTo>
                  <a:close/>
                  <a:moveTo>
                    <a:pt x="213750" y="76613"/>
                  </a:moveTo>
                  <a:lnTo>
                    <a:pt x="213750" y="168750"/>
                  </a:lnTo>
                  <a:lnTo>
                    <a:pt x="215437" y="168750"/>
                  </a:lnTo>
                  <a:cubicBezTo>
                    <a:pt x="220346" y="168750"/>
                    <a:pt x="224325" y="164771"/>
                    <a:pt x="224325" y="159863"/>
                  </a:cubicBezTo>
                  <a:lnTo>
                    <a:pt x="224325" y="85500"/>
                  </a:lnTo>
                  <a:cubicBezTo>
                    <a:pt x="224325" y="80592"/>
                    <a:pt x="220346" y="76613"/>
                    <a:pt x="215437" y="76613"/>
                  </a:cubicBezTo>
                  <a:close/>
                  <a:moveTo>
                    <a:pt x="332381" y="49219"/>
                  </a:moveTo>
                  <a:lnTo>
                    <a:pt x="343631" y="49219"/>
                  </a:lnTo>
                  <a:lnTo>
                    <a:pt x="343631" y="65588"/>
                  </a:lnTo>
                  <a:lnTo>
                    <a:pt x="332381" y="65588"/>
                  </a:lnTo>
                  <a:close/>
                  <a:moveTo>
                    <a:pt x="310613" y="49219"/>
                  </a:moveTo>
                  <a:lnTo>
                    <a:pt x="321863" y="49219"/>
                  </a:lnTo>
                  <a:lnTo>
                    <a:pt x="321863" y="65588"/>
                  </a:lnTo>
                  <a:lnTo>
                    <a:pt x="310613" y="65588"/>
                  </a:lnTo>
                  <a:close/>
                  <a:moveTo>
                    <a:pt x="305494" y="43931"/>
                  </a:moveTo>
                  <a:lnTo>
                    <a:pt x="305494" y="70819"/>
                  </a:lnTo>
                  <a:lnTo>
                    <a:pt x="348750" y="70819"/>
                  </a:lnTo>
                  <a:lnTo>
                    <a:pt x="348750" y="43931"/>
                  </a:lnTo>
                  <a:close/>
                  <a:moveTo>
                    <a:pt x="313425" y="11250"/>
                  </a:moveTo>
                  <a:cubicBezTo>
                    <a:pt x="309045" y="11250"/>
                    <a:pt x="305494" y="14801"/>
                    <a:pt x="305494" y="19181"/>
                  </a:cubicBezTo>
                  <a:lnTo>
                    <a:pt x="305494" y="32681"/>
                  </a:lnTo>
                  <a:lnTo>
                    <a:pt x="348750" y="32681"/>
                  </a:lnTo>
                  <a:lnTo>
                    <a:pt x="348750" y="19181"/>
                  </a:lnTo>
                  <a:cubicBezTo>
                    <a:pt x="348750" y="14801"/>
                    <a:pt x="345199" y="11250"/>
                    <a:pt x="340819" y="11250"/>
                  </a:cubicBezTo>
                  <a:close/>
                  <a:moveTo>
                    <a:pt x="213525" y="11250"/>
                  </a:moveTo>
                  <a:lnTo>
                    <a:pt x="213525" y="65419"/>
                  </a:lnTo>
                  <a:lnTo>
                    <a:pt x="215437" y="65419"/>
                  </a:lnTo>
                  <a:cubicBezTo>
                    <a:pt x="226559" y="65419"/>
                    <a:pt x="235575" y="74435"/>
                    <a:pt x="235575" y="85557"/>
                  </a:cubicBezTo>
                  <a:lnTo>
                    <a:pt x="235575" y="160088"/>
                  </a:lnTo>
                  <a:cubicBezTo>
                    <a:pt x="235451" y="171209"/>
                    <a:pt x="226336" y="180124"/>
                    <a:pt x="215215" y="180000"/>
                  </a:cubicBezTo>
                  <a:cubicBezTo>
                    <a:pt x="215214" y="180000"/>
                    <a:pt x="215213" y="180000"/>
                    <a:pt x="215213" y="180000"/>
                  </a:cubicBezTo>
                  <a:lnTo>
                    <a:pt x="215212" y="180000"/>
                  </a:lnTo>
                  <a:lnTo>
                    <a:pt x="213525" y="180000"/>
                  </a:lnTo>
                  <a:lnTo>
                    <a:pt x="213525" y="348750"/>
                  </a:lnTo>
                  <a:lnTo>
                    <a:pt x="226519" y="348750"/>
                  </a:lnTo>
                  <a:cubicBezTo>
                    <a:pt x="242891" y="348750"/>
                    <a:pt x="256163" y="335478"/>
                    <a:pt x="256163" y="319106"/>
                  </a:cubicBezTo>
                  <a:lnTo>
                    <a:pt x="256163" y="40894"/>
                  </a:lnTo>
                  <a:cubicBezTo>
                    <a:pt x="256163" y="24522"/>
                    <a:pt x="242891" y="11250"/>
                    <a:pt x="226519" y="11250"/>
                  </a:cubicBezTo>
                  <a:close/>
                  <a:moveTo>
                    <a:pt x="181069" y="11250"/>
                  </a:moveTo>
                  <a:lnTo>
                    <a:pt x="181069" y="348750"/>
                  </a:lnTo>
                  <a:lnTo>
                    <a:pt x="202275" y="348750"/>
                  </a:lnTo>
                  <a:lnTo>
                    <a:pt x="202275" y="11250"/>
                  </a:lnTo>
                  <a:close/>
                  <a:moveTo>
                    <a:pt x="33075" y="11250"/>
                  </a:moveTo>
                  <a:lnTo>
                    <a:pt x="33075" y="348750"/>
                  </a:lnTo>
                  <a:lnTo>
                    <a:pt x="169819" y="348750"/>
                  </a:lnTo>
                  <a:lnTo>
                    <a:pt x="169819" y="180000"/>
                  </a:lnTo>
                  <a:lnTo>
                    <a:pt x="75263" y="180000"/>
                  </a:lnTo>
                  <a:cubicBezTo>
                    <a:pt x="64141" y="180000"/>
                    <a:pt x="55125" y="170984"/>
                    <a:pt x="55125" y="159862"/>
                  </a:cubicBezTo>
                  <a:lnTo>
                    <a:pt x="55125" y="85500"/>
                  </a:lnTo>
                  <a:cubicBezTo>
                    <a:pt x="55125" y="74378"/>
                    <a:pt x="64141" y="65362"/>
                    <a:pt x="75263" y="65362"/>
                  </a:cubicBezTo>
                  <a:lnTo>
                    <a:pt x="169819" y="65362"/>
                  </a:lnTo>
                  <a:lnTo>
                    <a:pt x="169819" y="11250"/>
                  </a:lnTo>
                  <a:close/>
                  <a:moveTo>
                    <a:pt x="11250" y="11250"/>
                  </a:moveTo>
                  <a:lnTo>
                    <a:pt x="11250" y="348750"/>
                  </a:lnTo>
                  <a:lnTo>
                    <a:pt x="21825" y="348750"/>
                  </a:lnTo>
                  <a:lnTo>
                    <a:pt x="21825" y="11250"/>
                  </a:lnTo>
                  <a:close/>
                  <a:moveTo>
                    <a:pt x="313425" y="0"/>
                  </a:moveTo>
                  <a:lnTo>
                    <a:pt x="340875" y="0"/>
                  </a:lnTo>
                  <a:cubicBezTo>
                    <a:pt x="351447" y="31"/>
                    <a:pt x="360000" y="8610"/>
                    <a:pt x="360000" y="19181"/>
                  </a:cubicBezTo>
                  <a:lnTo>
                    <a:pt x="360000" y="38306"/>
                  </a:lnTo>
                  <a:lnTo>
                    <a:pt x="360000" y="76444"/>
                  </a:lnTo>
                  <a:lnTo>
                    <a:pt x="360000" y="299532"/>
                  </a:lnTo>
                  <a:lnTo>
                    <a:pt x="359973" y="299560"/>
                  </a:lnTo>
                  <a:lnTo>
                    <a:pt x="360000" y="299587"/>
                  </a:lnTo>
                  <a:cubicBezTo>
                    <a:pt x="360000" y="300853"/>
                    <a:pt x="360000" y="302498"/>
                    <a:pt x="358200" y="306815"/>
                  </a:cubicBezTo>
                  <a:lnTo>
                    <a:pt x="345886" y="329547"/>
                  </a:lnTo>
                  <a:lnTo>
                    <a:pt x="345881" y="329569"/>
                  </a:lnTo>
                  <a:cubicBezTo>
                    <a:pt x="339975" y="342000"/>
                    <a:pt x="332212" y="356850"/>
                    <a:pt x="332100" y="357019"/>
                  </a:cubicBezTo>
                  <a:cubicBezTo>
                    <a:pt x="331125" y="358849"/>
                    <a:pt x="329223" y="359994"/>
                    <a:pt x="327150" y="360000"/>
                  </a:cubicBezTo>
                  <a:cubicBezTo>
                    <a:pt x="325032" y="359994"/>
                    <a:pt x="323097" y="358798"/>
                    <a:pt x="322144" y="356906"/>
                  </a:cubicBezTo>
                  <a:lnTo>
                    <a:pt x="308684" y="330098"/>
                  </a:lnTo>
                  <a:lnTo>
                    <a:pt x="308644" y="330075"/>
                  </a:lnTo>
                  <a:cubicBezTo>
                    <a:pt x="294244" y="306168"/>
                    <a:pt x="294244" y="301950"/>
                    <a:pt x="294244" y="299925"/>
                  </a:cubicBezTo>
                  <a:lnTo>
                    <a:pt x="294244" y="299587"/>
                  </a:lnTo>
                  <a:lnTo>
                    <a:pt x="294271" y="299560"/>
                  </a:lnTo>
                  <a:lnTo>
                    <a:pt x="294244" y="299532"/>
                  </a:lnTo>
                  <a:lnTo>
                    <a:pt x="294244" y="76444"/>
                  </a:lnTo>
                  <a:lnTo>
                    <a:pt x="294244" y="38306"/>
                  </a:lnTo>
                  <a:lnTo>
                    <a:pt x="294244" y="19181"/>
                  </a:lnTo>
                  <a:cubicBezTo>
                    <a:pt x="294244" y="8588"/>
                    <a:pt x="302832" y="0"/>
                    <a:pt x="313425" y="0"/>
                  </a:cubicBezTo>
                  <a:close/>
                  <a:moveTo>
                    <a:pt x="0" y="0"/>
                  </a:moveTo>
                  <a:lnTo>
                    <a:pt x="226519" y="0"/>
                  </a:lnTo>
                  <a:cubicBezTo>
                    <a:pt x="249104" y="0"/>
                    <a:pt x="267413" y="18309"/>
                    <a:pt x="267413" y="40894"/>
                  </a:cubicBezTo>
                  <a:lnTo>
                    <a:pt x="267413" y="319106"/>
                  </a:lnTo>
                  <a:cubicBezTo>
                    <a:pt x="267413" y="341691"/>
                    <a:pt x="249104" y="360000"/>
                    <a:pt x="226519" y="360000"/>
                  </a:cubicBezTo>
                  <a:lnTo>
                    <a:pt x="0" y="360000"/>
                  </a:lnTo>
                  <a:close/>
                </a:path>
              </a:pathLst>
            </a:custGeom>
            <a:solidFill>
              <a:schemeClr val="lt1"/>
            </a:solidFill>
            <a:ln w="5507" cap="flat">
              <a:noFill/>
              <a:prstDash val="solid"/>
              <a:miter/>
            </a:ln>
          </p:spPr>
          <p:txBody>
            <a:bodyPr rtlCol="0" anchor="ctr"/>
            <a:lstStyle/>
            <a:p>
              <a:pPr defTabSz="457200">
                <a:lnSpc>
                  <a:spcPct val="120000"/>
                </a:lnSpc>
              </a:pPr>
              <a:endParaRPr lang="zh-CN" altLang="en-US">
                <a:solidFill>
                  <a:srgbClr val="222222"/>
                </a:solidFill>
                <a:latin typeface="微软雅黑" panose="020B0503020204020204" charset="-122"/>
                <a:ea typeface="微软雅黑" panose="020B0503020204020204" charset="-122"/>
                <a:sym typeface="Arial" panose="020B0604020202020204" pitchFamily="34" charset="0"/>
              </a:endParaRPr>
            </a:p>
          </p:txBody>
        </p:sp>
      </p:grpSp>
      <p:grpSp>
        <p:nvGrpSpPr>
          <p:cNvPr id="7" name="组合 6"/>
          <p:cNvGrpSpPr/>
          <p:nvPr>
            <p:custDataLst>
              <p:tags r:id="rId19"/>
            </p:custDataLst>
          </p:nvPr>
        </p:nvGrpSpPr>
        <p:grpSpPr>
          <a:xfrm>
            <a:off x="2930451" y="5226030"/>
            <a:ext cx="744163" cy="744355"/>
            <a:chOff x="832178" y="5103325"/>
            <a:chExt cx="695056" cy="695236"/>
          </a:xfrm>
        </p:grpSpPr>
        <p:sp>
          <p:nvSpPr>
            <p:cNvPr id="146" name="Shape 1492"/>
            <p:cNvSpPr/>
            <p:nvPr>
              <p:custDataLst>
                <p:tags r:id="rId20"/>
              </p:custDataLst>
            </p:nvPr>
          </p:nvSpPr>
          <p:spPr>
            <a:xfrm>
              <a:off x="832178" y="5103325"/>
              <a:ext cx="695056" cy="695236"/>
            </a:xfrm>
            <a:prstGeom prst="ellipse">
              <a:avLst/>
            </a:prstGeom>
            <a:solidFill>
              <a:schemeClr val="accent1"/>
            </a:solidFill>
            <a:ln w="25400" cap="flat" cmpd="sng">
              <a:solidFill>
                <a:schemeClr val="dk1">
                  <a:alpha val="0"/>
                </a:schemeClr>
              </a:solidFill>
              <a:prstDash val="solid"/>
              <a:miter/>
              <a:headEnd type="none" w="med" len="med"/>
              <a:tailEnd type="none" w="med" len="med"/>
            </a:ln>
            <a:effectLst/>
          </p:spPr>
          <p:txBody>
            <a:bodyPr lIns="0" tIns="0" rIns="0" bIns="0" anchor="t" anchorCtr="0">
              <a:noAutofit/>
            </a:bodyPr>
            <a:lstStyle/>
            <a:p>
              <a:pPr defTabSz="457200">
                <a:lnSpc>
                  <a:spcPct val="120000"/>
                </a:lnSpc>
              </a:pPr>
              <a:endParaRPr dirty="0">
                <a:solidFill>
                  <a:srgbClr val="222222"/>
                </a:solidFill>
                <a:latin typeface="微软雅黑" panose="020B0503020204020204" charset="-122"/>
                <a:ea typeface="微软雅黑" panose="020B0503020204020204" charset="-122"/>
                <a:cs typeface="Roboto"/>
                <a:sym typeface="Arial" panose="020B0604020202020204" pitchFamily="34" charset="0"/>
              </a:endParaRPr>
            </a:p>
          </p:txBody>
        </p:sp>
        <p:sp>
          <p:nvSpPr>
            <p:cNvPr id="198" name="任意形状 197"/>
            <p:cNvSpPr/>
            <p:nvPr>
              <p:custDataLst>
                <p:tags r:id="rId21"/>
              </p:custDataLst>
            </p:nvPr>
          </p:nvSpPr>
          <p:spPr>
            <a:xfrm>
              <a:off x="1033538" y="5270943"/>
              <a:ext cx="292334" cy="360000"/>
            </a:xfrm>
            <a:custGeom>
              <a:avLst/>
              <a:gdLst>
                <a:gd name="connsiteX0" fmla="*/ 115695 w 292334"/>
                <a:gd name="connsiteY0" fmla="*/ 242833 h 360000"/>
                <a:gd name="connsiteX1" fmla="*/ 123663 w 292334"/>
                <a:gd name="connsiteY1" fmla="*/ 250798 h 360000"/>
                <a:gd name="connsiteX2" fmla="*/ 131631 w 292334"/>
                <a:gd name="connsiteY2" fmla="*/ 242833 h 360000"/>
                <a:gd name="connsiteX3" fmla="*/ 139563 w 292334"/>
                <a:gd name="connsiteY3" fmla="*/ 250809 h 360000"/>
                <a:gd name="connsiteX4" fmla="*/ 131617 w 292334"/>
                <a:gd name="connsiteY4" fmla="*/ 258753 h 360000"/>
                <a:gd name="connsiteX5" fmla="*/ 139574 w 292334"/>
                <a:gd name="connsiteY5" fmla="*/ 266709 h 360000"/>
                <a:gd name="connsiteX6" fmla="*/ 131620 w 292334"/>
                <a:gd name="connsiteY6" fmla="*/ 274663 h 360000"/>
                <a:gd name="connsiteX7" fmla="*/ 123663 w 292334"/>
                <a:gd name="connsiteY7" fmla="*/ 266707 h 360000"/>
                <a:gd name="connsiteX8" fmla="*/ 115706 w 292334"/>
                <a:gd name="connsiteY8" fmla="*/ 274663 h 360000"/>
                <a:gd name="connsiteX9" fmla="*/ 107752 w 292334"/>
                <a:gd name="connsiteY9" fmla="*/ 266709 h 360000"/>
                <a:gd name="connsiteX10" fmla="*/ 115709 w 292334"/>
                <a:gd name="connsiteY10" fmla="*/ 258753 h 360000"/>
                <a:gd name="connsiteX11" fmla="*/ 107763 w 292334"/>
                <a:gd name="connsiteY11" fmla="*/ 250809 h 360000"/>
                <a:gd name="connsiteX12" fmla="*/ 89910 w 292334"/>
                <a:gd name="connsiteY12" fmla="*/ 225003 h 360000"/>
                <a:gd name="connsiteX13" fmla="*/ 89910 w 292334"/>
                <a:gd name="connsiteY13" fmla="*/ 292503 h 360000"/>
                <a:gd name="connsiteX14" fmla="*/ 157410 w 292334"/>
                <a:gd name="connsiteY14" fmla="*/ 292503 h 360000"/>
                <a:gd name="connsiteX15" fmla="*/ 157410 w 292334"/>
                <a:gd name="connsiteY15" fmla="*/ 225003 h 360000"/>
                <a:gd name="connsiteX16" fmla="*/ 78660 w 292334"/>
                <a:gd name="connsiteY16" fmla="*/ 213753 h 360000"/>
                <a:gd name="connsiteX17" fmla="*/ 168660 w 292334"/>
                <a:gd name="connsiteY17" fmla="*/ 213753 h 360000"/>
                <a:gd name="connsiteX18" fmla="*/ 168660 w 292334"/>
                <a:gd name="connsiteY18" fmla="*/ 303753 h 360000"/>
                <a:gd name="connsiteX19" fmla="*/ 78660 w 292334"/>
                <a:gd name="connsiteY19" fmla="*/ 303753 h 360000"/>
                <a:gd name="connsiteX20" fmla="*/ 137205 w 292334"/>
                <a:gd name="connsiteY20" fmla="*/ 141801 h 360000"/>
                <a:gd name="connsiteX21" fmla="*/ 145159 w 292334"/>
                <a:gd name="connsiteY21" fmla="*/ 149755 h 360000"/>
                <a:gd name="connsiteX22" fmla="*/ 117743 w 292334"/>
                <a:gd name="connsiteY22" fmla="*/ 177171 h 360000"/>
                <a:gd name="connsiteX23" fmla="*/ 102167 w 292334"/>
                <a:gd name="connsiteY23" fmla="*/ 161590 h 360000"/>
                <a:gd name="connsiteX24" fmla="*/ 110121 w 292334"/>
                <a:gd name="connsiteY24" fmla="*/ 153636 h 360000"/>
                <a:gd name="connsiteX25" fmla="*/ 117743 w 292334"/>
                <a:gd name="connsiteY25" fmla="*/ 161258 h 360000"/>
                <a:gd name="connsiteX26" fmla="*/ 89910 w 292334"/>
                <a:gd name="connsiteY26" fmla="*/ 123747 h 360000"/>
                <a:gd name="connsiteX27" fmla="*/ 89910 w 292334"/>
                <a:gd name="connsiteY27" fmla="*/ 191247 h 360000"/>
                <a:gd name="connsiteX28" fmla="*/ 157410 w 292334"/>
                <a:gd name="connsiteY28" fmla="*/ 191247 h 360000"/>
                <a:gd name="connsiteX29" fmla="*/ 157410 w 292334"/>
                <a:gd name="connsiteY29" fmla="*/ 123747 h 360000"/>
                <a:gd name="connsiteX30" fmla="*/ 78660 w 292334"/>
                <a:gd name="connsiteY30" fmla="*/ 112497 h 360000"/>
                <a:gd name="connsiteX31" fmla="*/ 168660 w 292334"/>
                <a:gd name="connsiteY31" fmla="*/ 112497 h 360000"/>
                <a:gd name="connsiteX32" fmla="*/ 168660 w 292334"/>
                <a:gd name="connsiteY32" fmla="*/ 202497 h 360000"/>
                <a:gd name="connsiteX33" fmla="*/ 78660 w 292334"/>
                <a:gd name="connsiteY33" fmla="*/ 202497 h 360000"/>
                <a:gd name="connsiteX34" fmla="*/ 275621 w 292334"/>
                <a:gd name="connsiteY34" fmla="*/ 89802 h 360000"/>
                <a:gd name="connsiteX35" fmla="*/ 270158 w 292334"/>
                <a:gd name="connsiteY35" fmla="*/ 95265 h 360000"/>
                <a:gd name="connsiteX36" fmla="*/ 270158 w 292334"/>
                <a:gd name="connsiteY36" fmla="*/ 308919 h 360000"/>
                <a:gd name="connsiteX37" fmla="*/ 275624 w 292334"/>
                <a:gd name="connsiteY37" fmla="*/ 320768 h 360000"/>
                <a:gd name="connsiteX38" fmla="*/ 281084 w 292334"/>
                <a:gd name="connsiteY38" fmla="*/ 308922 h 360000"/>
                <a:gd name="connsiteX39" fmla="*/ 281084 w 292334"/>
                <a:gd name="connsiteY39" fmla="*/ 95265 h 360000"/>
                <a:gd name="connsiteX40" fmla="*/ 275621 w 292334"/>
                <a:gd name="connsiteY40" fmla="*/ 89802 h 360000"/>
                <a:gd name="connsiteX41" fmla="*/ 33748 w 292334"/>
                <a:gd name="connsiteY41" fmla="*/ 78750 h 360000"/>
                <a:gd name="connsiteX42" fmla="*/ 33748 w 292334"/>
                <a:gd name="connsiteY42" fmla="*/ 326250 h 360000"/>
                <a:gd name="connsiteX43" fmla="*/ 213748 w 292334"/>
                <a:gd name="connsiteY43" fmla="*/ 326250 h 360000"/>
                <a:gd name="connsiteX44" fmla="*/ 213748 w 292334"/>
                <a:gd name="connsiteY44" fmla="*/ 78750 h 360000"/>
                <a:gd name="connsiteX45" fmla="*/ 191363 w 292334"/>
                <a:gd name="connsiteY45" fmla="*/ 78750 h 360000"/>
                <a:gd name="connsiteX46" fmla="*/ 168275 w 292334"/>
                <a:gd name="connsiteY46" fmla="*/ 78750 h 360000"/>
                <a:gd name="connsiteX47" fmla="*/ 168275 w 292334"/>
                <a:gd name="connsiteY47" fmla="*/ 89882 h 360000"/>
                <a:gd name="connsiteX48" fmla="*/ 78748 w 292334"/>
                <a:gd name="connsiteY48" fmla="*/ 89882 h 360000"/>
                <a:gd name="connsiteX49" fmla="*/ 78748 w 292334"/>
                <a:gd name="connsiteY49" fmla="*/ 78750 h 360000"/>
                <a:gd name="connsiteX50" fmla="*/ 275621 w 292334"/>
                <a:gd name="connsiteY50" fmla="*/ 78552 h 360000"/>
                <a:gd name="connsiteX51" fmla="*/ 292334 w 292334"/>
                <a:gd name="connsiteY51" fmla="*/ 95265 h 360000"/>
                <a:gd name="connsiteX52" fmla="*/ 292334 w 292334"/>
                <a:gd name="connsiteY52" fmla="*/ 311388 h 360000"/>
                <a:gd name="connsiteX53" fmla="*/ 275624 w 292334"/>
                <a:gd name="connsiteY53" fmla="*/ 347635 h 360000"/>
                <a:gd name="connsiteX54" fmla="*/ 258908 w 292334"/>
                <a:gd name="connsiteY54" fmla="*/ 311391 h 360000"/>
                <a:gd name="connsiteX55" fmla="*/ 258908 w 292334"/>
                <a:gd name="connsiteY55" fmla="*/ 95265 h 360000"/>
                <a:gd name="connsiteX56" fmla="*/ 275621 w 292334"/>
                <a:gd name="connsiteY56" fmla="*/ 78552 h 360000"/>
                <a:gd name="connsiteX57" fmla="*/ 0 w 292334"/>
                <a:gd name="connsiteY57" fmla="*/ 45000 h 360000"/>
                <a:gd name="connsiteX58" fmla="*/ 46406 w 292334"/>
                <a:gd name="connsiteY58" fmla="*/ 45000 h 360000"/>
                <a:gd name="connsiteX59" fmla="*/ 46406 w 292334"/>
                <a:gd name="connsiteY59" fmla="*/ 56250 h 360000"/>
                <a:gd name="connsiteX60" fmla="*/ 11250 w 292334"/>
                <a:gd name="connsiteY60" fmla="*/ 56250 h 360000"/>
                <a:gd name="connsiteX61" fmla="*/ 11250 w 292334"/>
                <a:gd name="connsiteY61" fmla="*/ 348750 h 360000"/>
                <a:gd name="connsiteX62" fmla="*/ 236250 w 292334"/>
                <a:gd name="connsiteY62" fmla="*/ 348750 h 360000"/>
                <a:gd name="connsiteX63" fmla="*/ 236250 w 292334"/>
                <a:gd name="connsiteY63" fmla="*/ 56250 h 360000"/>
                <a:gd name="connsiteX64" fmla="*/ 203901 w 292334"/>
                <a:gd name="connsiteY64" fmla="*/ 56250 h 360000"/>
                <a:gd name="connsiteX65" fmla="*/ 203901 w 292334"/>
                <a:gd name="connsiteY65" fmla="*/ 45000 h 360000"/>
                <a:gd name="connsiteX66" fmla="*/ 247500 w 292334"/>
                <a:gd name="connsiteY66" fmla="*/ 45000 h 360000"/>
                <a:gd name="connsiteX67" fmla="*/ 247500 w 292334"/>
                <a:gd name="connsiteY67" fmla="*/ 360000 h 360000"/>
                <a:gd name="connsiteX68" fmla="*/ 0 w 292334"/>
                <a:gd name="connsiteY68" fmla="*/ 360000 h 360000"/>
                <a:gd name="connsiteX69" fmla="*/ 112498 w 292334"/>
                <a:gd name="connsiteY69" fmla="*/ 22500 h 360000"/>
                <a:gd name="connsiteX70" fmla="*/ 134822 w 292334"/>
                <a:gd name="connsiteY70" fmla="*/ 22500 h 360000"/>
                <a:gd name="connsiteX71" fmla="*/ 134822 w 292334"/>
                <a:gd name="connsiteY71" fmla="*/ 33750 h 360000"/>
                <a:gd name="connsiteX72" fmla="*/ 112498 w 292334"/>
                <a:gd name="connsiteY72" fmla="*/ 33750 h 360000"/>
                <a:gd name="connsiteX73" fmla="*/ 109301 w 292334"/>
                <a:gd name="connsiteY73" fmla="*/ 11250 h 360000"/>
                <a:gd name="connsiteX74" fmla="*/ 101072 w 292334"/>
                <a:gd name="connsiteY74" fmla="*/ 19105 h 360000"/>
                <a:gd name="connsiteX75" fmla="*/ 101072 w 292334"/>
                <a:gd name="connsiteY75" fmla="*/ 45000 h 360000"/>
                <a:gd name="connsiteX76" fmla="*/ 67498 w 292334"/>
                <a:gd name="connsiteY76" fmla="*/ 45000 h 360000"/>
                <a:gd name="connsiteX77" fmla="*/ 67498 w 292334"/>
                <a:gd name="connsiteY77" fmla="*/ 67500 h 360000"/>
                <a:gd name="connsiteX78" fmla="*/ 78748 w 292334"/>
                <a:gd name="connsiteY78" fmla="*/ 67500 h 360000"/>
                <a:gd name="connsiteX79" fmla="*/ 78748 w 292334"/>
                <a:gd name="connsiteY79" fmla="*/ 56250 h 360000"/>
                <a:gd name="connsiteX80" fmla="*/ 89998 w 292334"/>
                <a:gd name="connsiteY80" fmla="*/ 56250 h 360000"/>
                <a:gd name="connsiteX81" fmla="*/ 89998 w 292334"/>
                <a:gd name="connsiteY81" fmla="*/ 78632 h 360000"/>
                <a:gd name="connsiteX82" fmla="*/ 157026 w 292334"/>
                <a:gd name="connsiteY82" fmla="*/ 78632 h 360000"/>
                <a:gd name="connsiteX83" fmla="*/ 157026 w 292334"/>
                <a:gd name="connsiteY83" fmla="*/ 56250 h 360000"/>
                <a:gd name="connsiteX84" fmla="*/ 168276 w 292334"/>
                <a:gd name="connsiteY84" fmla="*/ 56250 h 360000"/>
                <a:gd name="connsiteX85" fmla="*/ 168276 w 292334"/>
                <a:gd name="connsiteY85" fmla="*/ 67500 h 360000"/>
                <a:gd name="connsiteX86" fmla="*/ 180113 w 292334"/>
                <a:gd name="connsiteY86" fmla="*/ 67500 h 360000"/>
                <a:gd name="connsiteX87" fmla="*/ 180113 w 292334"/>
                <a:gd name="connsiteY87" fmla="*/ 45000 h 360000"/>
                <a:gd name="connsiteX88" fmla="*/ 146248 w 292334"/>
                <a:gd name="connsiteY88" fmla="*/ 45000 h 360000"/>
                <a:gd name="connsiteX89" fmla="*/ 146248 w 292334"/>
                <a:gd name="connsiteY89" fmla="*/ 19355 h 360000"/>
                <a:gd name="connsiteX90" fmla="*/ 138266 w 292334"/>
                <a:gd name="connsiteY90" fmla="*/ 11250 h 360000"/>
                <a:gd name="connsiteX91" fmla="*/ 104797 w 292334"/>
                <a:gd name="connsiteY91" fmla="*/ 0 h 360000"/>
                <a:gd name="connsiteX92" fmla="*/ 142980 w 292334"/>
                <a:gd name="connsiteY92" fmla="*/ 0 h 360000"/>
                <a:gd name="connsiteX93" fmla="*/ 157498 w 292334"/>
                <a:gd name="connsiteY93" fmla="*/ 14746 h 360000"/>
                <a:gd name="connsiteX94" fmla="*/ 157498 w 292334"/>
                <a:gd name="connsiteY94" fmla="*/ 33750 h 360000"/>
                <a:gd name="connsiteX95" fmla="*/ 191363 w 292334"/>
                <a:gd name="connsiteY95" fmla="*/ 33750 h 360000"/>
                <a:gd name="connsiteX96" fmla="*/ 191363 w 292334"/>
                <a:gd name="connsiteY96" fmla="*/ 67500 h 360000"/>
                <a:gd name="connsiteX97" fmla="*/ 224998 w 292334"/>
                <a:gd name="connsiteY97" fmla="*/ 67500 h 360000"/>
                <a:gd name="connsiteX98" fmla="*/ 224998 w 292334"/>
                <a:gd name="connsiteY98" fmla="*/ 337500 h 360000"/>
                <a:gd name="connsiteX99" fmla="*/ 22498 w 292334"/>
                <a:gd name="connsiteY99" fmla="*/ 337500 h 360000"/>
                <a:gd name="connsiteX100" fmla="*/ 22498 w 292334"/>
                <a:gd name="connsiteY100" fmla="*/ 67500 h 360000"/>
                <a:gd name="connsiteX101" fmla="*/ 56248 w 292334"/>
                <a:gd name="connsiteY101" fmla="*/ 67500 h 360000"/>
                <a:gd name="connsiteX102" fmla="*/ 56248 w 292334"/>
                <a:gd name="connsiteY102" fmla="*/ 33750 h 360000"/>
                <a:gd name="connsiteX103" fmla="*/ 89822 w 292334"/>
                <a:gd name="connsiteY103" fmla="*/ 33750 h 360000"/>
                <a:gd name="connsiteX104" fmla="*/ 89822 w 292334"/>
                <a:gd name="connsiteY104" fmla="*/ 14293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92334" h="360000">
                  <a:moveTo>
                    <a:pt x="115695" y="242833"/>
                  </a:moveTo>
                  <a:cubicBezTo>
                    <a:pt x="115885" y="243022"/>
                    <a:pt x="119394" y="246530"/>
                    <a:pt x="123663" y="250798"/>
                  </a:cubicBezTo>
                  <a:cubicBezTo>
                    <a:pt x="127932" y="246530"/>
                    <a:pt x="131441" y="243022"/>
                    <a:pt x="131631" y="242833"/>
                  </a:cubicBezTo>
                  <a:lnTo>
                    <a:pt x="139563" y="250809"/>
                  </a:lnTo>
                  <a:cubicBezTo>
                    <a:pt x="139373" y="250998"/>
                    <a:pt x="135876" y="254495"/>
                    <a:pt x="131617" y="258753"/>
                  </a:cubicBezTo>
                  <a:lnTo>
                    <a:pt x="139574" y="266709"/>
                  </a:lnTo>
                  <a:lnTo>
                    <a:pt x="131620" y="274663"/>
                  </a:lnTo>
                  <a:cubicBezTo>
                    <a:pt x="131620" y="274663"/>
                    <a:pt x="128041" y="271084"/>
                    <a:pt x="123663" y="266707"/>
                  </a:cubicBezTo>
                  <a:cubicBezTo>
                    <a:pt x="119286" y="271084"/>
                    <a:pt x="115706" y="274663"/>
                    <a:pt x="115706" y="274663"/>
                  </a:cubicBezTo>
                  <a:lnTo>
                    <a:pt x="107752" y="266709"/>
                  </a:lnTo>
                  <a:lnTo>
                    <a:pt x="115709" y="258753"/>
                  </a:lnTo>
                  <a:cubicBezTo>
                    <a:pt x="111451" y="254495"/>
                    <a:pt x="107953" y="250998"/>
                    <a:pt x="107763" y="250809"/>
                  </a:cubicBezTo>
                  <a:close/>
                  <a:moveTo>
                    <a:pt x="89910" y="225003"/>
                  </a:moveTo>
                  <a:lnTo>
                    <a:pt x="89910" y="292503"/>
                  </a:lnTo>
                  <a:lnTo>
                    <a:pt x="157410" y="292503"/>
                  </a:lnTo>
                  <a:lnTo>
                    <a:pt x="157410" y="225003"/>
                  </a:lnTo>
                  <a:close/>
                  <a:moveTo>
                    <a:pt x="78660" y="213753"/>
                  </a:moveTo>
                  <a:lnTo>
                    <a:pt x="168660" y="213753"/>
                  </a:lnTo>
                  <a:lnTo>
                    <a:pt x="168660" y="303753"/>
                  </a:lnTo>
                  <a:lnTo>
                    <a:pt x="78660" y="303753"/>
                  </a:lnTo>
                  <a:close/>
                  <a:moveTo>
                    <a:pt x="137205" y="141801"/>
                  </a:moveTo>
                  <a:lnTo>
                    <a:pt x="145159" y="149755"/>
                  </a:lnTo>
                  <a:lnTo>
                    <a:pt x="117743" y="177171"/>
                  </a:lnTo>
                  <a:lnTo>
                    <a:pt x="102167" y="161590"/>
                  </a:lnTo>
                  <a:lnTo>
                    <a:pt x="110121" y="153636"/>
                  </a:lnTo>
                  <a:lnTo>
                    <a:pt x="117743" y="161258"/>
                  </a:lnTo>
                  <a:close/>
                  <a:moveTo>
                    <a:pt x="89910" y="123747"/>
                  </a:moveTo>
                  <a:lnTo>
                    <a:pt x="89910" y="191247"/>
                  </a:lnTo>
                  <a:lnTo>
                    <a:pt x="157410" y="191247"/>
                  </a:lnTo>
                  <a:lnTo>
                    <a:pt x="157410" y="123747"/>
                  </a:lnTo>
                  <a:close/>
                  <a:moveTo>
                    <a:pt x="78660" y="112497"/>
                  </a:moveTo>
                  <a:lnTo>
                    <a:pt x="168660" y="112497"/>
                  </a:lnTo>
                  <a:lnTo>
                    <a:pt x="168660" y="202497"/>
                  </a:lnTo>
                  <a:lnTo>
                    <a:pt x="78660" y="202497"/>
                  </a:lnTo>
                  <a:close/>
                  <a:moveTo>
                    <a:pt x="275621" y="89802"/>
                  </a:moveTo>
                  <a:cubicBezTo>
                    <a:pt x="272604" y="89802"/>
                    <a:pt x="270158" y="92248"/>
                    <a:pt x="270158" y="95265"/>
                  </a:cubicBezTo>
                  <a:lnTo>
                    <a:pt x="270158" y="308919"/>
                  </a:lnTo>
                  <a:lnTo>
                    <a:pt x="275624" y="320768"/>
                  </a:lnTo>
                  <a:lnTo>
                    <a:pt x="281084" y="308922"/>
                  </a:lnTo>
                  <a:lnTo>
                    <a:pt x="281084" y="95265"/>
                  </a:lnTo>
                  <a:cubicBezTo>
                    <a:pt x="281084" y="92248"/>
                    <a:pt x="278638" y="89802"/>
                    <a:pt x="275621" y="89802"/>
                  </a:cubicBezTo>
                  <a:close/>
                  <a:moveTo>
                    <a:pt x="33748" y="78750"/>
                  </a:moveTo>
                  <a:lnTo>
                    <a:pt x="33748" y="326250"/>
                  </a:lnTo>
                  <a:lnTo>
                    <a:pt x="213748" y="326250"/>
                  </a:lnTo>
                  <a:lnTo>
                    <a:pt x="213748" y="78750"/>
                  </a:lnTo>
                  <a:lnTo>
                    <a:pt x="191363" y="78750"/>
                  </a:lnTo>
                  <a:lnTo>
                    <a:pt x="168275" y="78750"/>
                  </a:lnTo>
                  <a:lnTo>
                    <a:pt x="168275" y="89882"/>
                  </a:lnTo>
                  <a:lnTo>
                    <a:pt x="78748" y="89882"/>
                  </a:lnTo>
                  <a:lnTo>
                    <a:pt x="78748" y="78750"/>
                  </a:lnTo>
                  <a:close/>
                  <a:moveTo>
                    <a:pt x="275621" y="78552"/>
                  </a:moveTo>
                  <a:cubicBezTo>
                    <a:pt x="284851" y="78552"/>
                    <a:pt x="292334" y="86035"/>
                    <a:pt x="292334" y="95265"/>
                  </a:cubicBezTo>
                  <a:lnTo>
                    <a:pt x="292334" y="311388"/>
                  </a:lnTo>
                  <a:lnTo>
                    <a:pt x="275624" y="347635"/>
                  </a:lnTo>
                  <a:lnTo>
                    <a:pt x="258908" y="311391"/>
                  </a:lnTo>
                  <a:lnTo>
                    <a:pt x="258908" y="95265"/>
                  </a:lnTo>
                  <a:cubicBezTo>
                    <a:pt x="258908" y="86035"/>
                    <a:pt x="266391" y="78552"/>
                    <a:pt x="275621" y="78552"/>
                  </a:cubicBezTo>
                  <a:close/>
                  <a:moveTo>
                    <a:pt x="0" y="45000"/>
                  </a:moveTo>
                  <a:lnTo>
                    <a:pt x="46406" y="45000"/>
                  </a:lnTo>
                  <a:lnTo>
                    <a:pt x="46406" y="56250"/>
                  </a:lnTo>
                  <a:lnTo>
                    <a:pt x="11250" y="56250"/>
                  </a:lnTo>
                  <a:lnTo>
                    <a:pt x="11250" y="348750"/>
                  </a:lnTo>
                  <a:lnTo>
                    <a:pt x="236250" y="348750"/>
                  </a:lnTo>
                  <a:lnTo>
                    <a:pt x="236250" y="56250"/>
                  </a:lnTo>
                  <a:lnTo>
                    <a:pt x="203901" y="56250"/>
                  </a:lnTo>
                  <a:lnTo>
                    <a:pt x="203901" y="45000"/>
                  </a:lnTo>
                  <a:lnTo>
                    <a:pt x="247500" y="45000"/>
                  </a:lnTo>
                  <a:lnTo>
                    <a:pt x="247500" y="360000"/>
                  </a:lnTo>
                  <a:lnTo>
                    <a:pt x="0" y="360000"/>
                  </a:lnTo>
                  <a:close/>
                  <a:moveTo>
                    <a:pt x="112498" y="22500"/>
                  </a:moveTo>
                  <a:lnTo>
                    <a:pt x="134822" y="22500"/>
                  </a:lnTo>
                  <a:lnTo>
                    <a:pt x="134822" y="33750"/>
                  </a:lnTo>
                  <a:lnTo>
                    <a:pt x="112498" y="33750"/>
                  </a:lnTo>
                  <a:close/>
                  <a:moveTo>
                    <a:pt x="109301" y="11250"/>
                  </a:moveTo>
                  <a:lnTo>
                    <a:pt x="101072" y="19105"/>
                  </a:lnTo>
                  <a:lnTo>
                    <a:pt x="101072" y="45000"/>
                  </a:lnTo>
                  <a:lnTo>
                    <a:pt x="67498" y="45000"/>
                  </a:lnTo>
                  <a:lnTo>
                    <a:pt x="67498" y="67500"/>
                  </a:lnTo>
                  <a:lnTo>
                    <a:pt x="78748" y="67500"/>
                  </a:lnTo>
                  <a:lnTo>
                    <a:pt x="78748" y="56250"/>
                  </a:lnTo>
                  <a:lnTo>
                    <a:pt x="89998" y="56250"/>
                  </a:lnTo>
                  <a:lnTo>
                    <a:pt x="89998" y="78632"/>
                  </a:lnTo>
                  <a:lnTo>
                    <a:pt x="157026" y="78632"/>
                  </a:lnTo>
                  <a:lnTo>
                    <a:pt x="157026" y="56250"/>
                  </a:lnTo>
                  <a:lnTo>
                    <a:pt x="168276" y="56250"/>
                  </a:lnTo>
                  <a:lnTo>
                    <a:pt x="168276" y="67500"/>
                  </a:lnTo>
                  <a:lnTo>
                    <a:pt x="180113" y="67500"/>
                  </a:lnTo>
                  <a:lnTo>
                    <a:pt x="180113" y="45000"/>
                  </a:lnTo>
                  <a:lnTo>
                    <a:pt x="146248" y="45000"/>
                  </a:lnTo>
                  <a:lnTo>
                    <a:pt x="146248" y="19355"/>
                  </a:lnTo>
                  <a:lnTo>
                    <a:pt x="138266" y="11250"/>
                  </a:lnTo>
                  <a:close/>
                  <a:moveTo>
                    <a:pt x="104797" y="0"/>
                  </a:moveTo>
                  <a:lnTo>
                    <a:pt x="142980" y="0"/>
                  </a:lnTo>
                  <a:lnTo>
                    <a:pt x="157498" y="14746"/>
                  </a:lnTo>
                  <a:lnTo>
                    <a:pt x="157498" y="33750"/>
                  </a:lnTo>
                  <a:lnTo>
                    <a:pt x="191363" y="33750"/>
                  </a:lnTo>
                  <a:lnTo>
                    <a:pt x="191363" y="67500"/>
                  </a:lnTo>
                  <a:lnTo>
                    <a:pt x="224998" y="67500"/>
                  </a:lnTo>
                  <a:lnTo>
                    <a:pt x="224998" y="337500"/>
                  </a:lnTo>
                  <a:lnTo>
                    <a:pt x="22498" y="337500"/>
                  </a:lnTo>
                  <a:lnTo>
                    <a:pt x="22498" y="67500"/>
                  </a:lnTo>
                  <a:lnTo>
                    <a:pt x="56248" y="67500"/>
                  </a:lnTo>
                  <a:lnTo>
                    <a:pt x="56248" y="33750"/>
                  </a:lnTo>
                  <a:lnTo>
                    <a:pt x="89822" y="33750"/>
                  </a:lnTo>
                  <a:lnTo>
                    <a:pt x="89822" y="14293"/>
                  </a:lnTo>
                  <a:close/>
                </a:path>
              </a:pathLst>
            </a:custGeom>
            <a:solidFill>
              <a:schemeClr val="lt1"/>
            </a:solidFill>
            <a:ln w="5507" cap="flat">
              <a:noFill/>
              <a:prstDash val="solid"/>
              <a:miter/>
            </a:ln>
          </p:spPr>
          <p:txBody>
            <a:bodyPr rtlCol="0" anchor="ctr"/>
            <a:lstStyle/>
            <a:p>
              <a:pPr defTabSz="457200">
                <a:lnSpc>
                  <a:spcPct val="120000"/>
                </a:lnSpc>
              </a:pPr>
              <a:endParaRPr lang="zh-CN" altLang="en-US">
                <a:solidFill>
                  <a:srgbClr val="222222"/>
                </a:solidFill>
                <a:latin typeface="微软雅黑" panose="020B0503020204020204" charset="-122"/>
                <a:ea typeface="微软雅黑" panose="020B0503020204020204" charset="-122"/>
                <a:sym typeface="Arial" panose="020B0604020202020204" pitchFamily="34" charset="0"/>
              </a:endParaRPr>
            </a:p>
          </p:txBody>
        </p:sp>
      </p:grpSp>
      <p:grpSp>
        <p:nvGrpSpPr>
          <p:cNvPr id="10" name="组合 9"/>
          <p:cNvGrpSpPr/>
          <p:nvPr>
            <p:custDataLst>
              <p:tags r:id="rId22"/>
            </p:custDataLst>
          </p:nvPr>
        </p:nvGrpSpPr>
        <p:grpSpPr>
          <a:xfrm>
            <a:off x="2949243" y="6099137"/>
            <a:ext cx="744163" cy="744355"/>
            <a:chOff x="832178" y="1839820"/>
            <a:chExt cx="695056" cy="695236"/>
          </a:xfrm>
        </p:grpSpPr>
        <p:sp>
          <p:nvSpPr>
            <p:cNvPr id="12" name="Shape 1489"/>
            <p:cNvSpPr/>
            <p:nvPr>
              <p:custDataLst>
                <p:tags r:id="rId23"/>
              </p:custDataLst>
            </p:nvPr>
          </p:nvSpPr>
          <p:spPr>
            <a:xfrm>
              <a:off x="832178" y="1839820"/>
              <a:ext cx="695056" cy="695236"/>
            </a:xfrm>
            <a:prstGeom prst="ellipse">
              <a:avLst/>
            </a:prstGeom>
            <a:solidFill>
              <a:schemeClr val="accent1"/>
            </a:solidFill>
            <a:ln w="25400" cap="flat" cmpd="sng">
              <a:solidFill>
                <a:schemeClr val="dk1">
                  <a:alpha val="0"/>
                </a:schemeClr>
              </a:solidFill>
              <a:prstDash val="solid"/>
              <a:miter/>
              <a:headEnd type="none" w="med" len="med"/>
              <a:tailEnd type="none" w="med" len="med"/>
            </a:ln>
            <a:effectLst/>
          </p:spPr>
          <p:txBody>
            <a:bodyPr lIns="0" tIns="0" rIns="0" bIns="0" anchor="t" anchorCtr="0">
              <a:noAutofit/>
            </a:bodyPr>
            <a:p>
              <a:pPr defTabSz="457200">
                <a:lnSpc>
                  <a:spcPct val="120000"/>
                </a:lnSpc>
              </a:pPr>
              <a:endParaRPr dirty="0">
                <a:solidFill>
                  <a:srgbClr val="222222"/>
                </a:solidFill>
                <a:latin typeface="微软雅黑" panose="020B0503020204020204" charset="-122"/>
                <a:ea typeface="微软雅黑" panose="020B0503020204020204" charset="-122"/>
                <a:cs typeface="Roboto"/>
                <a:sym typeface="Arial" panose="020B0604020202020204" pitchFamily="34" charset="0"/>
              </a:endParaRPr>
            </a:p>
          </p:txBody>
        </p:sp>
        <p:sp>
          <p:nvSpPr>
            <p:cNvPr id="13" name="任意形状 194"/>
            <p:cNvSpPr/>
            <p:nvPr>
              <p:custDataLst>
                <p:tags r:id="rId24"/>
              </p:custDataLst>
            </p:nvPr>
          </p:nvSpPr>
          <p:spPr>
            <a:xfrm>
              <a:off x="1052019" y="2007438"/>
              <a:ext cx="255937" cy="360000"/>
            </a:xfrm>
            <a:custGeom>
              <a:avLst/>
              <a:gdLst>
                <a:gd name="connsiteX0" fmla="*/ 220500 w 255937"/>
                <a:gd name="connsiteY0" fmla="*/ 226688 h 360000"/>
                <a:gd name="connsiteX1" fmla="*/ 232312 w 255937"/>
                <a:gd name="connsiteY1" fmla="*/ 226688 h 360000"/>
                <a:gd name="connsiteX2" fmla="*/ 232312 w 255937"/>
                <a:gd name="connsiteY2" fmla="*/ 238500 h 360000"/>
                <a:gd name="connsiteX3" fmla="*/ 220500 w 255937"/>
                <a:gd name="connsiteY3" fmla="*/ 238500 h 360000"/>
                <a:gd name="connsiteX4" fmla="*/ 162562 w 255937"/>
                <a:gd name="connsiteY4" fmla="*/ 226688 h 360000"/>
                <a:gd name="connsiteX5" fmla="*/ 209250 w 255937"/>
                <a:gd name="connsiteY5" fmla="*/ 226688 h 360000"/>
                <a:gd name="connsiteX6" fmla="*/ 209250 w 255937"/>
                <a:gd name="connsiteY6" fmla="*/ 238500 h 360000"/>
                <a:gd name="connsiteX7" fmla="*/ 162562 w 255937"/>
                <a:gd name="connsiteY7" fmla="*/ 238500 h 360000"/>
                <a:gd name="connsiteX8" fmla="*/ 81000 w 255937"/>
                <a:gd name="connsiteY8" fmla="*/ 226688 h 360000"/>
                <a:gd name="connsiteX9" fmla="*/ 92813 w 255937"/>
                <a:gd name="connsiteY9" fmla="*/ 226688 h 360000"/>
                <a:gd name="connsiteX10" fmla="*/ 92813 w 255937"/>
                <a:gd name="connsiteY10" fmla="*/ 238500 h 360000"/>
                <a:gd name="connsiteX11" fmla="*/ 81000 w 255937"/>
                <a:gd name="connsiteY11" fmla="*/ 238500 h 360000"/>
                <a:gd name="connsiteX12" fmla="*/ 23062 w 255937"/>
                <a:gd name="connsiteY12" fmla="*/ 226688 h 360000"/>
                <a:gd name="connsiteX13" fmla="*/ 69749 w 255937"/>
                <a:gd name="connsiteY13" fmla="*/ 226688 h 360000"/>
                <a:gd name="connsiteX14" fmla="*/ 69749 w 255937"/>
                <a:gd name="connsiteY14" fmla="*/ 238500 h 360000"/>
                <a:gd name="connsiteX15" fmla="*/ 23062 w 255937"/>
                <a:gd name="connsiteY15" fmla="*/ 238500 h 360000"/>
                <a:gd name="connsiteX16" fmla="*/ 197437 w 255937"/>
                <a:gd name="connsiteY16" fmla="*/ 156938 h 360000"/>
                <a:gd name="connsiteX17" fmla="*/ 174374 w 255937"/>
                <a:gd name="connsiteY17" fmla="*/ 180000 h 360000"/>
                <a:gd name="connsiteX18" fmla="*/ 197437 w 255937"/>
                <a:gd name="connsiteY18" fmla="*/ 203062 h 360000"/>
                <a:gd name="connsiteX19" fmla="*/ 220499 w 255937"/>
                <a:gd name="connsiteY19" fmla="*/ 180000 h 360000"/>
                <a:gd name="connsiteX20" fmla="*/ 197437 w 255937"/>
                <a:gd name="connsiteY20" fmla="*/ 156938 h 360000"/>
                <a:gd name="connsiteX21" fmla="*/ 57937 w 255937"/>
                <a:gd name="connsiteY21" fmla="*/ 156938 h 360000"/>
                <a:gd name="connsiteX22" fmla="*/ 34875 w 255937"/>
                <a:gd name="connsiteY22" fmla="*/ 180000 h 360000"/>
                <a:gd name="connsiteX23" fmla="*/ 57937 w 255937"/>
                <a:gd name="connsiteY23" fmla="*/ 203062 h 360000"/>
                <a:gd name="connsiteX24" fmla="*/ 81000 w 255937"/>
                <a:gd name="connsiteY24" fmla="*/ 180000 h 360000"/>
                <a:gd name="connsiteX25" fmla="*/ 57937 w 255937"/>
                <a:gd name="connsiteY25" fmla="*/ 156938 h 360000"/>
                <a:gd name="connsiteX26" fmla="*/ 197437 w 255937"/>
                <a:gd name="connsiteY26" fmla="*/ 145125 h 360000"/>
                <a:gd name="connsiteX27" fmla="*/ 232312 w 255937"/>
                <a:gd name="connsiteY27" fmla="*/ 180000 h 360000"/>
                <a:gd name="connsiteX28" fmla="*/ 197437 w 255937"/>
                <a:gd name="connsiteY28" fmla="*/ 214875 h 360000"/>
                <a:gd name="connsiteX29" fmla="*/ 162562 w 255937"/>
                <a:gd name="connsiteY29" fmla="*/ 180000 h 360000"/>
                <a:gd name="connsiteX30" fmla="*/ 197437 w 255937"/>
                <a:gd name="connsiteY30" fmla="*/ 145125 h 360000"/>
                <a:gd name="connsiteX31" fmla="*/ 57937 w 255937"/>
                <a:gd name="connsiteY31" fmla="*/ 145125 h 360000"/>
                <a:gd name="connsiteX32" fmla="*/ 92812 w 255937"/>
                <a:gd name="connsiteY32" fmla="*/ 180000 h 360000"/>
                <a:gd name="connsiteX33" fmla="*/ 57937 w 255937"/>
                <a:gd name="connsiteY33" fmla="*/ 214875 h 360000"/>
                <a:gd name="connsiteX34" fmla="*/ 23062 w 255937"/>
                <a:gd name="connsiteY34" fmla="*/ 180000 h 360000"/>
                <a:gd name="connsiteX35" fmla="*/ 57937 w 255937"/>
                <a:gd name="connsiteY35" fmla="*/ 145125 h 360000"/>
                <a:gd name="connsiteX36" fmla="*/ 151312 w 255937"/>
                <a:gd name="connsiteY36" fmla="*/ 116438 h 360000"/>
                <a:gd name="connsiteX37" fmla="*/ 151312 w 255937"/>
                <a:gd name="connsiteY37" fmla="*/ 278438 h 360000"/>
                <a:gd name="connsiteX38" fmla="*/ 161999 w 255937"/>
                <a:gd name="connsiteY38" fmla="*/ 348188 h 360000"/>
                <a:gd name="connsiteX39" fmla="*/ 233437 w 255937"/>
                <a:gd name="connsiteY39" fmla="*/ 348188 h 360000"/>
                <a:gd name="connsiteX40" fmla="*/ 244124 w 255937"/>
                <a:gd name="connsiteY40" fmla="*/ 277875 h 360000"/>
                <a:gd name="connsiteX41" fmla="*/ 244124 w 255937"/>
                <a:gd name="connsiteY41" fmla="*/ 116438 h 360000"/>
                <a:gd name="connsiteX42" fmla="*/ 11812 w 255937"/>
                <a:gd name="connsiteY42" fmla="*/ 116438 h 360000"/>
                <a:gd name="connsiteX43" fmla="*/ 11812 w 255937"/>
                <a:gd name="connsiteY43" fmla="*/ 277875 h 360000"/>
                <a:gd name="connsiteX44" fmla="*/ 22500 w 255937"/>
                <a:gd name="connsiteY44" fmla="*/ 348188 h 360000"/>
                <a:gd name="connsiteX45" fmla="*/ 93938 w 255937"/>
                <a:gd name="connsiteY45" fmla="*/ 348188 h 360000"/>
                <a:gd name="connsiteX46" fmla="*/ 104625 w 255937"/>
                <a:gd name="connsiteY46" fmla="*/ 277875 h 360000"/>
                <a:gd name="connsiteX47" fmla="*/ 104625 w 255937"/>
                <a:gd name="connsiteY47" fmla="*/ 116438 h 360000"/>
                <a:gd name="connsiteX48" fmla="*/ 185625 w 255937"/>
                <a:gd name="connsiteY48" fmla="*/ 52313 h 360000"/>
                <a:gd name="connsiteX49" fmla="*/ 197437 w 255937"/>
                <a:gd name="connsiteY49" fmla="*/ 52313 h 360000"/>
                <a:gd name="connsiteX50" fmla="*/ 197437 w 255937"/>
                <a:gd name="connsiteY50" fmla="*/ 64126 h 360000"/>
                <a:gd name="connsiteX51" fmla="*/ 185625 w 255937"/>
                <a:gd name="connsiteY51" fmla="*/ 64126 h 360000"/>
                <a:gd name="connsiteX52" fmla="*/ 47281 w 255937"/>
                <a:gd name="connsiteY52" fmla="*/ 52313 h 360000"/>
                <a:gd name="connsiteX53" fmla="*/ 41555 w 255937"/>
                <a:gd name="connsiteY53" fmla="*/ 76641 h 360000"/>
                <a:gd name="connsiteX54" fmla="*/ 18703 w 255937"/>
                <a:gd name="connsiteY54" fmla="*/ 104625 h 360000"/>
                <a:gd name="connsiteX55" fmla="*/ 97694 w 255937"/>
                <a:gd name="connsiteY55" fmla="*/ 104625 h 360000"/>
                <a:gd name="connsiteX56" fmla="*/ 74883 w 255937"/>
                <a:gd name="connsiteY56" fmla="*/ 76852 h 360000"/>
                <a:gd name="connsiteX57" fmla="*/ 69133 w 255937"/>
                <a:gd name="connsiteY57" fmla="*/ 52313 h 360000"/>
                <a:gd name="connsiteX58" fmla="*/ 162562 w 255937"/>
                <a:gd name="connsiteY58" fmla="*/ 42535 h 360000"/>
                <a:gd name="connsiteX59" fmla="*/ 152332 w 255937"/>
                <a:gd name="connsiteY59" fmla="*/ 104625 h 360000"/>
                <a:gd name="connsiteX60" fmla="*/ 243069 w 255937"/>
                <a:gd name="connsiteY60" fmla="*/ 104625 h 360000"/>
                <a:gd name="connsiteX61" fmla="*/ 232875 w 255937"/>
                <a:gd name="connsiteY61" fmla="*/ 44818 h 360000"/>
                <a:gd name="connsiteX62" fmla="*/ 232875 w 255937"/>
                <a:gd name="connsiteY62" fmla="*/ 46688 h 360000"/>
                <a:gd name="connsiteX63" fmla="*/ 191812 w 255937"/>
                <a:gd name="connsiteY63" fmla="*/ 87188 h 360000"/>
                <a:gd name="connsiteX64" fmla="*/ 162562 w 255937"/>
                <a:gd name="connsiteY64" fmla="*/ 87188 h 360000"/>
                <a:gd name="connsiteX65" fmla="*/ 174374 w 255937"/>
                <a:gd name="connsiteY65" fmla="*/ 11812 h 360000"/>
                <a:gd name="connsiteX66" fmla="*/ 174374 w 255937"/>
                <a:gd name="connsiteY66" fmla="*/ 75375 h 360000"/>
                <a:gd name="connsiteX67" fmla="*/ 191812 w 255937"/>
                <a:gd name="connsiteY67" fmla="*/ 75375 h 360000"/>
                <a:gd name="connsiteX68" fmla="*/ 221062 w 255937"/>
                <a:gd name="connsiteY68" fmla="*/ 46125 h 360000"/>
                <a:gd name="connsiteX69" fmla="*/ 221062 w 255937"/>
                <a:gd name="connsiteY69" fmla="*/ 11812 h 360000"/>
                <a:gd name="connsiteX70" fmla="*/ 197437 w 255937"/>
                <a:gd name="connsiteY70" fmla="*/ 11812 h 360000"/>
                <a:gd name="connsiteX71" fmla="*/ 197437 w 255937"/>
                <a:gd name="connsiteY71" fmla="*/ 40500 h 360000"/>
                <a:gd name="connsiteX72" fmla="*/ 185625 w 255937"/>
                <a:gd name="connsiteY72" fmla="*/ 40500 h 360000"/>
                <a:gd name="connsiteX73" fmla="*/ 185625 w 255937"/>
                <a:gd name="connsiteY73" fmla="*/ 11812 h 360000"/>
                <a:gd name="connsiteX74" fmla="*/ 52313 w 255937"/>
                <a:gd name="connsiteY74" fmla="*/ 11250 h 360000"/>
                <a:gd name="connsiteX75" fmla="*/ 52313 w 255937"/>
                <a:gd name="connsiteY75" fmla="*/ 30938 h 360000"/>
                <a:gd name="connsiteX76" fmla="*/ 50062 w 255937"/>
                <a:gd name="connsiteY76" fmla="*/ 40500 h 360000"/>
                <a:gd name="connsiteX77" fmla="*/ 66365 w 255937"/>
                <a:gd name="connsiteY77" fmla="*/ 40500 h 360000"/>
                <a:gd name="connsiteX78" fmla="*/ 64125 w 255937"/>
                <a:gd name="connsiteY78" fmla="*/ 30938 h 360000"/>
                <a:gd name="connsiteX79" fmla="*/ 64125 w 255937"/>
                <a:gd name="connsiteY79" fmla="*/ 19688 h 360000"/>
                <a:gd name="connsiteX80" fmla="*/ 55688 w 255937"/>
                <a:gd name="connsiteY80" fmla="*/ 11250 h 360000"/>
                <a:gd name="connsiteX81" fmla="*/ 157499 w 255937"/>
                <a:gd name="connsiteY81" fmla="*/ 0 h 360000"/>
                <a:gd name="connsiteX82" fmla="*/ 237374 w 255937"/>
                <a:gd name="connsiteY82" fmla="*/ 0 h 360000"/>
                <a:gd name="connsiteX83" fmla="*/ 255937 w 255937"/>
                <a:gd name="connsiteY83" fmla="*/ 110250 h 360000"/>
                <a:gd name="connsiteX84" fmla="*/ 255937 w 255937"/>
                <a:gd name="connsiteY84" fmla="*/ 279563 h 360000"/>
                <a:gd name="connsiteX85" fmla="*/ 242999 w 255937"/>
                <a:gd name="connsiteY85" fmla="*/ 360000 h 360000"/>
                <a:gd name="connsiteX86" fmla="*/ 151874 w 255937"/>
                <a:gd name="connsiteY86" fmla="*/ 360000 h 360000"/>
                <a:gd name="connsiteX87" fmla="*/ 139499 w 255937"/>
                <a:gd name="connsiteY87" fmla="*/ 278438 h 360000"/>
                <a:gd name="connsiteX88" fmla="*/ 139499 w 255937"/>
                <a:gd name="connsiteY88" fmla="*/ 109125 h 360000"/>
                <a:gd name="connsiteX89" fmla="*/ 40500 w 255937"/>
                <a:gd name="connsiteY89" fmla="*/ 0 h 360000"/>
                <a:gd name="connsiteX90" fmla="*/ 60188 w 255937"/>
                <a:gd name="connsiteY90" fmla="*/ 0 h 360000"/>
                <a:gd name="connsiteX91" fmla="*/ 75375 w 255937"/>
                <a:gd name="connsiteY91" fmla="*/ 15188 h 360000"/>
                <a:gd name="connsiteX92" fmla="*/ 75375 w 255937"/>
                <a:gd name="connsiteY92" fmla="*/ 31500 h 360000"/>
                <a:gd name="connsiteX93" fmla="*/ 113625 w 255937"/>
                <a:gd name="connsiteY93" fmla="*/ 105750 h 360000"/>
                <a:gd name="connsiteX94" fmla="*/ 115875 w 255937"/>
                <a:gd name="connsiteY94" fmla="*/ 107438 h 360000"/>
                <a:gd name="connsiteX95" fmla="*/ 115875 w 255937"/>
                <a:gd name="connsiteY95" fmla="*/ 279563 h 360000"/>
                <a:gd name="connsiteX96" fmla="*/ 103500 w 255937"/>
                <a:gd name="connsiteY96" fmla="*/ 360000 h 360000"/>
                <a:gd name="connsiteX97" fmla="*/ 12375 w 255937"/>
                <a:gd name="connsiteY97" fmla="*/ 360000 h 360000"/>
                <a:gd name="connsiteX98" fmla="*/ 0 w 255937"/>
                <a:gd name="connsiteY98" fmla="*/ 278438 h 360000"/>
                <a:gd name="connsiteX99" fmla="*/ 0 w 255937"/>
                <a:gd name="connsiteY99" fmla="*/ 107438 h 360000"/>
                <a:gd name="connsiteX100" fmla="*/ 2250 w 255937"/>
                <a:gd name="connsiteY100" fmla="*/ 105750 h 360000"/>
                <a:gd name="connsiteX101" fmla="*/ 40500 w 255937"/>
                <a:gd name="connsiteY101" fmla="*/ 315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55937" h="360000">
                  <a:moveTo>
                    <a:pt x="220500" y="226688"/>
                  </a:moveTo>
                  <a:lnTo>
                    <a:pt x="232312" y="226688"/>
                  </a:lnTo>
                  <a:lnTo>
                    <a:pt x="232312" y="238500"/>
                  </a:lnTo>
                  <a:lnTo>
                    <a:pt x="220500" y="238500"/>
                  </a:lnTo>
                  <a:close/>
                  <a:moveTo>
                    <a:pt x="162562" y="226688"/>
                  </a:moveTo>
                  <a:lnTo>
                    <a:pt x="209250" y="226688"/>
                  </a:lnTo>
                  <a:lnTo>
                    <a:pt x="209250" y="238500"/>
                  </a:lnTo>
                  <a:lnTo>
                    <a:pt x="162562" y="238500"/>
                  </a:lnTo>
                  <a:close/>
                  <a:moveTo>
                    <a:pt x="81000" y="226688"/>
                  </a:moveTo>
                  <a:lnTo>
                    <a:pt x="92813" y="226688"/>
                  </a:lnTo>
                  <a:lnTo>
                    <a:pt x="92813" y="238500"/>
                  </a:lnTo>
                  <a:lnTo>
                    <a:pt x="81000" y="238500"/>
                  </a:lnTo>
                  <a:close/>
                  <a:moveTo>
                    <a:pt x="23062" y="226688"/>
                  </a:moveTo>
                  <a:lnTo>
                    <a:pt x="69749" y="226688"/>
                  </a:lnTo>
                  <a:lnTo>
                    <a:pt x="69749" y="238500"/>
                  </a:lnTo>
                  <a:lnTo>
                    <a:pt x="23062" y="238500"/>
                  </a:lnTo>
                  <a:close/>
                  <a:moveTo>
                    <a:pt x="197437" y="156938"/>
                  </a:moveTo>
                  <a:cubicBezTo>
                    <a:pt x="184499" y="156938"/>
                    <a:pt x="174374" y="167063"/>
                    <a:pt x="174374" y="180000"/>
                  </a:cubicBezTo>
                  <a:cubicBezTo>
                    <a:pt x="174374" y="192938"/>
                    <a:pt x="184499" y="203062"/>
                    <a:pt x="197437" y="203062"/>
                  </a:cubicBezTo>
                  <a:cubicBezTo>
                    <a:pt x="210375" y="203062"/>
                    <a:pt x="220499" y="192938"/>
                    <a:pt x="220499" y="180000"/>
                  </a:cubicBezTo>
                  <a:cubicBezTo>
                    <a:pt x="220499" y="167063"/>
                    <a:pt x="210375" y="156938"/>
                    <a:pt x="197437" y="156938"/>
                  </a:cubicBezTo>
                  <a:close/>
                  <a:moveTo>
                    <a:pt x="57937" y="156938"/>
                  </a:moveTo>
                  <a:cubicBezTo>
                    <a:pt x="44999" y="156938"/>
                    <a:pt x="34875" y="167063"/>
                    <a:pt x="34875" y="180000"/>
                  </a:cubicBezTo>
                  <a:cubicBezTo>
                    <a:pt x="34875" y="192938"/>
                    <a:pt x="44999" y="203062"/>
                    <a:pt x="57937" y="203062"/>
                  </a:cubicBezTo>
                  <a:cubicBezTo>
                    <a:pt x="70875" y="203062"/>
                    <a:pt x="81000" y="192938"/>
                    <a:pt x="81000" y="180000"/>
                  </a:cubicBezTo>
                  <a:cubicBezTo>
                    <a:pt x="81000" y="167063"/>
                    <a:pt x="70875" y="156938"/>
                    <a:pt x="57937" y="156938"/>
                  </a:cubicBezTo>
                  <a:close/>
                  <a:moveTo>
                    <a:pt x="197437" y="145125"/>
                  </a:moveTo>
                  <a:cubicBezTo>
                    <a:pt x="216562" y="145125"/>
                    <a:pt x="232312" y="160875"/>
                    <a:pt x="232312" y="180000"/>
                  </a:cubicBezTo>
                  <a:cubicBezTo>
                    <a:pt x="232312" y="199125"/>
                    <a:pt x="216562" y="214875"/>
                    <a:pt x="197437" y="214875"/>
                  </a:cubicBezTo>
                  <a:cubicBezTo>
                    <a:pt x="178312" y="214875"/>
                    <a:pt x="162562" y="199125"/>
                    <a:pt x="162562" y="180000"/>
                  </a:cubicBezTo>
                  <a:cubicBezTo>
                    <a:pt x="162562" y="160875"/>
                    <a:pt x="178312" y="145125"/>
                    <a:pt x="197437" y="145125"/>
                  </a:cubicBezTo>
                  <a:close/>
                  <a:moveTo>
                    <a:pt x="57937" y="145125"/>
                  </a:moveTo>
                  <a:cubicBezTo>
                    <a:pt x="77062" y="145125"/>
                    <a:pt x="92812" y="160875"/>
                    <a:pt x="92812" y="180000"/>
                  </a:cubicBezTo>
                  <a:cubicBezTo>
                    <a:pt x="92812" y="199125"/>
                    <a:pt x="77062" y="214875"/>
                    <a:pt x="57937" y="214875"/>
                  </a:cubicBezTo>
                  <a:cubicBezTo>
                    <a:pt x="38812" y="214875"/>
                    <a:pt x="23062" y="199125"/>
                    <a:pt x="23062" y="180000"/>
                  </a:cubicBezTo>
                  <a:cubicBezTo>
                    <a:pt x="23062" y="160875"/>
                    <a:pt x="38812" y="145125"/>
                    <a:pt x="57937" y="145125"/>
                  </a:cubicBezTo>
                  <a:close/>
                  <a:moveTo>
                    <a:pt x="151312" y="116438"/>
                  </a:moveTo>
                  <a:lnTo>
                    <a:pt x="151312" y="278438"/>
                  </a:lnTo>
                  <a:lnTo>
                    <a:pt x="161999" y="348188"/>
                  </a:lnTo>
                  <a:lnTo>
                    <a:pt x="233437" y="348188"/>
                  </a:lnTo>
                  <a:lnTo>
                    <a:pt x="244124" y="277875"/>
                  </a:lnTo>
                  <a:lnTo>
                    <a:pt x="244124" y="116438"/>
                  </a:lnTo>
                  <a:close/>
                  <a:moveTo>
                    <a:pt x="11812" y="116438"/>
                  </a:moveTo>
                  <a:lnTo>
                    <a:pt x="11812" y="277875"/>
                  </a:lnTo>
                  <a:lnTo>
                    <a:pt x="22500" y="348188"/>
                  </a:lnTo>
                  <a:lnTo>
                    <a:pt x="93938" y="348188"/>
                  </a:lnTo>
                  <a:lnTo>
                    <a:pt x="104625" y="277875"/>
                  </a:lnTo>
                  <a:lnTo>
                    <a:pt x="104625" y="116438"/>
                  </a:lnTo>
                  <a:close/>
                  <a:moveTo>
                    <a:pt x="185625" y="52313"/>
                  </a:moveTo>
                  <a:lnTo>
                    <a:pt x="197437" y="52313"/>
                  </a:lnTo>
                  <a:lnTo>
                    <a:pt x="197437" y="64126"/>
                  </a:lnTo>
                  <a:lnTo>
                    <a:pt x="185625" y="64126"/>
                  </a:lnTo>
                  <a:close/>
                  <a:moveTo>
                    <a:pt x="47281" y="52313"/>
                  </a:moveTo>
                  <a:lnTo>
                    <a:pt x="41555" y="76641"/>
                  </a:lnTo>
                  <a:lnTo>
                    <a:pt x="18703" y="104625"/>
                  </a:lnTo>
                  <a:lnTo>
                    <a:pt x="97694" y="104625"/>
                  </a:lnTo>
                  <a:lnTo>
                    <a:pt x="74883" y="76852"/>
                  </a:lnTo>
                  <a:lnTo>
                    <a:pt x="69133" y="52313"/>
                  </a:lnTo>
                  <a:close/>
                  <a:moveTo>
                    <a:pt x="162562" y="42535"/>
                  </a:moveTo>
                  <a:lnTo>
                    <a:pt x="152332" y="104625"/>
                  </a:lnTo>
                  <a:lnTo>
                    <a:pt x="243069" y="104625"/>
                  </a:lnTo>
                  <a:lnTo>
                    <a:pt x="232875" y="44818"/>
                  </a:lnTo>
                  <a:lnTo>
                    <a:pt x="232875" y="46688"/>
                  </a:lnTo>
                  <a:cubicBezTo>
                    <a:pt x="232312" y="69188"/>
                    <a:pt x="214312" y="87188"/>
                    <a:pt x="191812" y="87188"/>
                  </a:cubicBezTo>
                  <a:lnTo>
                    <a:pt x="162562" y="87188"/>
                  </a:lnTo>
                  <a:close/>
                  <a:moveTo>
                    <a:pt x="174374" y="11812"/>
                  </a:moveTo>
                  <a:lnTo>
                    <a:pt x="174374" y="75375"/>
                  </a:lnTo>
                  <a:lnTo>
                    <a:pt x="191812" y="75375"/>
                  </a:lnTo>
                  <a:cubicBezTo>
                    <a:pt x="207562" y="75375"/>
                    <a:pt x="221062" y="62438"/>
                    <a:pt x="221062" y="46125"/>
                  </a:cubicBezTo>
                  <a:lnTo>
                    <a:pt x="221062" y="11812"/>
                  </a:lnTo>
                  <a:lnTo>
                    <a:pt x="197437" y="11812"/>
                  </a:lnTo>
                  <a:lnTo>
                    <a:pt x="197437" y="40500"/>
                  </a:lnTo>
                  <a:lnTo>
                    <a:pt x="185625" y="40500"/>
                  </a:lnTo>
                  <a:lnTo>
                    <a:pt x="185625" y="11812"/>
                  </a:lnTo>
                  <a:close/>
                  <a:moveTo>
                    <a:pt x="52313" y="11250"/>
                  </a:moveTo>
                  <a:lnTo>
                    <a:pt x="52313" y="30938"/>
                  </a:lnTo>
                  <a:lnTo>
                    <a:pt x="50062" y="40500"/>
                  </a:lnTo>
                  <a:lnTo>
                    <a:pt x="66365" y="40500"/>
                  </a:lnTo>
                  <a:lnTo>
                    <a:pt x="64125" y="30938"/>
                  </a:lnTo>
                  <a:lnTo>
                    <a:pt x="64125" y="19688"/>
                  </a:lnTo>
                  <a:lnTo>
                    <a:pt x="55688" y="11250"/>
                  </a:lnTo>
                  <a:close/>
                  <a:moveTo>
                    <a:pt x="157499" y="0"/>
                  </a:moveTo>
                  <a:lnTo>
                    <a:pt x="237374" y="0"/>
                  </a:lnTo>
                  <a:lnTo>
                    <a:pt x="255937" y="110250"/>
                  </a:lnTo>
                  <a:lnTo>
                    <a:pt x="255937" y="279563"/>
                  </a:lnTo>
                  <a:lnTo>
                    <a:pt x="242999" y="360000"/>
                  </a:lnTo>
                  <a:lnTo>
                    <a:pt x="151874" y="360000"/>
                  </a:lnTo>
                  <a:lnTo>
                    <a:pt x="139499" y="278438"/>
                  </a:lnTo>
                  <a:lnTo>
                    <a:pt x="139499" y="109125"/>
                  </a:lnTo>
                  <a:close/>
                  <a:moveTo>
                    <a:pt x="40500" y="0"/>
                  </a:moveTo>
                  <a:lnTo>
                    <a:pt x="60188" y="0"/>
                  </a:lnTo>
                  <a:lnTo>
                    <a:pt x="75375" y="15188"/>
                  </a:lnTo>
                  <a:lnTo>
                    <a:pt x="75375" y="31500"/>
                  </a:lnTo>
                  <a:cubicBezTo>
                    <a:pt x="75375" y="60750"/>
                    <a:pt x="89438" y="88875"/>
                    <a:pt x="113625" y="105750"/>
                  </a:cubicBezTo>
                  <a:lnTo>
                    <a:pt x="115875" y="107438"/>
                  </a:lnTo>
                  <a:lnTo>
                    <a:pt x="115875" y="279563"/>
                  </a:lnTo>
                  <a:lnTo>
                    <a:pt x="103500" y="360000"/>
                  </a:lnTo>
                  <a:lnTo>
                    <a:pt x="12375" y="360000"/>
                  </a:lnTo>
                  <a:lnTo>
                    <a:pt x="0" y="278438"/>
                  </a:lnTo>
                  <a:lnTo>
                    <a:pt x="0" y="107438"/>
                  </a:lnTo>
                  <a:lnTo>
                    <a:pt x="2250" y="105750"/>
                  </a:lnTo>
                  <a:cubicBezTo>
                    <a:pt x="26437" y="88875"/>
                    <a:pt x="40500" y="60750"/>
                    <a:pt x="40500" y="31500"/>
                  </a:cubicBezTo>
                  <a:close/>
                </a:path>
              </a:pathLst>
            </a:custGeom>
            <a:solidFill>
              <a:schemeClr val="lt1"/>
            </a:solidFill>
            <a:ln w="5507" cap="flat">
              <a:noFill/>
              <a:prstDash val="solid"/>
              <a:miter/>
            </a:ln>
          </p:spPr>
          <p:txBody>
            <a:bodyPr rtlCol="0" anchor="ctr"/>
            <a:p>
              <a:pPr defTabSz="457200">
                <a:lnSpc>
                  <a:spcPct val="120000"/>
                </a:lnSpc>
              </a:pPr>
              <a:endParaRPr lang="zh-CN" altLang="en-US">
                <a:solidFill>
                  <a:srgbClr val="222222"/>
                </a:solidFill>
                <a:latin typeface="微软雅黑" panose="020B0503020204020204" charset="-122"/>
                <a:ea typeface="微软雅黑" panose="020B0503020204020204" charset="-122"/>
                <a:sym typeface="Arial" panose="020B0604020202020204" pitchFamily="34" charset="0"/>
              </a:endParaRPr>
            </a:p>
          </p:txBody>
        </p:sp>
      </p:grpSp>
      <p:sp>
        <p:nvSpPr>
          <p:cNvPr id="14" name="文本框 13"/>
          <p:cNvSpPr txBox="1"/>
          <p:nvPr>
            <p:custDataLst>
              <p:tags r:id="rId25"/>
            </p:custDataLst>
          </p:nvPr>
        </p:nvSpPr>
        <p:spPr>
          <a:xfrm>
            <a:off x="3896442" y="5992475"/>
            <a:ext cx="5372632" cy="851182"/>
          </a:xfrm>
          <a:prstGeom prst="rect">
            <a:avLst/>
          </a:prstGeom>
          <a:noFill/>
        </p:spPr>
        <p:txBody>
          <a:bodyPr wrap="square" rtlCol="0">
            <a:normAutofit lnSpcReduction="10000"/>
          </a:bodyPr>
          <a:lstStyle>
            <a:defPPr>
              <a:defRPr lang="en-US"/>
            </a:defPPr>
            <a:lvl1pPr>
              <a:lnSpc>
                <a:spcPct val="120000"/>
              </a:lnSpc>
              <a:defRPr kumimoji="1" sz="1400">
                <a:solidFill>
                  <a:schemeClr val="tx1">
                    <a:lumMod val="75000"/>
                    <a:lumOff val="25000"/>
                  </a:schemeClr>
                </a:solidFill>
                <a:latin typeface="+mn-ea"/>
              </a:defRPr>
            </a:lvl1pPr>
          </a:lstStyle>
          <a:p>
            <a:pPr lvl="0" algn="l">
              <a:buClrTx/>
              <a:buSzTx/>
              <a:buFontTx/>
            </a:pPr>
            <a:r>
              <a:rPr lang="zh-CN" altLang="en-US" spc="150">
                <a:solidFill>
                  <a:schemeClr val="dk1">
                    <a:lumMod val="75000"/>
                    <a:lumOff val="25000"/>
                  </a:schemeClr>
                </a:solidFill>
                <a:latin typeface="Times New Roman" panose="02020603050405020304" charset="0"/>
                <a:ea typeface="微软雅黑" panose="020B0503020204020204" charset="-122"/>
                <a:cs typeface="Times New Roman" panose="02020603050405020304" charset="0"/>
                <a:sym typeface="Arial" panose="020B0604020202020204" pitchFamily="34" charset="0"/>
              </a:rPr>
              <a:t>第五步，连接成功之后，用户将获得应用程序角色权限，并失去原有的权限。这种变换后的权限状态在本次连接期间一直有效。</a:t>
            </a:r>
            <a:endParaRPr lang="zh-CN" altLang="en-US" spc="150">
              <a:solidFill>
                <a:schemeClr val="dk1">
                  <a:lumMod val="75000"/>
                  <a:lumOff val="25000"/>
                </a:schemeClr>
              </a:solidFill>
              <a:latin typeface="Times New Roman" panose="02020603050405020304" charset="0"/>
              <a:ea typeface="微软雅黑" panose="020B0503020204020204" charset="-122"/>
              <a:cs typeface="Times New Roman" panose="02020603050405020304" charset="0"/>
              <a:sym typeface="Arial" panose="020B0604020202020204" pitchFamily="34" charset="0"/>
            </a:endParaRPr>
          </a:p>
        </p:txBody>
      </p:sp>
      <p:sp>
        <p:nvSpPr>
          <p:cNvPr id="15" name="文本框 14"/>
          <p:cNvSpPr txBox="1"/>
          <p:nvPr/>
        </p:nvSpPr>
        <p:spPr>
          <a:xfrm>
            <a:off x="458470" y="1159510"/>
            <a:ext cx="11276965" cy="829945"/>
          </a:xfrm>
          <a:prstGeom prst="rect">
            <a:avLst/>
          </a:prstGeom>
          <a:noFill/>
        </p:spPr>
        <p:txBody>
          <a:bodyPr wrap="square" rtlCol="0" anchor="t">
            <a:spAutoFit/>
          </a:bodyPr>
          <a:p>
            <a:r>
              <a:rPr lang="zh-CN" altLang="en-US" sz="1200">
                <a:latin typeface="Times New Roman" panose="02020603050405020304" charset="0"/>
                <a:cs typeface="Times New Roman" panose="02020603050405020304" charset="0"/>
              </a:rPr>
              <a:t>应用程序角色激活之后一直处于活动状态，直到该连接断开或执行了sp_unsetapprole存储过程为止。可以使用sp_helprole存储过程查看有关应用程序角色的信息。应用程序角色的意义在于其权限的变换。理解这种变换过程有助于利用这种机制开发出更加安全有效的应用程序。</a:t>
            </a:r>
            <a:endParaRPr lang="zh-CN" altLang="en-US" sz="1200">
              <a:latin typeface="Times New Roman" panose="02020603050405020304" charset="0"/>
              <a:cs typeface="Times New Roman" panose="02020603050405020304" charset="0"/>
            </a:endParaRPr>
          </a:p>
          <a:p>
            <a:endParaRPr lang="zh-CN" altLang="en-US" sz="1200">
              <a:latin typeface="Times New Roman" panose="02020603050405020304" charset="0"/>
              <a:cs typeface="Times New Roman" panose="02020603050405020304" charset="0"/>
            </a:endParaRPr>
          </a:p>
          <a:p>
            <a:r>
              <a:rPr lang="zh-CN" altLang="en-US" sz="1200">
                <a:latin typeface="Times New Roman" panose="02020603050405020304" charset="0"/>
                <a:cs typeface="Times New Roman" panose="02020603050405020304" charset="0"/>
              </a:rPr>
              <a:t>应用程序角色在访问Microsoft SQL Server系统中的权限变换过程如下。</a:t>
            </a:r>
            <a:endParaRPr lang="zh-CN" altLang="en-US" sz="1200">
              <a:latin typeface="Times New Roman" panose="02020603050405020304" charset="0"/>
              <a:cs typeface="Times New Roman" panose="02020603050405020304" charset="0"/>
            </a:endParaRPr>
          </a:p>
        </p:txBody>
      </p:sp>
    </p:spTree>
    <p:custDataLst>
      <p:tags r:id="rId26"/>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权限管理</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2994636" y="1925307"/>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权限是执行操作、访问数据的通行证。只有拥有了针对某种安全对象的指定权限，才能对该对象执行相应的操作。在Microsoft SQL Server 2016系统中，不同的对象有不同的权限。为了更好地理解权限管理的内容，下面从权限的类型、常用对象的权限、隐含的权限、授予权限、收回权限、否认权限等几个方面讲述。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权限管理</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权限类型</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457835" y="1384935"/>
            <a:ext cx="11276965" cy="4699635"/>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在Microsoft SQL Server 2016系统中，不同的分类方式可以把权限分成不同的类型。依据权限是否预先定义可以把权限分为预先定义的权限和未预先定义的权限。按照权限是否与特定的对象有关可以把权限分为针对所有对象的权限和针对特殊对象的权限。下面具体分析这些类型的特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理解哪些安全主体拥有预先定义的权限、哪些安全主体需要经过授权或继承才能获得对安全对象的使用权限将有助于对权限类型的理解。</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预先定义的权限是指那些系统安装之后不必通过授予权限即拥有的权限。例如，固定服务器角色和固定数据库角色所拥有的权限就是预定义的权限，对象的所有者也拥有该对象的所有权限，以及该对象所包含的对象的所有权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未预先定义的权限是指那些需要经过授权或继承才能得到的权限。大多数安全主体都需要经过授权才能获得对安全对象的使用权限。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针对所有对象的权限表示这种权限可以针对SQL Server系统中所有的对象，如CONTROL权限就是所有对象都有的权限。针对特殊对象的权限是指某些权限只能对指定的对象上起作用，如INSERT可以是表的权限，但是不能是存储过程的权限；而EXECUTE可以是存储过程的权限，但是不能是表的权限。下面详细讨论这两种权限类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在Microsoft SQL Server 2016系统中，针对所有对象的权限包括CONTROL、ALTER、ALTER ANY、TAKE OWNERSHIP、INPERSONATE、CREATE及VIEW DEFINITION等。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权限管理</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权限类型</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CONTROL权限为被授权者授予类似所有权的功能，被授权者拥有对安全对象所定义的所有权限。在SQL Server系统中，由于安全模型是分层的，因此CONTROL权限在特定范围内隐含着对该范围内的所有安全对象的CONTROL权限。例如，如果ABCSERVER\Bobbie登录名拥有对某个数据库的CONTROL权限，那么该登录名就会拥有对该数据库的所有权限、所有架构的所有权限、架构内所有对象的所有权限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TER权限为被授权者授予更改特定安全对象的属性的权限，实际上这些权限包括该对象除所有权之外的权限。实际上，当授予对某个范围内的ALTER权限时，也会授予更改、删除或创建该范围内包含的任何安全对象的权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ALTER ANY权限与ALTER权限是不同的。ALTER权限需要指定具体的安全对象，但是ALTER ANY权限是与特定安全对象类型相关的权限，不针对某个具体的安全对象。例如，如果某个用户拥有ALTER ANY LOGIN权限，那么表示其可以执行创建、更改、删除SQL Server实例中任何登录名的权限。如果该用户拥有ALTER ANY SCHEMA权限，那么可以执行创建、更改、删除数据库中任何架构的权限。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如果TAKE OWNERSHIP权限允许被授权者获得所授予的安全对象的所有权，那么被授权者可以执行针对该安全对象的所有权限。TAKE OWNERSHIP权限与CONTROL权限不同，TAKE OWNERSHIP权限是通过所有权的转移实现的，CONTROL权限则仅仅拥有类似所有权的操作。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IMPERSONATE权限可以使被授权者模拟指定的登录名或指定的用户执行各种操作。如果拥有IMPERSONATE &lt;登录名&gt;权限，那么表示被授权者可以模拟指定的登录名执行操作。如果拥有IMPERSONATE &lt;用户&gt;权限，那么表示被授权者可以模拟指定的用户执行操作。这种模拟只是一种临时的权限获取方式。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权限管理</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权限类型</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CREATE权限可以使得被授权者获取创建服务器安全对象、数据库安全对象、架构内的安全对象的权限。这是一种常用的权限。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如果希望查看系统或数据库元数据，那么应该具有VIEW DEFINITION权限。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在Microsoft SQL Server 2016系统中，常用的针对特殊对象的权限包括SELECT、UPDATE、REFERENCES、INSERT、DELETE及EXECUTE等。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SELECT权限是对指定安全对象中数据的检索操作。这些安全对象包括同义词、表和列、表值函数、视图和列等。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UPDATE权限是对指定安全对象中数据的更新操作，这些安全对象包括同义词、表和列、视图和列等。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REFERENCES权限是对指定安全对象的引用操作，这些安全对象包括标量函数、聚合函数、队列、表和列、表值函数、视图和列等。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对指定安全对象进行插入数据的操作需要拥有针对该对象的INSERT权限。这些安全对象包括同义词、表和列、视图和列等。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DELETE权限是对指定安全对象的删除数据的操作，这些安全对象包括同义词、表和列、视图和列等。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EXECUTE权限是对指定安全对象的执行操作，这些安全对象包括过程、标量函数、聚合函数、同义词等。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权限管理</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常见对象的权限</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815465" y="1483360"/>
            <a:ext cx="7911465"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11.4.1节从权限的角度来看待对象，本节从对象的角度来看待权限。在使用GRANT语句、REVOKE语句、DENY语句执行权限管理操作时，经常使用ALL关键字表示指定安全对象的常用权限。不同的安全对象往往具有不同的权限。安全对象的常用权限如表11-3所示。
表11-3 安全对象的常用权限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1939925" y="4184650"/>
            <a:ext cx="6715125" cy="1628775"/>
          </a:xfrm>
          <a:prstGeom prst="rect">
            <a:avLst/>
          </a:prstGeom>
        </p:spPr>
      </p:pic>
    </p:spTree>
    <p:custDataLst>
      <p:tags r:id="rId8"/>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权限管理</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4.3 授予权限</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456565" y="1219200"/>
            <a:ext cx="11278235" cy="5718810"/>
          </a:xfrm>
          <a:prstGeom prst="rect">
            <a:avLst/>
          </a:prstGeom>
          <a:noFill/>
          <a:ln w="3175">
            <a:noFill/>
            <a:prstDash val="dash"/>
          </a:ln>
        </p:spPr>
        <p:txBody>
          <a:bodyPr wrap="square" lIns="63500" tIns="25400" rIns="63500" bIns="25400" anchor="ctr" anchorCtr="0">
            <a:normAutofit fontScale="5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在Microsoft SQL Server 2016系统中，可以使用GRANT语句将安全对象的权限授予指定的安全主体。这些可以使用GRANT语句授权的安全对象包括应用程序角色、程序集、非对称密钥、证书、约定、数据库、端点、全文目录、函数、消息类型、对象、队列、角色、路由、架构、服务器、服务、存储过程、对称密钥、系统对象、表、类型、用户、视图、XML架构集合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GRANT语句的语法比较复杂，不同的安全对象有不同的权限，因此也有不同的授权方式。其语法格式如下：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GRANT{ALL[PRIVILEGES]}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|permission[(column[,…n])][,…n]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[ON[class::]securable] TO principal [,…n]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[WITH GRANT OPTION] [AS principal]</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语法说明如下。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ALL：表示授予对象的所有权限。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PRIVILEGES：包含此参数是为了符合ISO标准。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Permission：表示权限的名称。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Column：表或视图的对象权限可以细化到列，此参数用来指定列的名称。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Class：指定对象的类。</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Securable：指定对象。</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Principal：指定为其授予对象权限的主体的名称。主体可以是数据库用户。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WITH GRANT OPTION：允许用户将对象权限授予其他用户。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AS principal：指定一个主体，执行该查询的主体从这个主体获得授予该权限的权利。</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例11.13</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】使用GRANT命令向数据库用户deng授予Student数据库中的course表的DELETE权限，语句如下；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GRANT DELETE ON course TO deng</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权限管理</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撤销对象权限</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270635"/>
            <a:ext cx="11277600" cy="5766435"/>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希望从某个安全主体处收回权限，就可以使用REVOKE语句。REVOKE语句是与GRANT语句相对应的，可以把通过GRANT语句授予给安全主体的权限收回。也就是说，使用REVOKE语句可以删除通过GRANT语句授予给安全主体的权限。使用REVOKE语句撤销对象权限的语法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REVOKE [ GRANT OPTION FOR]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[ALL [PRIVILEGES]]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Permission[(column[,…n])][,…n]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[ON[class::] securable]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{TO|FROM} principal [,…n]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[CASCADE][AS principal]</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语法说明如下。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GRANT OPTION FOR：表示撤销授予指定权限的能力。若主体具有不带此选项的指定权限，则将撤销该权限本身。如果使用了CASCADE参数，就需要指定此选项。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CASCADE：表示撤销当前主体的对象权限的同时，还将撤销当前主体为其他主体授予的该对象权限。如果GRANT语句中使用了WITH GRANT OPTION语句，那么将对象权限P授予A主体后，A又可以将该权限授予B主体。如果在撤销A主体的对象权限P时使用了CASCADE参数，那么不仅会撤销A主体的对象权限P，还将撤销B主体的对象权限P。</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例11.14</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】使用REVOKE命令撤销数据库用户deng对数据库Student中course表的DELETE权限，语句如下：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REVOKE DELETE ON course FROM deng</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solidFill>
                  <a:schemeClr val="accent1"/>
                </a:solidFill>
              </a:rPr>
              <a:t>谢谢</a:t>
            </a:r>
            <a:endParaRPr lang="en-US" altLang="zh-CN">
              <a:solidFill>
                <a:schemeClr val="accent1"/>
              </a:solidFill>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8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8.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29.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130.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131.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3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3T09:36:13&quot;,&quot;maxSize&quot;:{&quot;size1&quot;:20},&quot;minSize&quot;:{&quot;size1&quot;:11.2},&quot;normalSize&quot;:{&quot;size1&quot;:11.2},&quot;subLayout&quot;:[{&quot;id&quot;:&quot;2023-07-03T09:36:13&quot;,&quot;margin&quot;:{&quot;bottom&quot;:0.025999998673796654,&quot;left&quot;:1.2699999809265137,&quot;right&quot;:1.2699999809265137,&quot;top&quot;:0.4230000376701355},&quot;type&quot;:0},{&quot;id&quot;:&quot;2023-07-03T09:36:1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4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3T09:36:13&quot;,&quot;maxSize&quot;:{&quot;size1&quot;:20},&quot;minSize&quot;:{&quot;size1&quot;:11.2},&quot;normalSize&quot;:{&quot;size1&quot;:11.2},&quot;subLayout&quot;:[{&quot;id&quot;:&quot;2023-07-03T09:36:13&quot;,&quot;margin&quot;:{&quot;bottom&quot;:0.025999998673796654,&quot;left&quot;:1.2699999809265137,&quot;right&quot;:1.2699999809265137,&quot;top&quot;:0.4230000376701355},&quot;type&quot;:0},{&quot;id&quot;:&quot;2023-07-03T09:36:1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4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3T09:36:14&quot;,&quot;maxSize&quot;:{&quot;size1&quot;:20},&quot;minSize&quot;:{&quot;size1&quot;:11.2},&quot;normalSize&quot;:{&quot;size1&quot;:11.2},&quot;subLayout&quot;:[{&quot;id&quot;:&quot;2023-07-03T09:36:14&quot;,&quot;margin&quot;:{&quot;bottom&quot;:0.025999998673796654,&quot;left&quot;:1.2699999809265137,&quot;right&quot;:1.2699999809265137,&quot;top&quot;:0.4230000376701355},&quot;type&quot;:0},{&quot;id&quot;:&quot;2023-07-03T09:36:1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5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5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4&quot;,&quot;maxSize&quot;:{&quot;size1&quot;:31.1},&quot;minSize&quot;:{&quot;size1&quot;:17.8},&quot;normalSize&quot;:{&quot;size1&quot;:17.8},&quot;subLayout&quot;:[{&quot;id&quot;:&quot;2023-07-03T09:36:14&quot;,&quot;maxSize&quot;:{&quot;size1&quot;:100},&quot;minSize&quot;:{&quot;size1&quot;:61.7},&quot;normalSize&quot;:{&quot;size1&quot;:61.7},&quot;subLayout&quot;:[{&quot;id&quot;:&quot;2023-07-03T09:36:14&quot;,&quot;margin&quot;:{&quot;bottom&quot;:0,&quot;left&quot;:1.2699999809265137,&quot;right&quot;:1.2699999809265137,&quot;top&quot;:0.4230000376701355},&quot;type&quot;:0},{&quot;id&quot;:&quot;2023-07-03T09:36:14&quot;,&quot;margin&quot;:{&quot;bottom&quot;:0.025999998673796654,&quot;left&quot;:1.2699999809265137,&quot;right&quot;:1.2699999809265137,&quot;top&quot;:0.025999998673796654},&quot;type&quot;:0}],&quot;type&quot;:0},{&quot;id&quot;:&quot;2023-07-03T09:36:14&quot;,&quot;margin&quot;:{&quot;bottom&quot;:0.847000002861023,&quot;left&quot;:1.2699999809265137,&quot;right&quot;:1.2699999809265137,&quot;top&quot;:1.2699999809265137},&quot;type&quot;:0}],&quot;type&quot;:0}"/>
  <p:tag name="KSO_WM_SLIDE_BACKGROUND_TYPE" val="general"/>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6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6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4&quot;,&quot;maxSize&quot;:{&quot;size1&quot;:31.1},&quot;minSize&quot;:{&quot;size1&quot;:17.8},&quot;normalSize&quot;:{&quot;size1&quot;:17.8},&quot;subLayout&quot;:[{&quot;id&quot;:&quot;2023-07-03T09:36:14&quot;,&quot;maxSize&quot;:{&quot;size1&quot;:100},&quot;minSize&quot;:{&quot;size1&quot;:61.7},&quot;normalSize&quot;:{&quot;size1&quot;:61.7},&quot;subLayout&quot;:[{&quot;id&quot;:&quot;2023-07-03T09:36:14&quot;,&quot;margin&quot;:{&quot;bottom&quot;:0,&quot;left&quot;:1.2699999809265137,&quot;right&quot;:1.2699999809265137,&quot;top&quot;:0.4230000376701355},&quot;type&quot;:0},{&quot;id&quot;:&quot;2023-07-03T09:36:14&quot;,&quot;margin&quot;:{&quot;bottom&quot;:0.025999998673796654,&quot;left&quot;:1.2699999809265137,&quot;right&quot;:1.2699999809265137,&quot;top&quot;:0.025999998673796654},&quot;type&quot;:0}],&quot;type&quot;:0},{&quot;id&quot;:&quot;2023-07-03T09:36:14&quot;,&quot;margin&quot;:{&quot;bottom&quot;:0.847000002861023,&quot;left&quot;:1.2699999809265137,&quot;right&quot;:1.2699999809265137,&quot;top&quot;:1.2699999809265137},&quot;type&quot;:0}],&quot;type&quot;:0}"/>
  <p:tag name="KSO_WM_SLIDE_BACKGROUND_TYPE" val="general"/>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6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3T09:36:14&quot;,&quot;maxSize&quot;:{&quot;size1&quot;:20},&quot;minSize&quot;:{&quot;size1&quot;:11.2},&quot;normalSize&quot;:{&quot;size1&quot;:11.2},&quot;subLayout&quot;:[{&quot;id&quot;:&quot;2023-07-03T09:36:14&quot;,&quot;margin&quot;:{&quot;bottom&quot;:0.025999998673796654,&quot;left&quot;:1.2699999809265137,&quot;right&quot;:1.2699999809265137,&quot;top&quot;:0.4230000376701355},&quot;type&quot;:0},{&quot;id&quot;:&quot;2023-07-03T09:36:1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7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4&quot;,&quot;maxSize&quot;:{&quot;size1&quot;:31.1},&quot;minSize&quot;:{&quot;size1&quot;:17.8},&quot;normalSize&quot;:{&quot;size1&quot;:17.8},&quot;subLayout&quot;:[{&quot;id&quot;:&quot;2023-07-03T09:36:14&quot;,&quot;maxSize&quot;:{&quot;size1&quot;:100},&quot;minSize&quot;:{&quot;size1&quot;:61.7},&quot;normalSize&quot;:{&quot;size1&quot;:61.7},&quot;subLayout&quot;:[{&quot;id&quot;:&quot;2023-07-03T09:36:14&quot;,&quot;margin&quot;:{&quot;bottom&quot;:0,&quot;left&quot;:1.2699999809265137,&quot;right&quot;:1.2699999809265137,&quot;top&quot;:0.4230000376701355},&quot;type&quot;:0},{&quot;id&quot;:&quot;2023-07-03T09:36:14&quot;,&quot;margin&quot;:{&quot;bottom&quot;:0.025999998673796654,&quot;left&quot;:1.2699999809265137,&quot;right&quot;:1.2699999809265137,&quot;top&quot;:0.025999998673796654},&quot;type&quot;:0}],&quot;type&quot;:0},{&quot;id&quot;:&quot;2023-07-03T09:36:14&quot;,&quot;margin&quot;:{&quot;bottom&quot;:0.847000002861023,&quot;left&quot;:1.2699999809265137,&quot;right&quot;:1.2699999809265137,&quot;top&quot;:1.2699999809265137},&quot;type&quot;:0}],&quot;type&quot;:0}"/>
  <p:tag name="KSO_WM_SLIDE_BACKGROUND_TYPE" val="general"/>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8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8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4&quot;,&quot;maxSize&quot;:{&quot;size1&quot;:31.1},&quot;minSize&quot;:{&quot;size1&quot;:17.8},&quot;normalSize&quot;:{&quot;size1&quot;:17.8},&quot;subLayout&quot;:[{&quot;id&quot;:&quot;2023-07-03T09:36:14&quot;,&quot;maxSize&quot;:{&quot;size1&quot;:100},&quot;minSize&quot;:{&quot;size1&quot;:61.7},&quot;normalSize&quot;:{&quot;size1&quot;:61.7},&quot;subLayout&quot;:[{&quot;id&quot;:&quot;2023-07-03T09:36:14&quot;,&quot;margin&quot;:{&quot;bottom&quot;:0,&quot;left&quot;:1.2699999809265137,&quot;right&quot;:1.2699999809265137,&quot;top&quot;:0.4230000376701355},&quot;type&quot;:0},{&quot;id&quot;:&quot;2023-07-03T09:36:14&quot;,&quot;margin&quot;:{&quot;bottom&quot;:0.025999998673796654,&quot;left&quot;:1.2699999809265137,&quot;right&quot;:1.2699999809265137,&quot;top&quot;:0.025999998673796654},&quot;type&quot;:0}],&quot;type&quot;:0},{&quot;id&quot;:&quot;2023-07-03T09:36:14&quot;,&quot;margin&quot;:{&quot;bottom&quot;:0.847000002861023,&quot;left&quot;:1.2699999809265137,&quot;right&quot;:1.2699999809265137,&quot;top&quot;:1.2699999809265137},&quot;type&quot;:0}],&quot;type&quot;:0}"/>
  <p:tag name="KSO_WM_SLIDE_BACKGROUND_TYPE" val="general"/>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8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9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5&quot;,&quot;maxSize&quot;:{&quot;size1&quot;:31.1},&quot;minSize&quot;:{&quot;size1&quot;:17.8},&quot;normalSize&quot;:{&quot;size1&quot;:17.8},&quot;subLayout&quot;:[{&quot;id&quot;:&quot;2023-07-03T09:36:15&quot;,&quot;maxSize&quot;:{&quot;size1&quot;:100},&quot;minSize&quot;:{&quot;size1&quot;:61.7},&quot;normalSize&quot;:{&quot;size1&quot;:61.7},&quot;subLayout&quot;:[{&quot;id&quot;:&quot;2023-07-03T09:36:15&quot;,&quot;margin&quot;:{&quot;bottom&quot;:0,&quot;left&quot;:1.2699999809265137,&quot;right&quot;:1.2699999809265137,&quot;top&quot;:0.4230000376701355},&quot;type&quot;:0},{&quot;id&quot;:&quot;2023-07-03T09:36:15&quot;,&quot;margin&quot;:{&quot;bottom&quot;:0.025999998673796654,&quot;left&quot;:1.2699999809265137,&quot;right&quot;:1.2699999809265137,&quot;top&quot;:0.025999998673796654},&quot;type&quot;:0}],&quot;type&quot;:0},{&quot;id&quot;:&quot;2023-07-03T09:36:15&quot;,&quot;margin&quot;:{&quot;bottom&quot;:0.847000002861023,&quot;left&quot;:1.2699999809265137,&quot;right&quot;:1.2699999809265137,&quot;top&quot;:1.2699999809265137},&quot;type&quot;:0}],&quot;type&quot;:0}"/>
  <p:tag name="KSO_WM_SLIDE_BACKGROUND_TYPE" val="general"/>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196.xml><?xml version="1.0" encoding="utf-8"?>
<p:tagLst xmlns:p="http://schemas.openxmlformats.org/presentationml/2006/main">
  <p:tag name="KSO_WM_UNIT_COLOR_SCHEME_SHAPE_ID" val="51"/>
  <p:tag name="KSO_WM_UNIT_COLOR_SCHEME_PARENT_PAGE" val="0_1"/>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94834_2*l_h_i*1_1_2"/>
  <p:tag name="KSO_WM_TEMPLATE_CATEGORY" val="diagram"/>
  <p:tag name="KSO_WM_TEMPLATE_INDEX" val="20194834"/>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97.xml><?xml version="1.0" encoding="utf-8"?>
<p:tagLst xmlns:p="http://schemas.openxmlformats.org/presentationml/2006/main">
  <p:tag name="KSO_WM_UNIT_COLOR_SCHEME_SHAPE_ID" val="53"/>
  <p:tag name="KSO_WM_UNIT_COLOR_SCHEME_PARENT_PAGE" val="0_1"/>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194834_2*l_h_i*1_1_3"/>
  <p:tag name="KSO_WM_TEMPLATE_CATEGORY" val="diagram"/>
  <p:tag name="KSO_WM_TEMPLATE_INDEX" val="20194834"/>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98.xml><?xml version="1.0" encoding="utf-8"?>
<p:tagLst xmlns:p="http://schemas.openxmlformats.org/presentationml/2006/main">
  <p:tag name="KSO_WM_UNIT_COLOR_SCHEME_SHAPE_ID" val="43"/>
  <p:tag name="KSO_WM_UNIT_COLOR_SCHEME_PARENT_PAGE" val="0_1"/>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94834_2*l_h_i*1_2_1"/>
  <p:tag name="KSO_WM_TEMPLATE_CATEGORY" val="diagram"/>
  <p:tag name="KSO_WM_TEMPLATE_INDEX" val="20194834"/>
  <p:tag name="KSO_WM_UNIT_LAYERLEVEL" val="1_1_1"/>
  <p:tag name="KSO_WM_TAG_VERSION" val="1.0"/>
  <p:tag name="KSO_WM_BEAUTIFY_FLAG" val="#wm#"/>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2"/>
  <p:tag name="KSO_WM_UNIT_TEXT_FILL_TYPE" val="1"/>
</p:tagLst>
</file>

<file path=ppt/tags/tag199.xml><?xml version="1.0" encoding="utf-8"?>
<p:tagLst xmlns:p="http://schemas.openxmlformats.org/presentationml/2006/main">
  <p:tag name="KSO_WM_UNIT_COLOR_SCHEME_SHAPE_ID" val="43"/>
  <p:tag name="KSO_WM_UNIT_COLOR_SCHEME_PARENT_PAGE" val="0_1"/>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194834_2*l_h_i*1_3_1"/>
  <p:tag name="KSO_WM_TEMPLATE_CATEGORY" val="diagram"/>
  <p:tag name="KSO_WM_TEMPLATE_INDEX" val="20194834"/>
  <p:tag name="KSO_WM_UNIT_LAYERLEVEL" val="1_1_1"/>
  <p:tag name="KSO_WM_TAG_VERSION" val="1.0"/>
  <p:tag name="KSO_WM_BEAUTIFY_FLAG" val="#wm#"/>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Lst>
</file>

<file path=ppt/tags/tag200.xml><?xml version="1.0" encoding="utf-8"?>
<p:tagLst xmlns:p="http://schemas.openxmlformats.org/presentationml/2006/main">
  <p:tag name="KSO_WM_UNIT_COLOR_SCHEME_SHAPE_ID" val="45"/>
  <p:tag name="KSO_WM_UNIT_COLOR_SCHEME_PARENT_PAGE" val="0_1"/>
  <p:tag name="KSO_WM_UNIT_DECOLORIZATION" val="1"/>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3"/>
  <p:tag name="KSO_WM_UNIT_ID" val="diagram20194834_2*l_h_i*1_3_3"/>
  <p:tag name="KSO_WM_TEMPLATE_CATEGORY" val="diagram"/>
  <p:tag name="KSO_WM_TEMPLATE_INDEX" val="20194834"/>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201.xml><?xml version="1.0" encoding="utf-8"?>
<p:tagLst xmlns:p="http://schemas.openxmlformats.org/presentationml/2006/main">
  <p:tag name="KSO_WM_UNIT_COLOR_SCHEME_SHAPE_ID" val="47"/>
  <p:tag name="KSO_WM_UNIT_COLOR_SCHEME_PARENT_PAGE" val="0_1"/>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194834_2*l_h_i*1_3_2"/>
  <p:tag name="KSO_WM_TEMPLATE_CATEGORY" val="diagram"/>
  <p:tag name="KSO_WM_TEMPLATE_INDEX" val="20194834"/>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02.xml><?xml version="1.0" encoding="utf-8"?>
<p:tagLst xmlns:p="http://schemas.openxmlformats.org/presentationml/2006/main">
  <p:tag name="KSO_WM_UNIT_TEXT_PART_ID_V2" val="d-3-2"/>
  <p:tag name="KSO_WM_UNIT_COLOR_SCHEME_SHAPE_ID" val="3"/>
  <p:tag name="KSO_WM_UNIT_COLOR_SCHEME_PARENT_PAGE" val="0_1"/>
  <p:tag name="KSO_WM_UNIT_SUBTYPE" val="a"/>
  <p:tag name="KSO_WM_UNIT_PRESET_TEXT" val="点击此处添加正文，文字是您思想的提炼&#13;为了最终呈现发布的良好效果，请尽量言简意赅的阐述观点&#13;根据需要可酌情增减文字，以便观者可以准确理解您所传达的信息"/>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94834_2*l_h_f*1_1_1"/>
  <p:tag name="KSO_WM_TEMPLATE_CATEGORY" val="diagram"/>
  <p:tag name="KSO_WM_TEMPLATE_INDEX" val="20194834"/>
  <p:tag name="KSO_WM_UNIT_LAYERLEVEL" val="1_1_1"/>
  <p:tag name="KSO_WM_TAG_VERSION" val="1.0"/>
  <p:tag name="KSO_WM_BEAUTIFY_FLAG" val="#wm#"/>
  <p:tag name="KSO_WM_UNIT_TEXT_FILL_FORE_SCHEMECOLOR_INDEX_BRIGHTNESS" val="0.25"/>
  <p:tag name="KSO_WM_UNIT_TEXT_FILL_FORE_SCHEMECOLOR_INDEX" val="13"/>
  <p:tag name="KSO_WM_UNIT_TEXT_FILL_TYPE" val="1"/>
</p:tagLst>
</file>

<file path=ppt/tags/tag203.xml><?xml version="1.0" encoding="utf-8"?>
<p:tagLst xmlns:p="http://schemas.openxmlformats.org/presentationml/2006/main">
  <p:tag name="KSO_WM_UNIT_COLOR_SCHEME_SHAPE_ID" val="45"/>
  <p:tag name="KSO_WM_UNIT_COLOR_SCHEME_PARENT_PAGE" val="0_1"/>
  <p:tag name="KSO_WM_UNIT_DECOLORIZATION" val="1"/>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3"/>
  <p:tag name="KSO_WM_UNIT_ID" val="diagram20194834_2*l_h_i*1_2_3"/>
  <p:tag name="KSO_WM_TEMPLATE_CATEGORY" val="diagram"/>
  <p:tag name="KSO_WM_TEMPLATE_INDEX" val="20194834"/>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204.xml><?xml version="1.0" encoding="utf-8"?>
<p:tagLst xmlns:p="http://schemas.openxmlformats.org/presentationml/2006/main">
  <p:tag name="KSO_WM_UNIT_COLOR_SCHEME_SHAPE_ID" val="45"/>
  <p:tag name="KSO_WM_UNIT_COLOR_SCHEME_PARENT_PAGE" val="0_1"/>
  <p:tag name="KSO_WM_UNIT_DECOLORIZATION" val="1"/>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194834_2*l_h_i*1_1_1"/>
  <p:tag name="KSO_WM_TEMPLATE_CATEGORY" val="diagram"/>
  <p:tag name="KSO_WM_TEMPLATE_INDEX" val="20194834"/>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20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5&quot;,&quot;maxSize&quot;:{&quot;size1&quot;:31.1},&quot;minSize&quot;:{&quot;size1&quot;:17.8},&quot;normalSize&quot;:{&quot;size1&quot;:17.8},&quot;subLayout&quot;:[{&quot;id&quot;:&quot;2023-07-03T09:36:15&quot;,&quot;maxSize&quot;:{&quot;size1&quot;:100},&quot;minSize&quot;:{&quot;size1&quot;:61.7},&quot;normalSize&quot;:{&quot;size1&quot;:61.7},&quot;subLayout&quot;:[{&quot;id&quot;:&quot;2023-07-03T09:36:15&quot;,&quot;margin&quot;:{&quot;bottom&quot;:0,&quot;left&quot;:1.2699999809265137,&quot;right&quot;:1.2699999809265137,&quot;top&quot;:0.4230000376701355},&quot;type&quot;:0},{&quot;id&quot;:&quot;2023-07-03T09:36:15&quot;,&quot;margin&quot;:{&quot;bottom&quot;:0.025999998673796654,&quot;left&quot;:1.2699999809265137,&quot;right&quot;:1.2699999809265137,&quot;top&quot;:0.025999998673796654},&quot;type&quot;:0}],&quot;type&quot;:0},{&quot;id&quot;:&quot;2023-07-03T09:36:15&quot;,&quot;margin&quot;:{&quot;bottom&quot;:0.847000002861023,&quot;left&quot;:1.2699999809265137,&quot;right&quot;:1.2699999809265137,&quot;top&quot;:1.2699999809265137},&quot;type&quot;:0}],&quot;type&quot;:0}"/>
  <p:tag name="KSO_WM_SLIDE_BACKGROUND_TYPE" val="general"/>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1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5&quot;,&quot;maxSize&quot;:{&quot;size1&quot;:31.1},&quot;minSize&quot;:{&quot;size1&quot;:17.8},&quot;normalSize&quot;:{&quot;size1&quot;:17.8},&quot;subLayout&quot;:[{&quot;id&quot;:&quot;2023-07-03T09:36:15&quot;,&quot;maxSize&quot;:{&quot;size1&quot;:100},&quot;minSize&quot;:{&quot;size1&quot;:61.7},&quot;normalSize&quot;:{&quot;size1&quot;:61.7},&quot;subLayout&quot;:[{&quot;id&quot;:&quot;2023-07-03T09:36:15&quot;,&quot;margin&quot;:{&quot;bottom&quot;:0,&quot;left&quot;:1.2699999809265137,&quot;right&quot;:1.2699999809265137,&quot;top&quot;:0.4230000376701355},&quot;type&quot;:0},{&quot;id&quot;:&quot;2023-07-03T09:36:15&quot;,&quot;margin&quot;:{&quot;bottom&quot;:0.025999998673796654,&quot;left&quot;:1.2699999809265137,&quot;right&quot;:1.2699999809265137,&quot;top&quot;:0.025999998673796654},&quot;type&quot;:0}],&quot;type&quot;:0},{&quot;id&quot;:&quot;2023-07-03T09:36:15&quot;,&quot;margin&quot;:{&quot;bottom&quot;:0.847000002861023,&quot;left&quot;:1.2699999809265137,&quot;right&quot;:1.2699999809265137,&quot;top&quot;:1.2699999809265137},&quot;type&quot;:0}],&quot;type&quot;:0}"/>
  <p:tag name="KSO_WM_SLIDE_BACKGROUND_TYPE" val="general"/>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1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1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5&quot;,&quot;maxSize&quot;:{&quot;size1&quot;:31.1},&quot;minSize&quot;:{&quot;size1&quot;:17.8},&quot;normalSize&quot;:{&quot;size1&quot;:17.8},&quot;subLayout&quot;:[{&quot;id&quot;:&quot;2023-07-03T09:36:15&quot;,&quot;maxSize&quot;:{&quot;size1&quot;:100},&quot;minSize&quot;:{&quot;size1&quot;:61.7},&quot;normalSize&quot;:{&quot;size1&quot;:61.7},&quot;subLayout&quot;:[{&quot;id&quot;:&quot;2023-07-03T09:36:15&quot;,&quot;margin&quot;:{&quot;bottom&quot;:0,&quot;left&quot;:1.2699999809265137,&quot;right&quot;:1.2699999809265137,&quot;top&quot;:0.4230000376701355},&quot;type&quot;:0},{&quot;id&quot;:&quot;2023-07-03T09:36:15&quot;,&quot;margin&quot;:{&quot;bottom&quot;:0.025999998673796654,&quot;left&quot;:1.2699999809265137,&quot;right&quot;:1.2699999809265137,&quot;top&quot;:0.025999998673796654},&quot;type&quot;:0}],&quot;type&quot;:0},{&quot;id&quot;:&quot;2023-07-03T09:36:15&quot;,&quot;margin&quot;:{&quot;bottom&quot;:0.847000002861023,&quot;left&quot;:1.2699999809265137,&quot;right&quot;:1.2699999809265137,&quot;top&quot;:1.2699999809265137},&quot;type&quot;:0}],&quot;type&quot;:0}"/>
  <p:tag name="KSO_WM_SLIDE_BACKGROUND_TYPE" val="general"/>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2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2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5&quot;,&quot;maxSize&quot;:{&quot;size1&quot;:31.1},&quot;minSize&quot;:{&quot;size1&quot;:17.8},&quot;normalSize&quot;:{&quot;size1&quot;:17.8},&quot;subLayout&quot;:[{&quot;id&quot;:&quot;2023-07-03T09:36:15&quot;,&quot;maxSize&quot;:{&quot;size1&quot;:100},&quot;minSize&quot;:{&quot;size1&quot;:61.7},&quot;normalSize&quot;:{&quot;size1&quot;:61.7},&quot;subLayout&quot;:[{&quot;id&quot;:&quot;2023-07-03T09:36:15&quot;,&quot;margin&quot;:{&quot;bottom&quot;:0,&quot;left&quot;:1.2699999809265137,&quot;right&quot;:1.2699999809265137,&quot;top&quot;:0.4230000376701355},&quot;type&quot;:0},{&quot;id&quot;:&quot;2023-07-03T09:36:15&quot;,&quot;margin&quot;:{&quot;bottom&quot;:0.025999998673796654,&quot;left&quot;:1.2699999809265137,&quot;right&quot;:1.2699999809265137,&quot;top&quot;:0.025999998673796654},&quot;type&quot;:0}],&quot;type&quot;:0},{&quot;id&quot;:&quot;2023-07-03T09:36:15&quot;,&quot;margin&quot;:{&quot;bottom&quot;:0.847000002861023,&quot;left&quot;:1.2699999809265137,&quot;right&quot;:1.2699999809265137,&quot;top&quot;:1.2699999809265137},&quot;type&quot;:0}],&quot;type&quot;:0}"/>
  <p:tag name="KSO_WM_SLIDE_BACKGROUND_TYPE" val="general"/>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3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3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5&quot;,&quot;maxSize&quot;:{&quot;size1&quot;:31.1},&quot;minSize&quot;:{&quot;size1&quot;:17.8},&quot;normalSize&quot;:{&quot;size1&quot;:17.8},&quot;subLayout&quot;:[{&quot;id&quot;:&quot;2023-07-03T09:36:15&quot;,&quot;maxSize&quot;:{&quot;size1&quot;:100},&quot;minSize&quot;:{&quot;size1&quot;:61.7},&quot;normalSize&quot;:{&quot;size1&quot;:61.7},&quot;subLayout&quot;:[{&quot;id&quot;:&quot;2023-07-03T09:36:15&quot;,&quot;margin&quot;:{&quot;bottom&quot;:0,&quot;left&quot;:1.2699999809265137,&quot;right&quot;:1.2699999809265137,&quot;top&quot;:0.4230000376701355},&quot;type&quot;:0},{&quot;id&quot;:&quot;2023-07-03T09:36:15&quot;,&quot;margin&quot;:{&quot;bottom&quot;:0.025999998673796654,&quot;left&quot;:1.2699999809265137,&quot;right&quot;:1.2699999809265137,&quot;top&quot;:0.025999998673796654},&quot;type&quot;:0}],&quot;type&quot;:0},{&quot;id&quot;:&quot;2023-07-03T09:36:15&quot;,&quot;margin&quot;:{&quot;bottom&quot;:0.847000002861023,&quot;left&quot;:1.2699999809265137,&quot;right&quot;:1.2699999809265137,&quot;top&quot;:1.2699999809265137},&quot;type&quot;:0}],&quot;type&quot;:0}"/>
  <p:tag name="KSO_WM_SLIDE_BACKGROUND_TYPE" val="general"/>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3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4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5&quot;,&quot;maxSize&quot;:{&quot;size1&quot;:31.1},&quot;minSize&quot;:{&quot;size1&quot;:17.8},&quot;normalSize&quot;:{&quot;size1&quot;:17.8},&quot;subLayout&quot;:[{&quot;id&quot;:&quot;2023-07-03T09:36:15&quot;,&quot;maxSize&quot;:{&quot;size1&quot;:100},&quot;minSize&quot;:{&quot;size1&quot;:61.7},&quot;normalSize&quot;:{&quot;size1&quot;:61.7},&quot;subLayout&quot;:[{&quot;id&quot;:&quot;2023-07-03T09:36:15&quot;,&quot;margin&quot;:{&quot;bottom&quot;:0,&quot;left&quot;:1.2699999809265137,&quot;right&quot;:1.2699999809265137,&quot;top&quot;:0.4230000376701355},&quot;type&quot;:0},{&quot;id&quot;:&quot;2023-07-03T09:36:15&quot;,&quot;margin&quot;:{&quot;bottom&quot;:0.025999998673796654,&quot;left&quot;:1.2699999809265137,&quot;right&quot;:1.2699999809265137,&quot;top&quot;:0.025999998673796654},&quot;type&quot;:0}],&quot;type&quot;:0},{&quot;id&quot;:&quot;2023-07-03T09:36:15&quot;,&quot;margin&quot;:{&quot;bottom&quot;:0.847000002861023,&quot;left&quot;:1.2699999809265137,&quot;right&quot;:1.2699999809265137,&quot;top&quot;:1.2699999809265137},&quot;type&quot;:0}],&quot;type&quot;:0}"/>
  <p:tag name="KSO_WM_SLIDE_BACKGROUND_TYPE" val="general"/>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4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4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4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4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5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5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5&quot;,&quot;maxSize&quot;:{&quot;size1&quot;:31.1},&quot;minSize&quot;:{&quot;size1&quot;:17.8},&quot;normalSize&quot;:{&quot;size1&quot;:17.8},&quot;subLayout&quot;:[{&quot;id&quot;:&quot;2023-07-03T09:36:15&quot;,&quot;maxSize&quot;:{&quot;size1&quot;:100},&quot;minSize&quot;:{&quot;size1&quot;:61.7},&quot;normalSize&quot;:{&quot;size1&quot;:61.7},&quot;subLayout&quot;:[{&quot;id&quot;:&quot;2023-07-03T09:36:15&quot;,&quot;margin&quot;:{&quot;bottom&quot;:0,&quot;left&quot;:1.2699999809265137,&quot;right&quot;:1.2699999809265137,&quot;top&quot;:0.4230000376701355},&quot;type&quot;:0},{&quot;id&quot;:&quot;2023-07-03T09:36:15&quot;,&quot;margin&quot;:{&quot;bottom&quot;:0.025999998673796654,&quot;left&quot;:1.2699999809265137,&quot;right&quot;:1.2699999809265137,&quot;top&quot;:0.025999998673796654},&quot;type&quot;:0}],&quot;type&quot;:0},{&quot;id&quot;:&quot;2023-07-03T09:36:15&quot;,&quot;margin&quot;:{&quot;bottom&quot;:0.847000002861023,&quot;left&quot;:1.2699999809265137,&quot;right&quot;:1.2699999809265137,&quot;top&quot;:1.2699999809265137},&quot;type&quot;:0}],&quot;type&quot;:0}"/>
  <p:tag name="KSO_WM_SLIDE_BACKGROUND_TYPE" val="general"/>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5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5&quot;,&quot;maxSize&quot;:{&quot;size1&quot;:31.1},&quot;minSize&quot;:{&quot;size1&quot;:17.8},&quot;normalSize&quot;:{&quot;size1&quot;:17.8},&quot;subLayout&quot;:[{&quot;id&quot;:&quot;2023-07-03T09:36:15&quot;,&quot;maxSize&quot;:{&quot;size1&quot;:100},&quot;minSize&quot;:{&quot;size1&quot;:61.7},&quot;normalSize&quot;:{&quot;size1&quot;:61.7},&quot;subLayout&quot;:[{&quot;id&quot;:&quot;2023-07-03T09:36:15&quot;,&quot;margin&quot;:{&quot;bottom&quot;:0,&quot;left&quot;:1.2699999809265137,&quot;right&quot;:1.2699999809265137,&quot;top&quot;:0.4230000376701355},&quot;type&quot;:0},{&quot;id&quot;:&quot;2023-07-03T09:36:15&quot;,&quot;margin&quot;:{&quot;bottom&quot;:0.025999998673796654,&quot;left&quot;:1.2699999809265137,&quot;right&quot;:1.2699999809265137,&quot;top&quot;:0.025999998673796654},&quot;type&quot;:0}],&quot;type&quot;:0},{&quot;id&quot;:&quot;2023-07-03T09:36:15&quot;,&quot;margin&quot;:{&quot;bottom&quot;:0.847000002861023,&quot;left&quot;:1.2699999809265137,&quot;right&quot;:1.2699999809265137,&quot;top&quot;:1.2699999809265137},&quot;type&quot;:0}],&quot;type&quot;:0}"/>
  <p:tag name="KSO_WM_SLIDE_BACKGROUND_TYPE" val="general"/>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6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6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5&quot;,&quot;maxSize&quot;:{&quot;size1&quot;:31.1},&quot;minSize&quot;:{&quot;size1&quot;:17.8},&quot;normalSize&quot;:{&quot;size1&quot;:17.8},&quot;subLayout&quot;:[{&quot;id&quot;:&quot;2023-07-03T09:36:15&quot;,&quot;maxSize&quot;:{&quot;size1&quot;:100},&quot;minSize&quot;:{&quot;size1&quot;:61.7},&quot;normalSize&quot;:{&quot;size1&quot;:61.7},&quot;subLayout&quot;:[{&quot;id&quot;:&quot;2023-07-03T09:36:15&quot;,&quot;margin&quot;:{&quot;bottom&quot;:0,&quot;left&quot;:1.2699999809265137,&quot;right&quot;:1.2699999809265137,&quot;top&quot;:0.4230000376701355},&quot;type&quot;:0},{&quot;id&quot;:&quot;2023-07-03T09:36:15&quot;,&quot;margin&quot;:{&quot;bottom&quot;:0.025999998673796654,&quot;left&quot;:1.2699999809265137,&quot;right&quot;:1.2699999809265137,&quot;top&quot;:0.025999998673796654},&quot;type&quot;:0}],&quot;type&quot;:0},{&quot;id&quot;:&quot;2023-07-03T09:36:15&quot;,&quot;margin&quot;:{&quot;bottom&quot;:0.847000002861023,&quot;left&quot;:1.2699999809265137,&quot;right&quot;:1.2699999809265137,&quot;top&quot;:1.2699999809265137},&quot;type&quot;:0}],&quot;type&quot;:0}"/>
  <p:tag name="KSO_WM_SLIDE_BACKGROUND_TYPE" val="general"/>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7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7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6&quot;,&quot;maxSize&quot;:{&quot;size1&quot;:31.1},&quot;minSize&quot;:{&quot;size1&quot;:17.8},&quot;normalSize&quot;:{&quot;size1&quot;:17.8},&quot;subLayout&quot;:[{&quot;id&quot;:&quot;2023-07-03T09:36:16&quot;,&quot;maxSize&quot;:{&quot;size1&quot;:100},&quot;minSize&quot;:{&quot;size1&quot;:61.7},&quot;normalSize&quot;:{&quot;size1&quot;:61.7},&quot;subLayout&quot;:[{&quot;id&quot;:&quot;2023-07-03T09:36:16&quot;,&quot;margin&quot;:{&quot;bottom&quot;:0,&quot;left&quot;:1.2699999809265137,&quot;right&quot;:1.2699999809265137,&quot;top&quot;:0.4230000376701355},&quot;type&quot;:0},{&quot;id&quot;:&quot;2023-07-03T09:36:16&quot;,&quot;margin&quot;:{&quot;bottom&quot;:0.025999998673796654,&quot;left&quot;:1.2699999809265137,&quot;right&quot;:1.2699999809265137,&quot;top&quot;:0.025999998673796654},&quot;type&quot;:0}],&quot;type&quot;:0},{&quot;id&quot;:&quot;2023-07-03T09:36:16&quot;,&quot;margin&quot;:{&quot;bottom&quot;:0.847000002861023,&quot;left&quot;:1.2699999809265137,&quot;right&quot;:1.2699999809265137,&quot;top&quot;:1.2699999809265137},&quot;type&quot;:0}],&quot;type&quot;:0}"/>
  <p:tag name="KSO_WM_SLIDE_BACKGROUND_TYPE" val="general"/>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7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8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6&quot;,&quot;maxSize&quot;:{&quot;size1&quot;:31.1},&quot;minSize&quot;:{&quot;size1&quot;:17.8},&quot;normalSize&quot;:{&quot;size1&quot;:17.8},&quot;subLayout&quot;:[{&quot;id&quot;:&quot;2023-07-03T09:36:16&quot;,&quot;maxSize&quot;:{&quot;size1&quot;:100},&quot;minSize&quot;:{&quot;size1&quot;:61.7},&quot;normalSize&quot;:{&quot;size1&quot;:61.7},&quot;subLayout&quot;:[{&quot;id&quot;:&quot;2023-07-03T09:36:16&quot;,&quot;margin&quot;:{&quot;bottom&quot;:0,&quot;left&quot;:1.2699999809265137,&quot;right&quot;:1.2699999809265137,&quot;top&quot;:0.4230000376701355},&quot;type&quot;:0},{&quot;id&quot;:&quot;2023-07-03T09:36:16&quot;,&quot;margin&quot;:{&quot;bottom&quot;:0.025999998673796654,&quot;left&quot;:1.2699999809265137,&quot;right&quot;:1.2699999809265137,&quot;top&quot;:0.025999998673796654},&quot;type&quot;:0}],&quot;type&quot;:0},{&quot;id&quot;:&quot;2023-07-03T09:36:16&quot;,&quot;margin&quot;:{&quot;bottom&quot;:0.847000002861023,&quot;left&quot;:1.2699999809265137,&quot;right&quot;:1.2699999809265137,&quot;top&quot;:1.2699999809265137},&quot;type&quot;:0}],&quot;type&quot;:0}"/>
  <p:tag name="KSO_WM_SLIDE_BACKGROUND_TYPE" val="general"/>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8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8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6&quot;,&quot;maxSize&quot;:{&quot;size1&quot;:31.1},&quot;minSize&quot;:{&quot;size1&quot;:17.8},&quot;normalSize&quot;:{&quot;size1&quot;:17.8},&quot;subLayout&quot;:[{&quot;id&quot;:&quot;2023-07-03T09:36:16&quot;,&quot;maxSize&quot;:{&quot;size1&quot;:100},&quot;minSize&quot;:{&quot;size1&quot;:61.7},&quot;normalSize&quot;:{&quot;size1&quot;:61.7},&quot;subLayout&quot;:[{&quot;id&quot;:&quot;2023-07-03T09:36:16&quot;,&quot;margin&quot;:{&quot;bottom&quot;:0,&quot;left&quot;:1.2699999809265137,&quot;right&quot;:1.2699999809265137,&quot;top&quot;:0.4230000376701355},&quot;type&quot;:0},{&quot;id&quot;:&quot;2023-07-03T09:36:16&quot;,&quot;margin&quot;:{&quot;bottom&quot;:0.025999998673796654,&quot;left&quot;:1.2699999809265137,&quot;right&quot;:1.2699999809265137,&quot;top&quot;:0.025999998673796654},&quot;type&quot;:0}],&quot;type&quot;:0},{&quot;id&quot;:&quot;2023-07-03T09:36:16&quot;,&quot;margin&quot;:{&quot;bottom&quot;:0.847000002861023,&quot;left&quot;:1.2699999809265137,&quot;right&quot;:1.2699999809265137,&quot;top&quot;:1.2699999809265137},&quot;type&quot;:0}],&quot;type&quot;:0}"/>
  <p:tag name="KSO_WM_SLIDE_BACKGROUND_TYPE" val="general"/>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9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9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6&quot;,&quot;maxSize&quot;:{&quot;size1&quot;:31.1},&quot;minSize&quot;:{&quot;size1&quot;:17.8},&quot;normalSize&quot;:{&quot;size1&quot;:17.8},&quot;subLayout&quot;:[{&quot;id&quot;:&quot;2023-07-03T09:36:16&quot;,&quot;maxSize&quot;:{&quot;size1&quot;:100},&quot;minSize&quot;:{&quot;size1&quot;:61.7},&quot;normalSize&quot;:{&quot;size1&quot;:61.7},&quot;subLayout&quot;:[{&quot;id&quot;:&quot;2023-07-03T09:36:16&quot;,&quot;margin&quot;:{&quot;bottom&quot;:0,&quot;left&quot;:1.2699999809265137,&quot;right&quot;:1.2699999809265137,&quot;top&quot;:0.4230000376701355},&quot;type&quot;:0},{&quot;id&quot;:&quot;2023-07-03T09:36:16&quot;,&quot;margin&quot;:{&quot;bottom&quot;:0.025999998673796654,&quot;left&quot;:1.2699999809265137,&quot;right&quot;:1.2699999809265137,&quot;top&quot;:0.025999998673796654},&quot;type&quot;:0}],&quot;type&quot;:0},{&quot;id&quot;:&quot;2023-07-03T09:36:16&quot;,&quot;margin&quot;:{&quot;bottom&quot;:0.847000002861023,&quot;left&quot;:1.2699999809265137,&quot;right&quot;:1.2699999809265137,&quot;top&quot;:1.2699999809265137},&quot;type&quot;:0}],&quot;type&quot;:0}"/>
  <p:tag name="KSO_WM_SLIDE_BACKGROUND_TYPE" val="general"/>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0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6&quot;,&quot;maxSize&quot;:{&quot;size1&quot;:31.1},&quot;minSize&quot;:{&quot;size1&quot;:17.8},&quot;normalSize&quot;:{&quot;size1&quot;:17.8},&quot;subLayout&quot;:[{&quot;id&quot;:&quot;2023-07-03T09:36:16&quot;,&quot;maxSize&quot;:{&quot;size1&quot;:100},&quot;minSize&quot;:{&quot;size1&quot;:61.7},&quot;normalSize&quot;:{&quot;size1&quot;:61.7},&quot;subLayout&quot;:[{&quot;id&quot;:&quot;2023-07-03T09:36:16&quot;,&quot;margin&quot;:{&quot;bottom&quot;:0,&quot;left&quot;:1.2699999809265137,&quot;right&quot;:1.2699999809265137,&quot;top&quot;:0.4230000376701355},&quot;type&quot;:0},{&quot;id&quot;:&quot;2023-07-03T09:36:16&quot;,&quot;margin&quot;:{&quot;bottom&quot;:0.025999998673796654,&quot;left&quot;:1.2699999809265137,&quot;right&quot;:1.2699999809265137,&quot;top&quot;:0.025999998673796654},&quot;type&quot;:0}],&quot;type&quot;:0},{&quot;id&quot;:&quot;2023-07-03T09:36:16&quot;,&quot;margin&quot;:{&quot;bottom&quot;:0.847000002861023,&quot;left&quot;:1.2699999809265137,&quot;right&quot;:1.2699999809265137,&quot;top&quot;:1.2699999809265137},&quot;type&quot;:0}],&quot;type&quot;:0}"/>
  <p:tag name="KSO_WM_SLIDE_BACKGROUND_TYPE" val="general"/>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307.xml><?xml version="1.0" encoding="utf-8"?>
<p:tagLst xmlns:p="http://schemas.openxmlformats.org/presentationml/2006/main">
  <p:tag name="KSO_WM_UNIT_SUBTYPE" val="a"/>
  <p:tag name="KSO_WM_UNIT_NOCLEAR" val="0"/>
  <p:tag name="KSO_WM_UNIT_VALUE" val="7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1453_3*l_h_f*1_1_1"/>
  <p:tag name="KSO_WM_TEMPLATE_CATEGORY" val="diagram"/>
  <p:tag name="KSO_WM_TEMPLATE_INDEX" val="20201453"/>
  <p:tag name="KSO_WM_UNIT_LAYERLEVEL" val="1_1_1"/>
  <p:tag name="KSO_WM_TAG_VERSION" val="1.0"/>
  <p:tag name="KSO_WM_BEAUTIFY_FLAG" val="#wm#"/>
  <p:tag name="KSO_WM_UNIT_PRESET_TEXT" val="单击此处添加文本具体内容，简明扼要的阐述您的观点。"/>
  <p:tag name="KSO_WM_UNIT_TEXT_FILL_FORE_SCHEMECOLOR_INDEX_BRIGHTNESS" val="0.25"/>
  <p:tag name="KSO_WM_UNIT_TEXT_FILL_FORE_SCHEMECOLOR_INDEX" val="13"/>
  <p:tag name="KSO_WM_UNIT_TEXT_FILL_TYPE" val="1"/>
</p:tagLst>
</file>

<file path=ppt/tags/tag308.xml><?xml version="1.0" encoding="utf-8"?>
<p:tagLst xmlns:p="http://schemas.openxmlformats.org/presentationml/2006/main">
  <p:tag name="KSO_WM_UNIT_SUBTYPE" val="a"/>
  <p:tag name="KSO_WM_UNIT_NOCLEAR" val="0"/>
  <p:tag name="KSO_WM_UNIT_VALUE" val="7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01453_3*l_h_f*1_3_1"/>
  <p:tag name="KSO_WM_TEMPLATE_CATEGORY" val="diagram"/>
  <p:tag name="KSO_WM_TEMPLATE_INDEX" val="20201453"/>
  <p:tag name="KSO_WM_UNIT_LAYERLEVEL" val="1_1_1"/>
  <p:tag name="KSO_WM_TAG_VERSION" val="1.0"/>
  <p:tag name="KSO_WM_BEAUTIFY_FLAG" val="#wm#"/>
  <p:tag name="KSO_WM_UNIT_PRESET_TEXT" val="单击此处添加文本具体内容，简明扼要的阐述您的观点。"/>
  <p:tag name="KSO_WM_UNIT_TEXT_FILL_FORE_SCHEMECOLOR_INDEX_BRIGHTNESS" val="0.25"/>
  <p:tag name="KSO_WM_UNIT_TEXT_FILL_FORE_SCHEMECOLOR_INDEX" val="13"/>
  <p:tag name="KSO_WM_UNIT_TEXT_FILL_TYPE" val="1"/>
</p:tagLst>
</file>

<file path=ppt/tags/tag309.xml><?xml version="1.0" encoding="utf-8"?>
<p:tagLst xmlns:p="http://schemas.openxmlformats.org/presentationml/2006/main">
  <p:tag name="KSO_WM_UNIT_SUBTYPE" val="a"/>
  <p:tag name="KSO_WM_UNIT_NOCLEAR" val="0"/>
  <p:tag name="KSO_WM_UNIT_VALUE" val="7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01453_3*l_h_f*1_2_1"/>
  <p:tag name="KSO_WM_TEMPLATE_CATEGORY" val="diagram"/>
  <p:tag name="KSO_WM_TEMPLATE_INDEX" val="20201453"/>
  <p:tag name="KSO_WM_UNIT_LAYERLEVEL" val="1_1_1"/>
  <p:tag name="KSO_WM_TAG_VERSION" val="1.0"/>
  <p:tag name="KSO_WM_BEAUTIFY_FLAG" val="#wm#"/>
  <p:tag name="KSO_WM_UNIT_PRESET_TEXT" val="单击此处添加文本具体内容，简明扼要的阐述您的观点。"/>
  <p:tag name="KSO_WM_UNIT_TEXT_FILL_FORE_SCHEMECOLOR_INDEX_BRIGHTNESS" val="0.25"/>
  <p:tag name="KSO_WM_UNIT_TEXT_FILL_FORE_SCHEMECOLOR_INDEX" val="13"/>
  <p:tag name="KSO_WM_UNIT_TEXT_FILL_TYPE" val="1"/>
</p:tagLst>
</file>

<file path=ppt/tags/tag310.xml><?xml version="1.0" encoding="utf-8"?>
<p:tagLst xmlns:p="http://schemas.openxmlformats.org/presentationml/2006/main">
  <p:tag name="KSO_WM_UNIT_SUBTYPE" val="a"/>
  <p:tag name="KSO_WM_UNIT_NOCLEAR" val="0"/>
  <p:tag name="KSO_WM_UNIT_VALUE" val="75"/>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01453_3*l_h_f*1_4_1"/>
  <p:tag name="KSO_WM_TEMPLATE_CATEGORY" val="diagram"/>
  <p:tag name="KSO_WM_TEMPLATE_INDEX" val="20201453"/>
  <p:tag name="KSO_WM_UNIT_LAYERLEVEL" val="1_1_1"/>
  <p:tag name="KSO_WM_TAG_VERSION" val="1.0"/>
  <p:tag name="KSO_WM_BEAUTIFY_FLAG" val="#wm#"/>
  <p:tag name="KSO_WM_UNIT_PRESET_TEXT" val="单击此处添加文本具体内容，简明扼要的阐述您的观点。"/>
  <p:tag name="KSO_WM_UNIT_TEXT_FILL_FORE_SCHEMECOLOR_INDEX_BRIGHTNESS" val="0.25"/>
  <p:tag name="KSO_WM_UNIT_TEXT_FILL_FORE_SCHEMECOLOR_INDEX" val="13"/>
  <p:tag name="KSO_WM_UNIT_TEXT_FILL_TYPE" val="1"/>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1"/>
  <p:tag name="KSO_WM_UNIT_ID" val="diagram20201453_3*i*11"/>
  <p:tag name="KSO_WM_TEMPLATE_CATEGORY" val="diagram"/>
  <p:tag name="KSO_WM_TEMPLATE_INDEX" val="20201453"/>
  <p:tag name="KSO_WM_UNIT_LAYERLEVEL" val="1"/>
  <p:tag name="KSO_WM_TAG_VERSION" val="1.0"/>
  <p:tag name="KSO_WM_BEAUTIFY_FLAG" val="#wm#"/>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01453_3*l_h_i*1_1_1"/>
  <p:tag name="KSO_WM_TEMPLATE_CATEGORY" val="diagram"/>
  <p:tag name="KSO_WM_TEMPLATE_INDEX" val="20201453"/>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
  <p:tag name="KSO_WM_UNIT_LINE_FORE_SCHEMECOLOR_INDEX" val="1"/>
  <p:tag name="KSO_WM_UNIT_LINE_FILL_TYPE" val="2"/>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01453_3*l_h_i*1_1_2"/>
  <p:tag name="KSO_WM_TEMPLATE_CATEGORY" val="diagram"/>
  <p:tag name="KSO_WM_TEMPLATE_INDEX" val="20201453"/>
  <p:tag name="KSO_WM_UNIT_LAYERLEVEL" val="1_1_1"/>
  <p:tag name="KSO_WM_TAG_VERSION" val="1.0"/>
  <p:tag name="KSO_WM_BEAUTIFY_FLAG" val="#wm#"/>
  <p:tag name="KSO_WM_UNIT_FILL_FORE_SCHEMECOLOR_INDEX_BRIGHTNESS" val="0"/>
  <p:tag name="KSO_WM_UNIT_FILL_FORE_SCHEMECOLOR_INDEX" val="14"/>
  <p:tag name="KSO_WM_UNIT_FILL_TYPE" val="1"/>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8"/>
  <p:tag name="KSO_WM_UNIT_ID" val="diagram20201453_3*i*18"/>
  <p:tag name="KSO_WM_TEMPLATE_CATEGORY" val="diagram"/>
  <p:tag name="KSO_WM_TEMPLATE_INDEX" val="20201453"/>
  <p:tag name="KSO_WM_UNIT_LAYERLEVEL" val="1"/>
  <p:tag name="KSO_WM_TAG_VERSION" val="1.0"/>
  <p:tag name="KSO_WM_BEAUTIFY_FLAG" val="#wm#"/>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01453_3*l_h_i*1_2_1"/>
  <p:tag name="KSO_WM_TEMPLATE_CATEGORY" val="diagram"/>
  <p:tag name="KSO_WM_TEMPLATE_INDEX" val="20201453"/>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
  <p:tag name="KSO_WM_UNIT_LINE_FORE_SCHEMECOLOR_INDEX" val="1"/>
  <p:tag name="KSO_WM_UNIT_LINE_FILL_TYPE" val="2"/>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01453_3*l_h_i*1_2_2"/>
  <p:tag name="KSO_WM_TEMPLATE_CATEGORY" val="diagram"/>
  <p:tag name="KSO_WM_TEMPLATE_INDEX" val="20201453"/>
  <p:tag name="KSO_WM_UNIT_LAYERLEVEL" val="1_1_1"/>
  <p:tag name="KSO_WM_TAG_VERSION" val="1.0"/>
  <p:tag name="KSO_WM_BEAUTIFY_FLAG" val="#wm#"/>
  <p:tag name="KSO_WM_UNIT_FILL_FORE_SCHEMECOLOR_INDEX_BRIGHTNESS" val="0"/>
  <p:tag name="KSO_WM_UNIT_FILL_FORE_SCHEMECOLOR_INDEX" val="14"/>
  <p:tag name="KSO_WM_UNIT_FILL_TYPE" val="1"/>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01453_3*i*6"/>
  <p:tag name="KSO_WM_TEMPLATE_CATEGORY" val="diagram"/>
  <p:tag name="KSO_WM_TEMPLATE_INDEX" val="20201453"/>
  <p:tag name="KSO_WM_UNIT_LAYERLEVEL" val="1"/>
  <p:tag name="KSO_WM_TAG_VERSION" val="1.0"/>
  <p:tag name="KSO_WM_BEAUTIFY_FLAG" val="#wm#"/>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01453_3*l_h_i*1_3_1"/>
  <p:tag name="KSO_WM_TEMPLATE_CATEGORY" val="diagram"/>
  <p:tag name="KSO_WM_TEMPLATE_INDEX" val="20201453"/>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
  <p:tag name="KSO_WM_UNIT_LINE_FORE_SCHEMECOLOR_INDEX" val="1"/>
  <p:tag name="KSO_WM_UNIT_LINE_FILL_TYPE" val="2"/>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01453_3*l_h_i*1_3_2"/>
  <p:tag name="KSO_WM_TEMPLATE_CATEGORY" val="diagram"/>
  <p:tag name="KSO_WM_TEMPLATE_INDEX" val="20201453"/>
  <p:tag name="KSO_WM_UNIT_LAYERLEVEL" val="1_1_1"/>
  <p:tag name="KSO_WM_TAG_VERSION" val="1.0"/>
  <p:tag name="KSO_WM_BEAUTIFY_FLAG" val="#wm#"/>
  <p:tag name="KSO_WM_UNIT_FILL_FORE_SCHEMECOLOR_INDEX_BRIGHTNESS" val="0"/>
  <p:tag name="KSO_WM_UNIT_FILL_FORE_SCHEMECOLOR_INDEX" val="14"/>
  <p:tag name="KSO_WM_UNIT_FILL_TYPE" val="1"/>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diagram20201453_3*i*5"/>
  <p:tag name="KSO_WM_TEMPLATE_CATEGORY" val="diagram"/>
  <p:tag name="KSO_WM_TEMPLATE_INDEX" val="20201453"/>
  <p:tag name="KSO_WM_UNIT_LAYERLEVEL" val="1"/>
  <p:tag name="KSO_WM_TAG_VERSION" val="1.0"/>
  <p:tag name="KSO_WM_BEAUTIFY_FLAG" val="#wm#"/>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01453_3*l_h_i*1_4_1"/>
  <p:tag name="KSO_WM_TEMPLATE_CATEGORY" val="diagram"/>
  <p:tag name="KSO_WM_TEMPLATE_INDEX" val="20201453"/>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
  <p:tag name="KSO_WM_UNIT_LINE_FORE_SCHEMECOLOR_INDEX" val="1"/>
  <p:tag name="KSO_WM_UNIT_LINE_FILL_TYPE" val="2"/>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01453_3*l_h_i*1_4_2"/>
  <p:tag name="KSO_WM_TEMPLATE_CATEGORY" val="diagram"/>
  <p:tag name="KSO_WM_TEMPLATE_INDEX" val="20201453"/>
  <p:tag name="KSO_WM_UNIT_LAYERLEVEL" val="1_1_1"/>
  <p:tag name="KSO_WM_TAG_VERSION" val="1.0"/>
  <p:tag name="KSO_WM_BEAUTIFY_FLAG" val="#wm#"/>
  <p:tag name="KSO_WM_UNIT_FILL_FORE_SCHEMECOLOR_INDEX_BRIGHTNESS" val="0"/>
  <p:tag name="KSO_WM_UNIT_FILL_FORE_SCHEMECOLOR_INDEX" val="14"/>
  <p:tag name="KSO_WM_UNIT_FILL_TYPE" val="1"/>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1"/>
  <p:tag name="KSO_WM_UNIT_ID" val="diagram20201453_3*i*11"/>
  <p:tag name="KSO_WM_TEMPLATE_CATEGORY" val="diagram"/>
  <p:tag name="KSO_WM_TEMPLATE_INDEX" val="20201453"/>
  <p:tag name="KSO_WM_UNIT_LAYERLEVEL" val="1"/>
  <p:tag name="KSO_WM_TAG_VERSION" val="1.0"/>
  <p:tag name="KSO_WM_BEAUTIFY_FLAG" val="#wm#"/>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01453_3*l_h_i*1_1_1"/>
  <p:tag name="KSO_WM_TEMPLATE_CATEGORY" val="diagram"/>
  <p:tag name="KSO_WM_TEMPLATE_INDEX" val="20201453"/>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
  <p:tag name="KSO_WM_UNIT_LINE_FORE_SCHEMECOLOR_INDEX" val="1"/>
  <p:tag name="KSO_WM_UNIT_LINE_FILL_TYPE" val="2"/>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01453_3*l_h_i*1_1_2"/>
  <p:tag name="KSO_WM_TEMPLATE_CATEGORY" val="diagram"/>
  <p:tag name="KSO_WM_TEMPLATE_INDEX" val="20201453"/>
  <p:tag name="KSO_WM_UNIT_LAYERLEVEL" val="1_1_1"/>
  <p:tag name="KSO_WM_TAG_VERSION" val="1.0"/>
  <p:tag name="KSO_WM_BEAUTIFY_FLAG" val="#wm#"/>
  <p:tag name="KSO_WM_UNIT_FILL_FORE_SCHEMECOLOR_INDEX_BRIGHTNESS" val="0"/>
  <p:tag name="KSO_WM_UNIT_FILL_FORE_SCHEMECOLOR_INDEX" val="14"/>
  <p:tag name="KSO_WM_UNIT_FILL_TYPE" val="1"/>
</p:tagLst>
</file>

<file path=ppt/tags/tag326.xml><?xml version="1.0" encoding="utf-8"?>
<p:tagLst xmlns:p="http://schemas.openxmlformats.org/presentationml/2006/main">
  <p:tag name="KSO_WM_UNIT_SUBTYPE" val="a"/>
  <p:tag name="KSO_WM_UNIT_NOCLEAR" val="0"/>
  <p:tag name="KSO_WM_UNIT_VALUE" val="75"/>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01453_3*l_h_f*1_4_1"/>
  <p:tag name="KSO_WM_TEMPLATE_CATEGORY" val="diagram"/>
  <p:tag name="KSO_WM_TEMPLATE_INDEX" val="20201453"/>
  <p:tag name="KSO_WM_UNIT_LAYERLEVEL" val="1_1_1"/>
  <p:tag name="KSO_WM_TAG_VERSION" val="1.0"/>
  <p:tag name="KSO_WM_BEAUTIFY_FLAG" val="#wm#"/>
  <p:tag name="KSO_WM_UNIT_PRESET_TEXT" val="单击此处添加文本具体内容，简明扼要的阐述您的观点。"/>
  <p:tag name="KSO_WM_UNIT_TEXT_FILL_FORE_SCHEMECOLOR_INDEX_BRIGHTNESS" val="0.25"/>
  <p:tag name="KSO_WM_UNIT_TEXT_FILL_FORE_SCHEMECOLOR_INDEX" val="13"/>
  <p:tag name="KSO_WM_UNIT_TEXT_FILL_TYPE" val="1"/>
</p:tagLst>
</file>

<file path=ppt/tags/tag32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6&quot;,&quot;maxSize&quot;:{&quot;size1&quot;:31.1},&quot;minSize&quot;:{&quot;size1&quot;:17.8},&quot;normalSize&quot;:{&quot;size1&quot;:17.8},&quot;subLayout&quot;:[{&quot;id&quot;:&quot;2023-07-03T09:36:16&quot;,&quot;maxSize&quot;:{&quot;size1&quot;:100},&quot;minSize&quot;:{&quot;size1&quot;:61.7},&quot;normalSize&quot;:{&quot;size1&quot;:61.7},&quot;subLayout&quot;:[{&quot;id&quot;:&quot;2023-07-03T09:36:16&quot;,&quot;margin&quot;:{&quot;bottom&quot;:0,&quot;left&quot;:1.2699999809265137,&quot;right&quot;:1.2699999809265137,&quot;top&quot;:0.4230000376701355},&quot;type&quot;:0},{&quot;id&quot;:&quot;2023-07-03T09:36:16&quot;,&quot;margin&quot;:{&quot;bottom&quot;:0.025999998673796654,&quot;left&quot;:1.2699999809265137,&quot;right&quot;:1.2699999809265137,&quot;top&quot;:0.025999998673796654},&quot;type&quot;:0}],&quot;type&quot;:0},{&quot;id&quot;:&quot;2023-07-03T09:36:16&quot;,&quot;margin&quot;:{&quot;bottom&quot;:0.847000002861023,&quot;left&quot;:1.2699999809265137,&quot;right&quot;:1.2699999809265137,&quot;top&quot;:1.2699999809265137},&quot;type&quot;:0}],&quot;type&quot;:0}"/>
  <p:tag name="KSO_WM_SLIDE_BACKGROUND_TYPE" val="general"/>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3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3T09:36:16&quot;,&quot;maxSize&quot;:{&quot;size1&quot;:20},&quot;minSize&quot;:{&quot;size1&quot;:11.2},&quot;normalSize&quot;:{&quot;size1&quot;:11.2},&quot;subLayout&quot;:[{&quot;id&quot;:&quot;2023-07-03T09:36:16&quot;,&quot;margin&quot;:{&quot;bottom&quot;:0.025999998673796654,&quot;left&quot;:1.2699999809265137,&quot;right&quot;:1.2699999809265137,&quot;top&quot;:0.4230000376701355},&quot;type&quot;:0},{&quot;id&quot;:&quot;2023-07-03T09:36:1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3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4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6&quot;,&quot;maxSize&quot;:{&quot;size1&quot;:31.1},&quot;minSize&quot;:{&quot;size1&quot;:17.8},&quot;normalSize&quot;:{&quot;size1&quot;:17.8},&quot;subLayout&quot;:[{&quot;id&quot;:&quot;2023-07-03T09:36:16&quot;,&quot;maxSize&quot;:{&quot;size1&quot;:100},&quot;minSize&quot;:{&quot;size1&quot;:61.7},&quot;normalSize&quot;:{&quot;size1&quot;:61.7},&quot;subLayout&quot;:[{&quot;id&quot;:&quot;2023-07-03T09:36:16&quot;,&quot;margin&quot;:{&quot;bottom&quot;:0,&quot;left&quot;:1.2699999809265137,&quot;right&quot;:1.2699999809265137,&quot;top&quot;:0.4230000376701355},&quot;type&quot;:0},{&quot;id&quot;:&quot;2023-07-03T09:36:16&quot;,&quot;margin&quot;:{&quot;bottom&quot;:0.025999998673796654,&quot;left&quot;:1.2699999809265137,&quot;right&quot;:1.2699999809265137,&quot;top&quot;:0.025999998673796654},&quot;type&quot;:0}],&quot;type&quot;:0},{&quot;id&quot;:&quot;2023-07-03T09:36:16&quot;,&quot;margin&quot;:{&quot;bottom&quot;:0.847000002861023,&quot;left&quot;:1.2699999809265137,&quot;right&quot;:1.2699999809265137,&quot;top&quot;:1.2699999809265137},&quot;type&quot;:0}],&quot;type&quot;:0}"/>
  <p:tag name="KSO_WM_SLIDE_BACKGROUND_TYPE" val="general"/>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4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6&quot;,&quot;maxSize&quot;:{&quot;size1&quot;:31.1},&quot;minSize&quot;:{&quot;size1&quot;:17.8},&quot;normalSize&quot;:{&quot;size1&quot;:17.8},&quot;subLayout&quot;:[{&quot;id&quot;:&quot;2023-07-03T09:36:16&quot;,&quot;maxSize&quot;:{&quot;size1&quot;:100},&quot;minSize&quot;:{&quot;size1&quot;:61.7},&quot;normalSize&quot;:{&quot;size1&quot;:61.7},&quot;subLayout&quot;:[{&quot;id&quot;:&quot;2023-07-03T09:36:16&quot;,&quot;margin&quot;:{&quot;bottom&quot;:0,&quot;left&quot;:1.2699999809265137,&quot;right&quot;:1.2699999809265137,&quot;top&quot;:0.4230000376701355},&quot;type&quot;:0},{&quot;id&quot;:&quot;2023-07-03T09:36:16&quot;,&quot;margin&quot;:{&quot;bottom&quot;:0.025999998673796654,&quot;left&quot;:1.2699999809265137,&quot;right&quot;:1.2699999809265137,&quot;top&quot;:0.025999998673796654},&quot;type&quot;:0}],&quot;type&quot;:0},{&quot;id&quot;:&quot;2023-07-03T09:36:16&quot;,&quot;margin&quot;:{&quot;bottom&quot;:0.847000002861023,&quot;left&quot;:1.2699999809265137,&quot;right&quot;:1.2699999809265137,&quot;top&quot;:1.2699999809265137},&quot;type&quot;:0}],&quot;type&quot;:0}"/>
  <p:tag name="KSO_WM_SLIDE_BACKGROUND_TYPE" val="general"/>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5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6&quot;,&quot;maxSize&quot;:{&quot;size1&quot;:31.1},&quot;minSize&quot;:{&quot;size1&quot;:17.8},&quot;normalSize&quot;:{&quot;size1&quot;:17.8},&quot;subLayout&quot;:[{&quot;id&quot;:&quot;2023-07-03T09:36:16&quot;,&quot;maxSize&quot;:{&quot;size1&quot;:100},&quot;minSize&quot;:{&quot;size1&quot;:61.7},&quot;normalSize&quot;:{&quot;size1&quot;:61.7},&quot;subLayout&quot;:[{&quot;id&quot;:&quot;2023-07-03T09:36:16&quot;,&quot;margin&quot;:{&quot;bottom&quot;:0,&quot;left&quot;:1.2699999809265137,&quot;right&quot;:1.2699999809265137,&quot;top&quot;:0.4230000376701355},&quot;type&quot;:0},{&quot;id&quot;:&quot;2023-07-03T09:36:16&quot;,&quot;margin&quot;:{&quot;bottom&quot;:0.025999998673796654,&quot;left&quot;:1.2699999809265137,&quot;right&quot;:1.2699999809265137,&quot;top&quot;:0.025999998673796654},&quot;type&quot;:0}],&quot;type&quot;:0},{&quot;id&quot;:&quot;2023-07-03T09:36:16&quot;,&quot;margin&quot;:{&quot;bottom&quot;:0.847000002861023,&quot;left&quot;:1.2699999809265137,&quot;right&quot;:1.2699999809265137,&quot;top&quot;:1.2699999809265137},&quot;type&quot;:0}],&quot;type&quot;:0}"/>
  <p:tag name="KSO_WM_SLIDE_BACKGROUND_TYPE" val="general"/>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6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6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7&quot;,&quot;maxSize&quot;:{&quot;size1&quot;:31.1},&quot;minSize&quot;:{&quot;size1&quot;:17.8},&quot;normalSize&quot;:{&quot;size1&quot;:17.8},&quot;subLayout&quot;:[{&quot;id&quot;:&quot;2023-07-03T09:36:17&quot;,&quot;maxSize&quot;:{&quot;size1&quot;:100},&quot;minSize&quot;:{&quot;size1&quot;:61.7},&quot;normalSize&quot;:{&quot;size1&quot;:61.7},&quot;subLayout&quot;:[{&quot;id&quot;:&quot;2023-07-03T09:36:17&quot;,&quot;margin&quot;:{&quot;bottom&quot;:0,&quot;left&quot;:1.2699999809265137,&quot;right&quot;:1.2699999809265137,&quot;top&quot;:0.4230000376701355},&quot;type&quot;:0},{&quot;id&quot;:&quot;2023-07-03T09:36:17&quot;,&quot;margin&quot;:{&quot;bottom&quot;:0.025999998673796654,&quot;left&quot;:1.2699999809265137,&quot;right&quot;:1.2699999809265137,&quot;top&quot;:0.025999998673796654},&quot;type&quot;:0}],&quot;type&quot;:0},{&quot;id&quot;:&quot;2023-07-03T09:36:17&quot;,&quot;margin&quot;:{&quot;bottom&quot;:0.847000002861023,&quot;left&quot;:1.2699999809265137,&quot;right&quot;:1.2699999809265137,&quot;top&quot;:1.2699999809265137},&quot;type&quot;:0}],&quot;type&quot;:0}"/>
  <p:tag name="KSO_WM_SLIDE_BACKGROUND_TYPE" val="general"/>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6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6&quot;,&quot;maxSize&quot;:{&quot;size1&quot;:31.1},&quot;minSize&quot;:{&quot;size1&quot;:17.8},&quot;normalSize&quot;:{&quot;size1&quot;:17.8},&quot;subLayout&quot;:[{&quot;id&quot;:&quot;2023-07-03T09:36:16&quot;,&quot;maxSize&quot;:{&quot;size1&quot;:100},&quot;minSize&quot;:{&quot;size1&quot;:61.7},&quot;normalSize&quot;:{&quot;size1&quot;:61.7},&quot;subLayout&quot;:[{&quot;id&quot;:&quot;2023-07-03T09:36:16&quot;,&quot;margin&quot;:{&quot;bottom&quot;:0,&quot;left&quot;:1.2699999809265137,&quot;right&quot;:1.2699999809265137,&quot;top&quot;:0.4230000376701355},&quot;type&quot;:0},{&quot;id&quot;:&quot;2023-07-03T09:36:16&quot;,&quot;margin&quot;:{&quot;bottom&quot;:0.025999998673796654,&quot;left&quot;:1.2699999809265137,&quot;right&quot;:1.2699999809265137,&quot;top&quot;:0.025999998673796654},&quot;type&quot;:0}],&quot;type&quot;:0},{&quot;id&quot;:&quot;2023-07-03T09:36:16&quot;,&quot;margin&quot;:{&quot;bottom&quot;:0.847000002861023,&quot;left&quot;:1.2699999809265137,&quot;right&quot;:1.2699999809265137,&quot;top&quot;:1.2699999809265137},&quot;type&quot;:0}],&quot;type&quot;:0}"/>
  <p:tag name="KSO_WM_SLIDE_BACKGROUND_TYPE" val="general"/>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7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7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3T09:36:17&quot;,&quot;maxSize&quot;:{&quot;size1&quot;:31.1},&quot;minSize&quot;:{&quot;size1&quot;:17.8},&quot;normalSize&quot;:{&quot;size1&quot;:17.8},&quot;subLayout&quot;:[{&quot;id&quot;:&quot;2023-07-03T09:36:17&quot;,&quot;maxSize&quot;:{&quot;size1&quot;:100},&quot;minSize&quot;:{&quot;size1&quot;:61.7},&quot;normalSize&quot;:{&quot;size1&quot;:61.7},&quot;subLayout&quot;:[{&quot;id&quot;:&quot;2023-07-03T09:36:17&quot;,&quot;margin&quot;:{&quot;bottom&quot;:0,&quot;left&quot;:1.2699999809265137,&quot;right&quot;:1.2699999809265137,&quot;top&quot;:0.4230000376701355},&quot;type&quot;:0},{&quot;id&quot;:&quot;2023-07-03T09:36:17&quot;,&quot;margin&quot;:{&quot;bottom&quot;:0.025999998673796654,&quot;left&quot;:1.2699999809265137,&quot;right&quot;:1.2699999809265137,&quot;top&quot;:0.025999998673796654},&quot;type&quot;:0}],&quot;type&quot;:0},{&quot;id&quot;:&quot;2023-07-03T09:36:17&quot;,&quot;margin&quot;:{&quot;bottom&quot;:0.847000002861023,&quot;left&quot;:1.2699999809265137,&quot;right&quot;:1.2699999809265137,&quot;top&quot;:1.2699999809265137},&quot;type&quot;:0}],&quot;type&quot;:0}"/>
  <p:tag name="KSO_WM_SLIDE_BACKGROUND_TYPE" val="general"/>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6915_15*a*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NOCLEAR" val="1"/>
  <p:tag name="KSO_WM_UNIT_TYPE" val="a"/>
  <p:tag name="KSO_WM_UNIT_INDEX" val="1"/>
  <p:tag name="KSO_WM_UNIT_PRESET_TEXT" val="THANKS"/>
  <p:tag name="KSO_WM_UNIT_TEXT_FILL_FORE_SCHEMECOLOR_INDEX_BRIGHTNESS" val="0"/>
  <p:tag name="KSO_WM_UNIT_TEXT_FILL_FORE_SCHEMECOLOR_INDEX" val="5"/>
  <p:tag name="KSO_WM_UNIT_TEXT_FILL_TYPE" val="1"/>
</p:tagLst>
</file>

<file path=ppt/tags/tag377.xml><?xml version="1.0" encoding="utf-8"?>
<p:tagLst xmlns:p="http://schemas.openxmlformats.org/presentationml/2006/main">
  <p:tag name="KSO_WM_SLIDE_ID" val="custom20206915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6915"/>
  <p:tag name="KSO_WM_SLIDE_TYPE" val="endPage"/>
  <p:tag name="KSO_WM_SLIDE_SUBTYPE" val="pureTxt"/>
  <p:tag name="KSO_WM_SLIDE_LAYOUT" val="a"/>
  <p:tag name="KSO_WM_SLIDE_LAYOUT_CNT" val="1"/>
</p:tagLst>
</file>

<file path=ppt/tags/tag378.xml><?xml version="1.0" encoding="utf-8"?>
<p:tagLst xmlns:p="http://schemas.openxmlformats.org/presentationml/2006/main">
  <p:tag name="KSO_WPP_MARK_KEY" val="4f840844-2d2c-43bb-9a54-d6887ba4985a"/>
  <p:tag name="COMMONDATA" val="eyJoZGlkIjoiMjJiNWQxMzM1MWNmYTdjOGE5NWNkODk4YzI2ZTYwNT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19399</Words>
  <Application>WPS 演示</Application>
  <PresentationFormat>宽屏</PresentationFormat>
  <Paragraphs>474</Paragraphs>
  <Slides>33</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33</vt:i4>
      </vt:variant>
    </vt:vector>
  </HeadingPairs>
  <TitlesOfParts>
    <vt:vector size="49" baseType="lpstr">
      <vt:lpstr>Arial</vt:lpstr>
      <vt:lpstr>宋体</vt:lpstr>
      <vt:lpstr>Wingdings</vt:lpstr>
      <vt:lpstr>微软雅黑</vt:lpstr>
      <vt:lpstr>Segoe UI</vt:lpstr>
      <vt:lpstr>Arial Unicode MS</vt:lpstr>
      <vt:lpstr>WPS-Bullets</vt:lpstr>
      <vt:lpstr>Roboto</vt:lpstr>
      <vt:lpstr>Open Sans</vt:lpstr>
      <vt:lpstr>Montserrat Black</vt:lpstr>
      <vt:lpstr>Segoe Print</vt:lpstr>
      <vt:lpstr>Arial Black</vt:lpstr>
      <vt:lpstr>Calibri</vt:lpstr>
      <vt:lpstr>Times New Roman</vt:lpstr>
      <vt:lpstr>Office 主题​​</vt:lpstr>
      <vt:lpstr>1_Office 主题​​</vt:lpstr>
      <vt:lpstr>第 11 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dlg</cp:lastModifiedBy>
  <cp:revision>45</cp:revision>
  <dcterms:created xsi:type="dcterms:W3CDTF">2023-07-03T01:36:00Z</dcterms:created>
  <dcterms:modified xsi:type="dcterms:W3CDTF">2023-07-03T03:21:29Z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2052-11.1.0.12155</vt:lpwstr>
  </property>
  <property fmtid="{D5CDD505-2E9C-101B-9397-08002B2CF9AE}" pid="3" name="ICV">
    <vt:lpwstr/>
  </property>
</Properties>
</file>