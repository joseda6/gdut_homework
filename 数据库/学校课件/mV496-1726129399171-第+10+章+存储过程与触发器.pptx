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48"/>
  </p:handoutMasterIdLst>
  <p:sldIdLst>
    <p:sldId id="257" r:id="rId4"/>
    <p:sldId id="260" r:id="rId6"/>
    <p:sldId id="261" r:id="rId7"/>
    <p:sldId id="262" r:id="rId8"/>
    <p:sldId id="263" r:id="rId9"/>
    <p:sldId id="264" r:id="rId10"/>
    <p:sldId id="268" r:id="rId11"/>
    <p:sldId id="272" r:id="rId12"/>
    <p:sldId id="273" r:id="rId13"/>
    <p:sldId id="274" r:id="rId14"/>
    <p:sldId id="278" r:id="rId15"/>
    <p:sldId id="279" r:id="rId16"/>
    <p:sldId id="283" r:id="rId17"/>
    <p:sldId id="286" r:id="rId18"/>
    <p:sldId id="287" r:id="rId19"/>
    <p:sldId id="289" r:id="rId20"/>
    <p:sldId id="290" r:id="rId21"/>
    <p:sldId id="292" r:id="rId22"/>
    <p:sldId id="294" r:id="rId23"/>
    <p:sldId id="295" r:id="rId24"/>
    <p:sldId id="298" r:id="rId25"/>
    <p:sldId id="302" r:id="rId26"/>
    <p:sldId id="304" r:id="rId27"/>
    <p:sldId id="305" r:id="rId28"/>
    <p:sldId id="308" r:id="rId29"/>
    <p:sldId id="311" r:id="rId30"/>
    <p:sldId id="313" r:id="rId31"/>
    <p:sldId id="314" r:id="rId32"/>
    <p:sldId id="316" r:id="rId33"/>
    <p:sldId id="317" r:id="rId34"/>
    <p:sldId id="319" r:id="rId35"/>
    <p:sldId id="320" r:id="rId36"/>
    <p:sldId id="323" r:id="rId37"/>
    <p:sldId id="327" r:id="rId38"/>
    <p:sldId id="331" r:id="rId39"/>
    <p:sldId id="337" r:id="rId40"/>
    <p:sldId id="339" r:id="rId41"/>
    <p:sldId id="341" r:id="rId42"/>
    <p:sldId id="344" r:id="rId43"/>
    <p:sldId id="347" r:id="rId44"/>
    <p:sldId id="350" r:id="rId45"/>
    <p:sldId id="354" r:id="rId46"/>
    <p:sldId id="357" r:id="rId47"/>
  </p:sldIdLst>
  <p:sldSz cx="12192000" cy="6858000"/>
  <p:notesSz cx="7103745" cy="10234295"/>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 id="0" name="Mia Vida Villanueva" initials="MVV" lastIdx="1" clrIdx="0"/>
  <p:cmAuthor id="7" name="1206988966@qq.com" initials="1" lastIdx="1" clrIdx="2"/>
  <p:cmAuthor id="8" name="姜伟光" initials="姜" lastIdx="1" clrIdx="0"/>
  <p:cmAuthor id="3" name="lenovo" initials="l" lastIdx="6" clrIdx="2"/>
  <p:cmAuthor id="4" name="Administrator" initials="A" lastIdx="4" clrIdx="3"/>
  <p:cmAuthor id="5" name="宋洁然" initials="宋" lastIdx="2" clrIdx="1"/>
  <p:cmAuthor id="6" name="ming qiu" initials="m" lastIdx="17"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94"/>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3" Type="http://schemas.openxmlformats.org/officeDocument/2006/relationships/tags" Target="tags/tag513.xml"/><Relationship Id="rId52" Type="http://schemas.openxmlformats.org/officeDocument/2006/relationships/commentAuthors" Target="commentAuthors.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notesMaster" Target="notesMasters/notesMaster1.xml"/><Relationship Id="rId49" Type="http://schemas.openxmlformats.org/officeDocument/2006/relationships/presProps" Target="presProps.xml"/><Relationship Id="rId48" Type="http://schemas.openxmlformats.org/officeDocument/2006/relationships/handoutMaster" Target="handoutMasters/handoutMaster1.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9" Type="http://schemas.openxmlformats.org/officeDocument/2006/relationships/tags" Target="../tags/tag140.xml"/><Relationship Id="rId8" Type="http://schemas.openxmlformats.org/officeDocument/2006/relationships/tags" Target="../tags/tag139.xml"/><Relationship Id="rId7" Type="http://schemas.openxmlformats.org/officeDocument/2006/relationships/tags" Target="../tags/tag138.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2" Type="http://schemas.openxmlformats.org/officeDocument/2006/relationships/slideLayout" Target="../slideLayouts/slideLayout17.xml"/><Relationship Id="rId11" Type="http://schemas.openxmlformats.org/officeDocument/2006/relationships/tags" Target="../tags/tag142.xml"/><Relationship Id="rId10" Type="http://schemas.openxmlformats.org/officeDocument/2006/relationships/tags" Target="../tags/tag141.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9" Type="http://schemas.openxmlformats.org/officeDocument/2006/relationships/tags" Target="../tags/tag151.xml"/><Relationship Id="rId8" Type="http://schemas.openxmlformats.org/officeDocument/2006/relationships/tags" Target="../tags/tag150.xml"/><Relationship Id="rId7" Type="http://schemas.openxmlformats.org/officeDocument/2006/relationships/tags" Target="../tags/tag149.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2" Type="http://schemas.openxmlformats.org/officeDocument/2006/relationships/slideLayout" Target="../slideLayouts/slideLayout17.xml"/><Relationship Id="rId11" Type="http://schemas.openxmlformats.org/officeDocument/2006/relationships/tags" Target="../tags/tag153.xml"/><Relationship Id="rId10" Type="http://schemas.openxmlformats.org/officeDocument/2006/relationships/tags" Target="../tags/tag152.xml"/><Relationship Id="rId1" Type="http://schemas.openxmlformats.org/officeDocument/2006/relationships/tags" Target="../tags/tag143.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5.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image" Target="../media/image1.emf"/><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0" Type="http://schemas.openxmlformats.org/officeDocument/2006/relationships/slideLayout" Target="../slideLayouts/slideLayout17.xml"/><Relationship Id="rId1" Type="http://schemas.openxmlformats.org/officeDocument/2006/relationships/tags" Target="../tags/tag161.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75.xml"/><Relationship Id="rId7" Type="http://schemas.openxmlformats.org/officeDocument/2006/relationships/image" Target="../media/image2.emf"/><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03.xml"/><Relationship Id="rId6" Type="http://schemas.openxmlformats.org/officeDocument/2006/relationships/tags" Target="../tags/tag202.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1.xml.rels><?xml version="1.0" encoding="UTF-8" standalone="yes"?>
<Relationships xmlns="http://schemas.openxmlformats.org/package/2006/relationships"><Relationship Id="rId9" Type="http://schemas.openxmlformats.org/officeDocument/2006/relationships/tags" Target="../tags/tag212.xml"/><Relationship Id="rId8" Type="http://schemas.openxmlformats.org/officeDocument/2006/relationships/tags" Target="../tags/tag21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tags" Target="../tags/tag207.xml"/><Relationship Id="rId3" Type="http://schemas.openxmlformats.org/officeDocument/2006/relationships/tags" Target="../tags/tag206.xml"/><Relationship Id="rId2" Type="http://schemas.openxmlformats.org/officeDocument/2006/relationships/tags" Target="../tags/tag205.xml"/><Relationship Id="rId13" Type="http://schemas.openxmlformats.org/officeDocument/2006/relationships/slideLayout" Target="../slideLayouts/slideLayout17.xml"/><Relationship Id="rId12" Type="http://schemas.openxmlformats.org/officeDocument/2006/relationships/tags" Target="../tags/tag215.xml"/><Relationship Id="rId11" Type="http://schemas.openxmlformats.org/officeDocument/2006/relationships/tags" Target="../tags/tag214.xml"/><Relationship Id="rId10" Type="http://schemas.openxmlformats.org/officeDocument/2006/relationships/tags" Target="../tags/tag213.xml"/><Relationship Id="rId1" Type="http://schemas.openxmlformats.org/officeDocument/2006/relationships/tags" Target="../tags/tag204.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tags" Target="../tags/tag216.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14.xml.rels><?xml version="1.0" encoding="UTF-8" standalone="yes"?>
<Relationships xmlns="http://schemas.openxmlformats.org/package/2006/relationships"><Relationship Id="rId9" Type="http://schemas.openxmlformats.org/officeDocument/2006/relationships/tags" Target="../tags/tag238.xml"/><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0" Type="http://schemas.openxmlformats.org/officeDocument/2006/relationships/slideLayout" Target="../slideLayouts/slideLayout17.xml"/><Relationship Id="rId2" Type="http://schemas.openxmlformats.org/officeDocument/2006/relationships/tags" Target="../tags/tag231.xml"/><Relationship Id="rId19" Type="http://schemas.openxmlformats.org/officeDocument/2006/relationships/tags" Target="../tags/tag248.xml"/><Relationship Id="rId18" Type="http://schemas.openxmlformats.org/officeDocument/2006/relationships/tags" Target="../tags/tag247.xml"/><Relationship Id="rId17" Type="http://schemas.openxmlformats.org/officeDocument/2006/relationships/tags" Target="../tags/tag246.xml"/><Relationship Id="rId16" Type="http://schemas.openxmlformats.org/officeDocument/2006/relationships/tags" Target="../tags/tag245.xml"/><Relationship Id="rId15" Type="http://schemas.openxmlformats.org/officeDocument/2006/relationships/tags" Target="../tags/tag244.xml"/><Relationship Id="rId14" Type="http://schemas.openxmlformats.org/officeDocument/2006/relationships/tags" Target="../tags/tag243.xml"/><Relationship Id="rId13" Type="http://schemas.openxmlformats.org/officeDocument/2006/relationships/tags" Target="../tags/tag242.xml"/><Relationship Id="rId12" Type="http://schemas.openxmlformats.org/officeDocument/2006/relationships/tags" Target="../tags/tag241.xml"/><Relationship Id="rId11" Type="http://schemas.openxmlformats.org/officeDocument/2006/relationships/tags" Target="../tags/tag240.xml"/><Relationship Id="rId10" Type="http://schemas.openxmlformats.org/officeDocument/2006/relationships/tags" Target="../tags/tag239.xml"/><Relationship Id="rId1" Type="http://schemas.openxmlformats.org/officeDocument/2006/relationships/tags" Target="../tags/tag230.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16.xml.rels><?xml version="1.0" encoding="UTF-8" standalone="yes"?>
<Relationships xmlns="http://schemas.openxmlformats.org/package/2006/relationships"><Relationship Id="rId9" Type="http://schemas.openxmlformats.org/officeDocument/2006/relationships/tags" Target="../tags/tag264.xml"/><Relationship Id="rId8" Type="http://schemas.openxmlformats.org/officeDocument/2006/relationships/tags" Target="../tags/tag263.xml"/><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3" Type="http://schemas.openxmlformats.org/officeDocument/2006/relationships/slideLayout" Target="../slideLayouts/slideLayout17.xml"/><Relationship Id="rId22" Type="http://schemas.openxmlformats.org/officeDocument/2006/relationships/tags" Target="../tags/tag277.xml"/><Relationship Id="rId21" Type="http://schemas.openxmlformats.org/officeDocument/2006/relationships/tags" Target="../tags/tag276.xml"/><Relationship Id="rId20" Type="http://schemas.openxmlformats.org/officeDocument/2006/relationships/tags" Target="../tags/tag275.xml"/><Relationship Id="rId2" Type="http://schemas.openxmlformats.org/officeDocument/2006/relationships/tags" Target="../tags/tag257.xml"/><Relationship Id="rId19" Type="http://schemas.openxmlformats.org/officeDocument/2006/relationships/tags" Target="../tags/tag274.xml"/><Relationship Id="rId18" Type="http://schemas.openxmlformats.org/officeDocument/2006/relationships/tags" Target="../tags/tag273.xml"/><Relationship Id="rId17" Type="http://schemas.openxmlformats.org/officeDocument/2006/relationships/tags" Target="../tags/tag272.xml"/><Relationship Id="rId16" Type="http://schemas.openxmlformats.org/officeDocument/2006/relationships/tags" Target="../tags/tag271.xml"/><Relationship Id="rId15" Type="http://schemas.openxmlformats.org/officeDocument/2006/relationships/tags" Target="../tags/tag270.xml"/><Relationship Id="rId14" Type="http://schemas.openxmlformats.org/officeDocument/2006/relationships/tags" Target="../tags/tag269.xml"/><Relationship Id="rId13" Type="http://schemas.openxmlformats.org/officeDocument/2006/relationships/tags" Target="../tags/tag268.xml"/><Relationship Id="rId12" Type="http://schemas.openxmlformats.org/officeDocument/2006/relationships/tags" Target="../tags/tag267.xml"/><Relationship Id="rId11" Type="http://schemas.openxmlformats.org/officeDocument/2006/relationships/tags" Target="../tags/tag266.xml"/><Relationship Id="rId10" Type="http://schemas.openxmlformats.org/officeDocument/2006/relationships/tags" Target="../tags/tag265.xml"/><Relationship Id="rId1" Type="http://schemas.openxmlformats.org/officeDocument/2006/relationships/tags" Target="../tags/tag256.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1.xml"/><Relationship Id="rId6" Type="http://schemas.openxmlformats.org/officeDocument/2006/relationships/tags" Target="../tags/tag290.xml"/><Relationship Id="rId5" Type="http://schemas.openxmlformats.org/officeDocument/2006/relationships/tags" Target="../tags/tag289.xml"/><Relationship Id="rId4" Type="http://schemas.openxmlformats.org/officeDocument/2006/relationships/tags" Target="../tags/tag288.xml"/><Relationship Id="rId3" Type="http://schemas.openxmlformats.org/officeDocument/2006/relationships/tags" Target="../tags/tag287.xml"/><Relationship Id="rId2" Type="http://schemas.openxmlformats.org/officeDocument/2006/relationships/tags" Target="../tags/tag286.xml"/><Relationship Id="rId1" Type="http://schemas.openxmlformats.org/officeDocument/2006/relationships/tags" Target="../tags/tag285.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8.xml"/><Relationship Id="rId6" Type="http://schemas.openxmlformats.org/officeDocument/2006/relationships/tags" Target="../tags/tag297.xml"/><Relationship Id="rId5" Type="http://schemas.openxmlformats.org/officeDocument/2006/relationships/tags" Target="../tags/tag296.xml"/><Relationship Id="rId4" Type="http://schemas.openxmlformats.org/officeDocument/2006/relationships/tags" Target="../tags/tag295.xml"/><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12.xml"/><Relationship Id="rId6" Type="http://schemas.openxmlformats.org/officeDocument/2006/relationships/tags" Target="../tags/tag311.xml"/><Relationship Id="rId5" Type="http://schemas.openxmlformats.org/officeDocument/2006/relationships/tags" Target="../tags/tag310.xml"/><Relationship Id="rId4" Type="http://schemas.openxmlformats.org/officeDocument/2006/relationships/tags" Target="../tags/tag309.xml"/><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19.xml"/><Relationship Id="rId6" Type="http://schemas.openxmlformats.org/officeDocument/2006/relationships/tags" Target="../tags/tag318.xml"/><Relationship Id="rId5" Type="http://schemas.openxmlformats.org/officeDocument/2006/relationships/tags" Target="../tags/tag317.xml"/><Relationship Id="rId4" Type="http://schemas.openxmlformats.org/officeDocument/2006/relationships/tags" Target="../tags/tag316.xml"/><Relationship Id="rId3" Type="http://schemas.openxmlformats.org/officeDocument/2006/relationships/tags" Target="../tags/tag315.xml"/><Relationship Id="rId2" Type="http://schemas.openxmlformats.org/officeDocument/2006/relationships/tags" Target="../tags/tag314.xml"/><Relationship Id="rId1" Type="http://schemas.openxmlformats.org/officeDocument/2006/relationships/tags" Target="../tags/tag313.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26.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 Type="http://schemas.openxmlformats.org/officeDocument/2006/relationships/tags" Target="../tags/tag327.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0.xml"/><Relationship Id="rId6" Type="http://schemas.openxmlformats.org/officeDocument/2006/relationships/tags" Target="../tags/tag339.xml"/><Relationship Id="rId5" Type="http://schemas.openxmlformats.org/officeDocument/2006/relationships/tags" Target="../tags/tag338.xml"/><Relationship Id="rId4" Type="http://schemas.openxmlformats.org/officeDocument/2006/relationships/tags" Target="../tags/tag337.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_rels/slide2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27.xml.rels><?xml version="1.0" encoding="UTF-8" standalone="yes"?>
<Relationships xmlns="http://schemas.openxmlformats.org/package/2006/relationships"><Relationship Id="rId9" Type="http://schemas.openxmlformats.org/officeDocument/2006/relationships/tags" Target="../tags/tag356.xml"/><Relationship Id="rId8" Type="http://schemas.openxmlformats.org/officeDocument/2006/relationships/tags" Target="../tags/tag355.xml"/><Relationship Id="rId7" Type="http://schemas.openxmlformats.org/officeDocument/2006/relationships/tags" Target="../tags/tag354.xml"/><Relationship Id="rId6" Type="http://schemas.openxmlformats.org/officeDocument/2006/relationships/tags" Target="../tags/tag353.xml"/><Relationship Id="rId5" Type="http://schemas.openxmlformats.org/officeDocument/2006/relationships/tags" Target="../tags/tag352.xml"/><Relationship Id="rId4" Type="http://schemas.openxmlformats.org/officeDocument/2006/relationships/tags" Target="../tags/tag351.xml"/><Relationship Id="rId3" Type="http://schemas.openxmlformats.org/officeDocument/2006/relationships/tags" Target="../tags/tag350.xml"/><Relationship Id="rId2" Type="http://schemas.openxmlformats.org/officeDocument/2006/relationships/tags" Target="../tags/tag349.xml"/><Relationship Id="rId12" Type="http://schemas.openxmlformats.org/officeDocument/2006/relationships/slideLayout" Target="../slideLayouts/slideLayout17.xml"/><Relationship Id="rId11" Type="http://schemas.openxmlformats.org/officeDocument/2006/relationships/tags" Target="../tags/tag358.xml"/><Relationship Id="rId10" Type="http://schemas.openxmlformats.org/officeDocument/2006/relationships/tags" Target="../tags/tag357.xml"/><Relationship Id="rId1" Type="http://schemas.openxmlformats.org/officeDocument/2006/relationships/tags" Target="../tags/tag348.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65.xml"/><Relationship Id="rId6" Type="http://schemas.openxmlformats.org/officeDocument/2006/relationships/tags" Target="../tags/tag364.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tags" Target="../tags/tag361.xml"/><Relationship Id="rId2" Type="http://schemas.openxmlformats.org/officeDocument/2006/relationships/tags" Target="../tags/tag360.xml"/><Relationship Id="rId1" Type="http://schemas.openxmlformats.org/officeDocument/2006/relationships/tags" Target="../tags/tag359.xml"/></Relationships>
</file>

<file path=ppt/slides/_rels/slide29.xml.rels><?xml version="1.0" encoding="UTF-8" standalone="yes"?>
<Relationships xmlns="http://schemas.openxmlformats.org/package/2006/relationships"><Relationship Id="rId9" Type="http://schemas.openxmlformats.org/officeDocument/2006/relationships/tags" Target="../tags/tag374.xml"/><Relationship Id="rId8" Type="http://schemas.openxmlformats.org/officeDocument/2006/relationships/tags" Target="../tags/tag373.xml"/><Relationship Id="rId7" Type="http://schemas.openxmlformats.org/officeDocument/2006/relationships/tags" Target="../tags/tag372.xml"/><Relationship Id="rId6" Type="http://schemas.openxmlformats.org/officeDocument/2006/relationships/tags" Target="../tags/tag371.xml"/><Relationship Id="rId5" Type="http://schemas.openxmlformats.org/officeDocument/2006/relationships/tags" Target="../tags/tag370.xml"/><Relationship Id="rId4" Type="http://schemas.openxmlformats.org/officeDocument/2006/relationships/tags" Target="../tags/tag369.xml"/><Relationship Id="rId3" Type="http://schemas.openxmlformats.org/officeDocument/2006/relationships/tags" Target="../tags/tag368.xml"/><Relationship Id="rId27" Type="http://schemas.openxmlformats.org/officeDocument/2006/relationships/slideLayout" Target="../slideLayouts/slideLayout17.xml"/><Relationship Id="rId26" Type="http://schemas.openxmlformats.org/officeDocument/2006/relationships/tags" Target="../tags/tag391.xml"/><Relationship Id="rId25" Type="http://schemas.openxmlformats.org/officeDocument/2006/relationships/tags" Target="../tags/tag390.xml"/><Relationship Id="rId24" Type="http://schemas.openxmlformats.org/officeDocument/2006/relationships/tags" Target="../tags/tag389.xml"/><Relationship Id="rId23" Type="http://schemas.openxmlformats.org/officeDocument/2006/relationships/tags" Target="../tags/tag388.xml"/><Relationship Id="rId22" Type="http://schemas.openxmlformats.org/officeDocument/2006/relationships/tags" Target="../tags/tag387.xml"/><Relationship Id="rId21" Type="http://schemas.openxmlformats.org/officeDocument/2006/relationships/tags" Target="../tags/tag386.xml"/><Relationship Id="rId20" Type="http://schemas.openxmlformats.org/officeDocument/2006/relationships/tags" Target="../tags/tag385.xml"/><Relationship Id="rId2" Type="http://schemas.openxmlformats.org/officeDocument/2006/relationships/tags" Target="../tags/tag367.xml"/><Relationship Id="rId19" Type="http://schemas.openxmlformats.org/officeDocument/2006/relationships/tags" Target="../tags/tag384.xml"/><Relationship Id="rId18" Type="http://schemas.openxmlformats.org/officeDocument/2006/relationships/tags" Target="../tags/tag383.xml"/><Relationship Id="rId17" Type="http://schemas.openxmlformats.org/officeDocument/2006/relationships/tags" Target="../tags/tag382.xml"/><Relationship Id="rId16" Type="http://schemas.openxmlformats.org/officeDocument/2006/relationships/tags" Target="../tags/tag381.xml"/><Relationship Id="rId15" Type="http://schemas.openxmlformats.org/officeDocument/2006/relationships/tags" Target="../tags/tag380.xml"/><Relationship Id="rId14" Type="http://schemas.openxmlformats.org/officeDocument/2006/relationships/tags" Target="../tags/tag379.xml"/><Relationship Id="rId13" Type="http://schemas.openxmlformats.org/officeDocument/2006/relationships/tags" Target="../tags/tag378.xml"/><Relationship Id="rId12" Type="http://schemas.openxmlformats.org/officeDocument/2006/relationships/tags" Target="../tags/tag377.xml"/><Relationship Id="rId11" Type="http://schemas.openxmlformats.org/officeDocument/2006/relationships/tags" Target="../tags/tag376.xml"/><Relationship Id="rId10" Type="http://schemas.openxmlformats.org/officeDocument/2006/relationships/tags" Target="../tags/tag375.xml"/><Relationship Id="rId1" Type="http://schemas.openxmlformats.org/officeDocument/2006/relationships/tags" Target="../tags/tag366.xml"/></Relationships>
</file>

<file path=ppt/slides/_rels/slide30.xml.rels><?xml version="1.0" encoding="UTF-8" standalone="yes"?>
<Relationships xmlns="http://schemas.openxmlformats.org/package/2006/relationships"><Relationship Id="rId9" Type="http://schemas.openxmlformats.org/officeDocument/2006/relationships/tags" Target="../tags/tag400.xml"/><Relationship Id="rId8" Type="http://schemas.openxmlformats.org/officeDocument/2006/relationships/tags" Target="../tags/tag399.xml"/><Relationship Id="rId7" Type="http://schemas.openxmlformats.org/officeDocument/2006/relationships/tags" Target="../tags/tag398.xml"/><Relationship Id="rId6" Type="http://schemas.openxmlformats.org/officeDocument/2006/relationships/tags" Target="../tags/tag397.xml"/><Relationship Id="rId5" Type="http://schemas.openxmlformats.org/officeDocument/2006/relationships/tags" Target="../tags/tag396.xml"/><Relationship Id="rId4" Type="http://schemas.openxmlformats.org/officeDocument/2006/relationships/tags" Target="../tags/tag395.xml"/><Relationship Id="rId3" Type="http://schemas.openxmlformats.org/officeDocument/2006/relationships/tags" Target="../tags/tag394.xml"/><Relationship Id="rId2" Type="http://schemas.openxmlformats.org/officeDocument/2006/relationships/tags" Target="../tags/tag393.xml"/><Relationship Id="rId14" Type="http://schemas.openxmlformats.org/officeDocument/2006/relationships/slideLayout" Target="../slideLayouts/slideLayout17.xml"/><Relationship Id="rId13" Type="http://schemas.openxmlformats.org/officeDocument/2006/relationships/tags" Target="../tags/tag403.xml"/><Relationship Id="rId12" Type="http://schemas.openxmlformats.org/officeDocument/2006/relationships/image" Target="../media/image3.emf"/><Relationship Id="rId11" Type="http://schemas.openxmlformats.org/officeDocument/2006/relationships/tags" Target="../tags/tag402.xml"/><Relationship Id="rId10" Type="http://schemas.openxmlformats.org/officeDocument/2006/relationships/tags" Target="../tags/tag401.xml"/><Relationship Id="rId1" Type="http://schemas.openxmlformats.org/officeDocument/2006/relationships/tags" Target="../tags/tag392.xml"/></Relationships>
</file>

<file path=ppt/slides/_rels/slide31.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3" Type="http://schemas.openxmlformats.org/officeDocument/2006/relationships/slideLayout" Target="../slideLayouts/slideLayout17.xml"/><Relationship Id="rId12" Type="http://schemas.openxmlformats.org/officeDocument/2006/relationships/tags" Target="../tags/tag415.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2.xml"/><Relationship Id="rId6" Type="http://schemas.openxmlformats.org/officeDocument/2006/relationships/tags" Target="../tags/tag421.xml"/><Relationship Id="rId5" Type="http://schemas.openxmlformats.org/officeDocument/2006/relationships/tags" Target="../tags/tag420.xml"/><Relationship Id="rId4" Type="http://schemas.openxmlformats.org/officeDocument/2006/relationships/tags" Target="../tags/tag419.xml"/><Relationship Id="rId3" Type="http://schemas.openxmlformats.org/officeDocument/2006/relationships/tags" Target="../tags/tag418.xml"/><Relationship Id="rId2" Type="http://schemas.openxmlformats.org/officeDocument/2006/relationships/tags" Target="../tags/tag417.xml"/><Relationship Id="rId1" Type="http://schemas.openxmlformats.org/officeDocument/2006/relationships/tags" Target="../tags/tag416.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9.xml"/><Relationship Id="rId6" Type="http://schemas.openxmlformats.org/officeDocument/2006/relationships/tags" Target="../tags/tag428.xml"/><Relationship Id="rId5" Type="http://schemas.openxmlformats.org/officeDocument/2006/relationships/tags" Target="../tags/tag427.xml"/><Relationship Id="rId4" Type="http://schemas.openxmlformats.org/officeDocument/2006/relationships/tags" Target="../tags/tag426.xml"/><Relationship Id="rId3" Type="http://schemas.openxmlformats.org/officeDocument/2006/relationships/tags" Target="../tags/tag425.xml"/><Relationship Id="rId2" Type="http://schemas.openxmlformats.org/officeDocument/2006/relationships/tags" Target="../tags/tag424.xml"/><Relationship Id="rId1" Type="http://schemas.openxmlformats.org/officeDocument/2006/relationships/tags" Target="../tags/tag423.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36.xml"/><Relationship Id="rId6" Type="http://schemas.openxmlformats.org/officeDocument/2006/relationships/tags" Target="../tags/tag435.xml"/><Relationship Id="rId5" Type="http://schemas.openxmlformats.org/officeDocument/2006/relationships/tags" Target="../tags/tag434.xml"/><Relationship Id="rId4" Type="http://schemas.openxmlformats.org/officeDocument/2006/relationships/tags" Target="../tags/tag433.xml"/><Relationship Id="rId3" Type="http://schemas.openxmlformats.org/officeDocument/2006/relationships/tags" Target="../tags/tag432.xml"/><Relationship Id="rId2" Type="http://schemas.openxmlformats.org/officeDocument/2006/relationships/tags" Target="../tags/tag431.xml"/><Relationship Id="rId1" Type="http://schemas.openxmlformats.org/officeDocument/2006/relationships/tags" Target="../tags/tag430.xml"/></Relationships>
</file>

<file path=ppt/slides/_rels/slide3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 Type="http://schemas.openxmlformats.org/officeDocument/2006/relationships/tags" Target="../tags/tag437.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s>
</file>

<file path=ppt/slides/_rels/slide37.xml.rels><?xml version="1.0" encoding="UTF-8" standalone="yes"?>
<Relationships xmlns="http://schemas.openxmlformats.org/package/2006/relationships"><Relationship Id="rId9" Type="http://schemas.openxmlformats.org/officeDocument/2006/relationships/tags" Target="../tags/tag457.xml"/><Relationship Id="rId8" Type="http://schemas.openxmlformats.org/officeDocument/2006/relationships/image" Target="../media/image5.emf"/><Relationship Id="rId7" Type="http://schemas.openxmlformats.org/officeDocument/2006/relationships/image" Target="../media/image4.emf"/><Relationship Id="rId6" Type="http://schemas.openxmlformats.org/officeDocument/2006/relationships/tags" Target="../tags/tag456.xml"/><Relationship Id="rId5" Type="http://schemas.openxmlformats.org/officeDocument/2006/relationships/tags" Target="../tags/tag455.xml"/><Relationship Id="rId4" Type="http://schemas.openxmlformats.org/officeDocument/2006/relationships/tags" Target="../tags/tag454.xml"/><Relationship Id="rId3" Type="http://schemas.openxmlformats.org/officeDocument/2006/relationships/tags" Target="../tags/tag453.xml"/><Relationship Id="rId2" Type="http://schemas.openxmlformats.org/officeDocument/2006/relationships/tags" Target="../tags/tag452.xml"/><Relationship Id="rId10" Type="http://schemas.openxmlformats.org/officeDocument/2006/relationships/slideLayout" Target="../slideLayouts/slideLayout17.xml"/><Relationship Id="rId1" Type="http://schemas.openxmlformats.org/officeDocument/2006/relationships/tags" Target="../tags/tag451.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64.xml"/><Relationship Id="rId6" Type="http://schemas.openxmlformats.org/officeDocument/2006/relationships/tags" Target="../tags/tag463.xml"/><Relationship Id="rId5" Type="http://schemas.openxmlformats.org/officeDocument/2006/relationships/tags" Target="../tags/tag462.xml"/><Relationship Id="rId4" Type="http://schemas.openxmlformats.org/officeDocument/2006/relationships/tags" Target="../tags/tag461.xml"/><Relationship Id="rId3" Type="http://schemas.openxmlformats.org/officeDocument/2006/relationships/tags" Target="../tags/tag460.xml"/><Relationship Id="rId2" Type="http://schemas.openxmlformats.org/officeDocument/2006/relationships/tags" Target="../tags/tag459.xml"/><Relationship Id="rId1" Type="http://schemas.openxmlformats.org/officeDocument/2006/relationships/tags" Target="../tags/tag458.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1.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tags" Target="../tags/tag468.xml"/><Relationship Id="rId3" Type="http://schemas.openxmlformats.org/officeDocument/2006/relationships/tags" Target="../tags/tag467.xml"/><Relationship Id="rId2" Type="http://schemas.openxmlformats.org/officeDocument/2006/relationships/tags" Target="../tags/tag466.xml"/><Relationship Id="rId1" Type="http://schemas.openxmlformats.org/officeDocument/2006/relationships/tags" Target="../tags/tag465.xml"/></Relationships>
</file>

<file path=ppt/slides/_rels/slide40.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6" Type="http://schemas.openxmlformats.org/officeDocument/2006/relationships/slideLayout" Target="../slideLayouts/slideLayout17.xml"/><Relationship Id="rId25" Type="http://schemas.openxmlformats.org/officeDocument/2006/relationships/tags" Target="../tags/tag496.xml"/><Relationship Id="rId24" Type="http://schemas.openxmlformats.org/officeDocument/2006/relationships/tags" Target="../tags/tag495.xml"/><Relationship Id="rId23" Type="http://schemas.openxmlformats.org/officeDocument/2006/relationships/tags" Target="../tags/tag494.xml"/><Relationship Id="rId22" Type="http://schemas.openxmlformats.org/officeDocument/2006/relationships/tags" Target="../tags/tag493.xml"/><Relationship Id="rId21" Type="http://schemas.openxmlformats.org/officeDocument/2006/relationships/tags" Target="../tags/tag492.xml"/><Relationship Id="rId20" Type="http://schemas.openxmlformats.org/officeDocument/2006/relationships/tags" Target="../tags/tag491.xml"/><Relationship Id="rId2" Type="http://schemas.openxmlformats.org/officeDocument/2006/relationships/tags" Target="../tags/tag473.xml"/><Relationship Id="rId19" Type="http://schemas.openxmlformats.org/officeDocument/2006/relationships/tags" Target="../tags/tag490.xml"/><Relationship Id="rId18" Type="http://schemas.openxmlformats.org/officeDocument/2006/relationships/tags" Target="../tags/tag489.xml"/><Relationship Id="rId17" Type="http://schemas.openxmlformats.org/officeDocument/2006/relationships/tags" Target="../tags/tag488.xml"/><Relationship Id="rId16" Type="http://schemas.openxmlformats.org/officeDocument/2006/relationships/tags" Target="../tags/tag487.xml"/><Relationship Id="rId15" Type="http://schemas.openxmlformats.org/officeDocument/2006/relationships/tags" Target="../tags/tag48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03.xml"/><Relationship Id="rId6" Type="http://schemas.openxmlformats.org/officeDocument/2006/relationships/tags" Target="../tags/tag502.xml"/><Relationship Id="rId5" Type="http://schemas.openxmlformats.org/officeDocument/2006/relationships/tags" Target="../tags/tag501.xml"/><Relationship Id="rId4" Type="http://schemas.openxmlformats.org/officeDocument/2006/relationships/tags" Target="../tags/tag500.xml"/><Relationship Id="rId3" Type="http://schemas.openxmlformats.org/officeDocument/2006/relationships/tags" Target="../tags/tag499.xml"/><Relationship Id="rId2" Type="http://schemas.openxmlformats.org/officeDocument/2006/relationships/tags" Target="../tags/tag498.xml"/><Relationship Id="rId1" Type="http://schemas.openxmlformats.org/officeDocument/2006/relationships/tags" Target="../tags/tag497.xml"/></Relationships>
</file>

<file path=ppt/slides/_rels/slide4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510.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3" Type="http://schemas.openxmlformats.org/officeDocument/2006/relationships/tags" Target="../tags/tag506.xml"/><Relationship Id="rId2" Type="http://schemas.openxmlformats.org/officeDocument/2006/relationships/tags" Target="../tags/tag505.xml"/><Relationship Id="rId1" Type="http://schemas.openxmlformats.org/officeDocument/2006/relationships/tags" Target="../tags/tag504.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512.xml"/><Relationship Id="rId1" Type="http://schemas.openxmlformats.org/officeDocument/2006/relationships/tags" Target="../tags/tag5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10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第 10 章</a:t>
            </a:r>
            <a:r>
              <a:rPr lang="zh-CN" altLang="en-US" sz="1800" b="0" spc="100" dirty="0" smtClean="0">
                <a:ln w="3175">
                  <a:noFill/>
                  <a:prstDash val="dash"/>
                </a:ln>
                <a:solidFill>
                  <a:schemeClr val="dk1">
                    <a:lumMod val="75000"/>
                    <a:lumOff val="25000"/>
                  </a:schemeClr>
                </a:solidFill>
                <a:effectLst/>
                <a:uFillTx/>
                <a:sym typeface="+mn-ea"/>
              </a:rPr>
              <a:t>◄ 存储过程与触发器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SQL Server提供了Transact-SQL语句，用户可以自定义程序，用来满足数据库的应用需求。存储过程是由一系列Transact-SQL语句构成的程序，用于完成特定的功能。通过使用存储过程，可以将经常使用的语句封装起来，这样可以提高代码的重用性。存储过程是经过编译后存储在数据库中的，所以执行存储过程效率较高。存储过程还可以接受参数，提高存储过程的灵活性。存储过程可以通过名称直接调用。触发器是一种特殊类型的存储过程，是为了保证数据完整性和业务规则而提供的一种机制，这种机制是约束机制的补充。在数据库的表中执行插入、更新、删除等操作之前或者之后，当满足触发条件时，触发器会由SQL Server自动触发执行。
本章将介绍存储过程的创建、调用和管理，还将介绍触发器的创建和管理。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2046603" y="1844582"/>
            <a:ext cx="8075195" cy="408272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过程是一组为了完成特定功能的SQL语句集。通过存储过程可以将经常使用的SQL语句封装起来，这样可以避免重复编写相同的SQL语句。另外，存储过程一般是经过编译后存储在数据库中的，所以执行存储过程要比执行存储过程中封装的SQL语句更有效率。除此之外，存储过程还可以接受输入参数、输出参数等，可以返回单个或多个结果集以及返回值。
本节将介绍存储过程的创建和使用、如何管理存储过程、处理存储过程中的错误信息以及优化存储过程。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1.1 使用存储过程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使用存储过程可以大大增强SQL语言的功能和灵活性，可以完成复杂的判断和运算，能够提高数据库的访问速度。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存储过程的类型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Server中，可以使用的存储过程类型主要有：用户定义的存储过程、扩展存储过程和系统存储过程。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（1）用户定义的存储过程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用户定义的存储过程封装了可重用代码的模块或例程，可以接受输入参数、向客户端返回表格或标量结果和消息、调用数据定义语言（DLL）和数据操纵语言（DML）语句，然后返回输出参数。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用户定义的存储过程主要有如下两种。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Transact-SQL存储过程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在Transact-SQL存储过程中，保存的是Transact-SQL语句的集合，可以接受和返回用户提供的参数。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如，在一个Transact-SQL存储过程中保存对学生表的操作语句，如INSERT、UPDATE语句等，在接收用户提供的某个学生的信息后，实现向学生表中添加或修改学生信息。当然，Transact存储过程也可以接受用户提供的搜索条件，从而向用户返回搜索结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CLR存储过程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CLR存储过程主要是针对.NET Framework公共语言运行时（CLR）方法的引用，可以接受和返回用户提供的参数。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存储过程的类型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6965" cy="2640330"/>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（2）扩展存储过程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扩展存储过程可以加载SQL Server以外的DLL（Dynamic Link Library，动态链接库），允许使用编程语言（如C语言）创建自己的外部例程。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（3）系统存储过程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系统存储过程可以用来实现SQL Server中的许多管理活动，可以用来获取系统的数据等，主要存放在系统数据库master中，不过在其他数据库中也可以调用这些系统存储过程，而且在调用时可以只用存储过程的名称，而不需要在存储过程的名称之前添加数据库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Server中的系统存储过程的类型及其描述如表10-1所示。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custDataLst>
              <p:tags r:id="rId7"/>
            </p:custDataLst>
          </p:nvPr>
        </p:nvPicPr>
        <p:blipFill>
          <a:blip r:embed="rId8"/>
          <a:stretch>
            <a:fillRect/>
          </a:stretch>
        </p:blipFill>
        <p:spPr>
          <a:xfrm>
            <a:off x="2551430" y="4024630"/>
            <a:ext cx="6715125" cy="3209925"/>
          </a:xfrm>
          <a:prstGeom prst="rect">
            <a:avLst/>
          </a:prstGeom>
        </p:spPr>
      </p:pic>
    </p:spTree>
    <p:custDataLst>
      <p:tags r:id="rId9"/>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用户定义的存储过程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788795" y="1816735"/>
            <a:ext cx="9022080" cy="414655"/>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 Server数据库系统中常用的系统存储过程及其作用如表10-2所示。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7"/>
          <a:stretch>
            <a:fillRect/>
          </a:stretch>
        </p:blipFill>
        <p:spPr>
          <a:xfrm>
            <a:off x="3140075" y="2403475"/>
            <a:ext cx="6743700" cy="1828800"/>
          </a:xfrm>
          <a:prstGeom prst="rect">
            <a:avLst/>
          </a:prstGeom>
        </p:spPr>
      </p:pic>
    </p:spTree>
    <p:custDataLst>
      <p:tags r:id="rId8"/>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创建存储过程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6565" y="1219835"/>
            <a:ext cx="11277600" cy="5638800"/>
          </a:xfrm>
          <a:prstGeom prst="rect">
            <a:avLst/>
          </a:prstGeom>
          <a:noFill/>
          <a:ln w="3175">
            <a:noFill/>
            <a:prstDash val="dash"/>
          </a:ln>
        </p:spPr>
        <p:txBody>
          <a:bodyPr wrap="square" lIns="63500" tIns="25400" rIns="63500" bIns="25400" anchor="ctr" anchorCtr="0">
            <a:normAutofit fontScale="4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创建存储过程需要使用CREATE PROCEDURE语句，而且需要用户具有CREATE PROCEDURE系统权限。</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（1）创建存储过程的语法</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创建存储过程的语法如下：</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CREATE PROC[EDURE]  procedure_name[;number]</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[{@parameter data_type}</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[VARYING] [=default] [OUTPUT]] [,... n]</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[WITH </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{RECOMPILE|ENCRYPTION|RECOMPILE,ENCRYPTION}]</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[FOR REPLICATION]</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AS sql_statement [...n];</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语法说明如下。</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PROC[EDURE]：表示创建的是存储过程。可以使用全称PROCEDURE，也可以使用简称PROC。</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Procedure_name：表示创建的存储过程的名称。</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;number：一个整数，用来对同名的存储过程进行分组。分组后可以使用一个DROP PROCEDURE语句将这些分组过程一起删除。例如，存储过程test;1、test;2可以组成一个text组，使用</a:t>
            </a: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DROP PROCEDURE test可以一次性删除这两个存储过程。</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@parameter：参数名。</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data_type：参数的数据类型。</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VARYING：指定输出参数所支持的结果集，仅适用于游标参数。</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Default：参数的默认值。</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ct val="120000"/>
              </a:lnSpc>
              <a:spcAft>
                <a:spcPts val="800"/>
              </a:spcAft>
              <a:buFont typeface="Arial" panose="020B0604020202020204" pitchFamily="34" charset="0"/>
              <a:buChar char="•"/>
            </a:pPr>
            <a:r>
              <a:rPr altLang="zh-CN"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OUTPUT：表示定义的参数是输出参数。</a:t>
            </a:r>
            <a:endParaRPr lang="zh-CN" altLang="en-US" sz="225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dirty="0" err="1">
                <a:solidFill>
                  <a:schemeClr val="dk1"/>
                </a:solidFill>
                <a:latin typeface="微软雅黑" panose="020B0503020204020204" charset="-122"/>
                <a:ea typeface="微软雅黑" panose="020B0503020204020204" charset="-122"/>
                <a:sym typeface="微软雅黑" panose="020B0503020204020204" charset="-122"/>
              </a:rPr>
              <a:t>（</a:t>
            </a:r>
            <a:r>
              <a:rPr lang="en-US" altLang="zh-CN" dirty="0" err="1">
                <a:solidFill>
                  <a:schemeClr val="dk1"/>
                </a:solidFill>
                <a:latin typeface="微软雅黑" panose="020B0503020204020204" charset="-122"/>
                <a:ea typeface="微软雅黑" panose="020B0503020204020204" charset="-122"/>
                <a:sym typeface="微软雅黑" panose="020B0503020204020204" charset="-122"/>
              </a:rPr>
              <a:t>2</a:t>
            </a:r>
            <a:r>
              <a:rPr lang="zh-CN" altLang="en-US" dirty="0" err="1">
                <a:solidFill>
                  <a:schemeClr val="dk1"/>
                </a:solidFill>
                <a:latin typeface="微软雅黑" panose="020B0503020204020204" charset="-122"/>
                <a:ea typeface="微软雅黑" panose="020B0503020204020204" charset="-122"/>
                <a:sym typeface="微软雅黑" panose="020B0503020204020204" charset="-122"/>
              </a:rPr>
              <a:t>）</a:t>
            </a:r>
            <a:r>
              <a:rPr dirty="0" err="1">
                <a:solidFill>
                  <a:schemeClr val="dk1"/>
                </a:solidFill>
                <a:latin typeface="微软雅黑" panose="020B0503020204020204" charset="-122"/>
                <a:ea typeface="微软雅黑" panose="020B0503020204020204" charset="-122"/>
                <a:sym typeface="微软雅黑" panose="020B0503020204020204" charset="-122"/>
              </a:rPr>
              <a:t>创建存储过程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478028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（2）创建存储过程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【例10.1】下面创建一个不包含输入、输出参数的存储过程，对存储过程的创建进行简单介绍。其语句如下：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pro_test1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Sno,Sname,Ssex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Sno=’15009001’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上面创建了一个简单的存储过程pro_test1，该过程用于从student表中检索Sno为15009001的数据行的Sno、Sname、Ssex列。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sym typeface="微软雅黑" panose="020B0503020204020204" charset="-122"/>
              </a:rPr>
              <a:t>带参数的存储过程</a:t>
            </a:r>
            <a:r>
              <a:rPr lang="zh-CN" altLang="en-US" sz="1800" spc="100" dirty="0" smtClean="0">
                <a:ln w="3175">
                  <a:noFill/>
                  <a:prstDash val="dash"/>
                </a:ln>
                <a:solidFill>
                  <a:schemeClr val="dk1">
                    <a:lumMod val="75000"/>
                    <a:lumOff val="25000"/>
                  </a:schemeClr>
                </a:solidFill>
                <a:effectLst/>
                <a:uFillTx/>
                <a:latin typeface="Times New Roman" panose="02020603050405020304" charset="0"/>
                <a:cs typeface="Times New Roman" panose="02020603050405020304" charset="0"/>
                <a:sym typeface="+mn-ea"/>
              </a:rPr>
              <a:t>（1）输入参数</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835" y="1449705"/>
            <a:ext cx="11276965" cy="42862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上面我们已经建立了pro_test1，用于检索student表中Sno为15009001的数据行的列信息，如果想要获取Sno为15009002或其他值的数据行信息，就不能使用该过程，而且该存储过程不输出任何内容。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（1）输入参数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在实际应用中，用户一般希望存储过程能够根据自己动态给定的Sno从student表中查询相应的信息，这时就需要使用输入参数。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【例10.2】下面创建一个存储过程pro_test2，该过程在pro_test1的基础上做简单改进，为其添加一个输入参数，语句如下：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pro_test2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@Sno_in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Sno,Sname,Ssex 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Sno=@Sno_in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述存储过程pro_test2，该过程中声明了一个输入参数：int类型的Sno_in。在调用该存储过程时，用户需要为变量Sno_in提供值。存储过程接受用户输入的变量值，并赋给SELECT语句中的Sno，实现从student表中检索指定Sno所在数据行的Sno、Sname和Ssex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存储过程中允许有一个或多个输入参数，如果有多个输入参数，多个输入参数之间就需要使用逗号隔开。</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lnSpcReduction="10000"/>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pPr algn="l" defTabSz="913765">
              <a:spcAft>
                <a:spcPts val="800"/>
              </a:spcAft>
            </a:pPr>
            <a:r>
              <a:rPr lang="en-US" dirty="0" err="1">
                <a:solidFill>
                  <a:schemeClr val="dk1"/>
                </a:solidFill>
                <a:sym typeface="微软雅黑" panose="020B0503020204020204" charset="-122"/>
              </a:rPr>
              <a:t>3.</a:t>
            </a:r>
            <a:r>
              <a:rPr dirty="0" err="1">
                <a:solidFill>
                  <a:schemeClr val="dk1"/>
                </a:solidFill>
                <a:sym typeface="微软雅黑" panose="020B0503020204020204" charset="-122"/>
              </a:rPr>
              <a:t>带参数的存储过程</a:t>
            </a:r>
            <a:r>
              <a:rPr lang="zh-CN" altLang="en-US" sz="1800" spc="100" dirty="0" smtClean="0">
                <a:ln w="3175">
                  <a:noFill/>
                  <a:prstDash val="dash"/>
                </a:ln>
                <a:solidFill>
                  <a:schemeClr val="dk1">
                    <a:lumMod val="75000"/>
                    <a:lumOff val="25000"/>
                  </a:schemeClr>
                </a:solidFill>
                <a:effectLst/>
                <a:uFillTx/>
                <a:sym typeface="+mn-ea"/>
              </a:rPr>
              <a:t>（2）输出参数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（2）输出参数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如果用户想要了解存储过程中检索出来的字段信息，那么可以在存储过程中声明输出参数。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【例10.3】下面创建一个存储过程pro_test3，该过程在pro_test2的基础上增加输出参数，语句如下：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pro_test3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@Sno_in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@Sno_out int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@Sname_out varchar（10）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@Ssex_out char（2）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@Sno_out = Sno,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@Sname_out =Sname,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@Ssex_out = Ssex</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FROM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WHERE Sno=@Sno_in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上述存储过程pro_test3，输出参数包括int类型的Sno_out、varchar类型的Sname_out、char类型的Ssex_out，分别用于接收并输出显示从student表中检索出来的Sno、Sname、Ssex列的值。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sym typeface="微软雅黑" panose="020B0503020204020204" charset="-122"/>
              </a:rPr>
              <a:t>执行存储过程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143760" y="1929765"/>
            <a:ext cx="7773035" cy="431482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执行存储过程需要使用EXECUTE语句，EXECUTE也可以简写为EXEC。执行存储过程的语法如下：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[{EXEC|EXECUTE}]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[@return_status=]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{procedure_name [;number]|@procedure_name_var}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[[@parameter=]{value|@variable[OUTPUT]|[DEFAULT]}]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RECOMPILE]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@return_status：可选的整型变量，存储模块的返回状态。这个变量用于EXECUTE语句前，必须在批处理、存储过程或函数中声明。</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Procedure_name：表示存储过程名。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@procedure_name_var：表示局部定义的变量名。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@parameter：表示参数。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Value：表示参数值。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@variable：用来存储参数或返回参数的变量。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2"/>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执行存储过程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3355"/>
            <a:ext cx="11277600" cy="516763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（1）执行不含参数的存储过程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如果执行的存储过程没有参数，指定过程名称即可。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】执行存储过程pro_test1时，可以使用如下语句执行：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pro_test1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（2）执行含有输入参数的存储过程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如果存储过程有输入参数，就需要在执行该过程时为输入参数赋值。</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】执行存储过程pro_test2的语句如下：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pro_test2 15009003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如上所示，在执行pro_test2存储过程时，为该过程中的输入变量Sno_in赋值为15009003。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如果存储过程有多个输入参数，就需要为这些参数全部赋值，赋值时可以采用如下两种形式：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按参数顺序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】pro_test存储过程中有两个输入参数：Sno_in和Sname_in，如果按参数顺序为其指定参数值，执行语句如下：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pro_test 15009003 ,'张昊一'</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指明参数名</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】如果记不清存储过程中的参数顺序，而知道参数名，就可以使用“@参数名=参数值”的形式为过程指定参数值，语句如下：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pro_test @Sno='张昊一',@Sno=15009003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执行含有输出参数的存储过程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01396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（3）执行含有输出参数的存储过程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如果存储过程有输出参数，就需要先声明这些输出参数，并在执行存储过程时为其添加OUTPUT关键字。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】pro_test3存储过程中有一个输入参数和三个输出参数，执行该过程的语句如下：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@Sno_out int,@Sname varchar（10）,@Ssex_out char（2）</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pro_test3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15009003</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@Sno_out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@Sname_out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@Ssex_out OUTPUT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如上述示例，在执行存储过程pro_test3之前，先使用DECLARE关键字再次声明过程中的几个输出参数，并为其指定数据类型，然后在执行语句中使用这几个参数。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执行pro_test3存储过程后，该存储过程的输出参数中已经保存有值，但并不会输出显示。如果要显示存储过程中输出参数的值，就需要使用PRINT命令，该命令需要和上述语句一起被执行，语句如下：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@Sno_out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@Sname_out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@Ssex_out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1.2 管理存储过程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5895975" y="2493645"/>
            <a:ext cx="471106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对存储过程的管理主要包括修改存储过程的内容、删除存储过程以及查询存储过程的结构、参数等信息。</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8" name="Freeform 4"/>
          <p:cNvSpPr/>
          <p:nvPr>
            <p:custDataLst>
              <p:tags r:id="rId7"/>
            </p:custDataLst>
          </p:nvPr>
        </p:nvSpPr>
        <p:spPr>
          <a:xfrm>
            <a:off x="2029665" y="2042160"/>
            <a:ext cx="3216989" cy="4145280"/>
          </a:xfrm>
          <a:custGeom>
            <a:avLst/>
            <a:gdLst>
              <a:gd name="connsiteX0" fmla="*/ 323604 w 4522224"/>
              <a:gd name="connsiteY0" fmla="*/ 6062148 h 6062148"/>
              <a:gd name="connsiteX1" fmla="*/ 376944 w 4522224"/>
              <a:gd name="connsiteY1" fmla="*/ 5924988 h 6062148"/>
              <a:gd name="connsiteX2" fmla="*/ 437904 w 4522224"/>
              <a:gd name="connsiteY2" fmla="*/ 5780208 h 6062148"/>
              <a:gd name="connsiteX3" fmla="*/ 468384 w 4522224"/>
              <a:gd name="connsiteY3" fmla="*/ 5665908 h 6062148"/>
              <a:gd name="connsiteX4" fmla="*/ 506484 w 4522224"/>
              <a:gd name="connsiteY4" fmla="*/ 5612568 h 6062148"/>
              <a:gd name="connsiteX5" fmla="*/ 536964 w 4522224"/>
              <a:gd name="connsiteY5" fmla="*/ 5521128 h 6062148"/>
              <a:gd name="connsiteX6" fmla="*/ 559824 w 4522224"/>
              <a:gd name="connsiteY6" fmla="*/ 5353488 h 6062148"/>
              <a:gd name="connsiteX7" fmla="*/ 597924 w 4522224"/>
              <a:gd name="connsiteY7" fmla="*/ 5223948 h 6062148"/>
              <a:gd name="connsiteX8" fmla="*/ 620784 w 4522224"/>
              <a:gd name="connsiteY8" fmla="*/ 5178228 h 6062148"/>
              <a:gd name="connsiteX9" fmla="*/ 696984 w 4522224"/>
              <a:gd name="connsiteY9" fmla="*/ 5071548 h 6062148"/>
              <a:gd name="connsiteX10" fmla="*/ 712224 w 4522224"/>
              <a:gd name="connsiteY10" fmla="*/ 5063928 h 6062148"/>
              <a:gd name="connsiteX11" fmla="*/ 704604 w 4522224"/>
              <a:gd name="connsiteY11" fmla="*/ 5025828 h 6062148"/>
              <a:gd name="connsiteX12" fmla="*/ 696984 w 4522224"/>
              <a:gd name="connsiteY12" fmla="*/ 5002968 h 6062148"/>
              <a:gd name="connsiteX13" fmla="*/ 963684 w 4522224"/>
              <a:gd name="connsiteY13" fmla="*/ 4682928 h 6062148"/>
              <a:gd name="connsiteX14" fmla="*/ 956064 w 4522224"/>
              <a:gd name="connsiteY14" fmla="*/ 4644828 h 6062148"/>
              <a:gd name="connsiteX15" fmla="*/ 1337064 w 4522224"/>
              <a:gd name="connsiteY15" fmla="*/ 4172388 h 6062148"/>
              <a:gd name="connsiteX16" fmla="*/ 1253244 w 4522224"/>
              <a:gd name="connsiteY16" fmla="*/ 4012368 h 6062148"/>
              <a:gd name="connsiteX17" fmla="*/ 1199904 w 4522224"/>
              <a:gd name="connsiteY17" fmla="*/ 3928548 h 6062148"/>
              <a:gd name="connsiteX18" fmla="*/ 1169424 w 4522224"/>
              <a:gd name="connsiteY18" fmla="*/ 3768528 h 6062148"/>
              <a:gd name="connsiteX19" fmla="*/ 1146564 w 4522224"/>
              <a:gd name="connsiteY19" fmla="*/ 3699948 h 6062148"/>
              <a:gd name="connsiteX20" fmla="*/ 1138944 w 4522224"/>
              <a:gd name="connsiteY20" fmla="*/ 3669468 h 6062148"/>
              <a:gd name="connsiteX21" fmla="*/ 1062744 w 4522224"/>
              <a:gd name="connsiteY21" fmla="*/ 3661848 h 6062148"/>
              <a:gd name="connsiteX22" fmla="*/ 933204 w 4522224"/>
              <a:gd name="connsiteY22" fmla="*/ 3669468 h 6062148"/>
              <a:gd name="connsiteX23" fmla="*/ 826524 w 4522224"/>
              <a:gd name="connsiteY23" fmla="*/ 3692328 h 6062148"/>
              <a:gd name="connsiteX24" fmla="*/ 605544 w 4522224"/>
              <a:gd name="connsiteY24" fmla="*/ 3738048 h 6062148"/>
              <a:gd name="connsiteX25" fmla="*/ 384564 w 4522224"/>
              <a:gd name="connsiteY25" fmla="*/ 3638988 h 6062148"/>
              <a:gd name="connsiteX26" fmla="*/ 376944 w 4522224"/>
              <a:gd name="connsiteY26" fmla="*/ 3326568 h 6062148"/>
              <a:gd name="connsiteX27" fmla="*/ 415044 w 4522224"/>
              <a:gd name="connsiteY27" fmla="*/ 3250368 h 6062148"/>
              <a:gd name="connsiteX28" fmla="*/ 415044 w 4522224"/>
              <a:gd name="connsiteY28" fmla="*/ 3227508 h 6062148"/>
              <a:gd name="connsiteX29" fmla="*/ 384564 w 4522224"/>
              <a:gd name="connsiteY29" fmla="*/ 3166548 h 6062148"/>
              <a:gd name="connsiteX30" fmla="*/ 361704 w 4522224"/>
              <a:gd name="connsiteY30" fmla="*/ 3166548 h 6062148"/>
              <a:gd name="connsiteX31" fmla="*/ 346464 w 4522224"/>
              <a:gd name="connsiteY31" fmla="*/ 3105588 h 6062148"/>
              <a:gd name="connsiteX32" fmla="*/ 392184 w 4522224"/>
              <a:gd name="connsiteY32" fmla="*/ 3021768 h 6062148"/>
              <a:gd name="connsiteX33" fmla="*/ 483624 w 4522224"/>
              <a:gd name="connsiteY33" fmla="*/ 2998908 h 6062148"/>
              <a:gd name="connsiteX34" fmla="*/ 460764 w 4522224"/>
              <a:gd name="connsiteY34" fmla="*/ 2930328 h 6062148"/>
              <a:gd name="connsiteX35" fmla="*/ 430284 w 4522224"/>
              <a:gd name="connsiteY35" fmla="*/ 2930328 h 6062148"/>
              <a:gd name="connsiteX36" fmla="*/ 384564 w 4522224"/>
              <a:gd name="connsiteY36" fmla="*/ 2930328 h 6062148"/>
              <a:gd name="connsiteX37" fmla="*/ 300744 w 4522224"/>
              <a:gd name="connsiteY37" fmla="*/ 2876988 h 6062148"/>
              <a:gd name="connsiteX38" fmla="*/ 315984 w 4522224"/>
              <a:gd name="connsiteY38" fmla="*/ 2846508 h 6062148"/>
              <a:gd name="connsiteX39" fmla="*/ 323604 w 4522224"/>
              <a:gd name="connsiteY39" fmla="*/ 2793168 h 6062148"/>
              <a:gd name="connsiteX40" fmla="*/ 308364 w 4522224"/>
              <a:gd name="connsiteY40" fmla="*/ 2732208 h 6062148"/>
              <a:gd name="connsiteX41" fmla="*/ 262644 w 4522224"/>
              <a:gd name="connsiteY41" fmla="*/ 2671248 h 6062148"/>
              <a:gd name="connsiteX42" fmla="*/ 171204 w 4522224"/>
              <a:gd name="connsiteY42" fmla="*/ 2656008 h 6062148"/>
              <a:gd name="connsiteX43" fmla="*/ 49284 w 4522224"/>
              <a:gd name="connsiteY43" fmla="*/ 2610288 h 6062148"/>
              <a:gd name="connsiteX44" fmla="*/ 18804 w 4522224"/>
              <a:gd name="connsiteY44" fmla="*/ 2556948 h 6062148"/>
              <a:gd name="connsiteX45" fmla="*/ 3564 w 4522224"/>
              <a:gd name="connsiteY45" fmla="*/ 2488368 h 6062148"/>
              <a:gd name="connsiteX46" fmla="*/ 87384 w 4522224"/>
              <a:gd name="connsiteY46" fmla="*/ 2335968 h 6062148"/>
              <a:gd name="connsiteX47" fmla="*/ 216924 w 4522224"/>
              <a:gd name="connsiteY47" fmla="*/ 2175948 h 6062148"/>
              <a:gd name="connsiteX48" fmla="*/ 277884 w 4522224"/>
              <a:gd name="connsiteY48" fmla="*/ 2084508 h 6062148"/>
              <a:gd name="connsiteX49" fmla="*/ 323604 w 4522224"/>
              <a:gd name="connsiteY49" fmla="*/ 1977828 h 6062148"/>
              <a:gd name="connsiteX50" fmla="*/ 354084 w 4522224"/>
              <a:gd name="connsiteY50" fmla="*/ 1871148 h 6062148"/>
              <a:gd name="connsiteX51" fmla="*/ 369324 w 4522224"/>
              <a:gd name="connsiteY51" fmla="*/ 1810188 h 6062148"/>
              <a:gd name="connsiteX52" fmla="*/ 338844 w 4522224"/>
              <a:gd name="connsiteY52" fmla="*/ 1756848 h 6062148"/>
              <a:gd name="connsiteX53" fmla="*/ 323604 w 4522224"/>
              <a:gd name="connsiteY53" fmla="*/ 1680648 h 6062148"/>
              <a:gd name="connsiteX54" fmla="*/ 407424 w 4522224"/>
              <a:gd name="connsiteY54" fmla="*/ 1474908 h 6062148"/>
              <a:gd name="connsiteX55" fmla="*/ 437904 w 4522224"/>
              <a:gd name="connsiteY55" fmla="*/ 1307268 h 6062148"/>
              <a:gd name="connsiteX56" fmla="*/ 460764 w 4522224"/>
              <a:gd name="connsiteY56" fmla="*/ 1192968 h 6062148"/>
              <a:gd name="connsiteX57" fmla="*/ 498864 w 4522224"/>
              <a:gd name="connsiteY57" fmla="*/ 1055808 h 6062148"/>
              <a:gd name="connsiteX58" fmla="*/ 552204 w 4522224"/>
              <a:gd name="connsiteY58" fmla="*/ 888168 h 6062148"/>
              <a:gd name="connsiteX59" fmla="*/ 498864 w 4522224"/>
              <a:gd name="connsiteY59" fmla="*/ 888168 h 6062148"/>
              <a:gd name="connsiteX60" fmla="*/ 407424 w 4522224"/>
              <a:gd name="connsiteY60" fmla="*/ 834828 h 6062148"/>
              <a:gd name="connsiteX61" fmla="*/ 323604 w 4522224"/>
              <a:gd name="connsiteY61" fmla="*/ 789108 h 6062148"/>
              <a:gd name="connsiteX62" fmla="*/ 255024 w 4522224"/>
              <a:gd name="connsiteY62" fmla="*/ 773868 h 6062148"/>
              <a:gd name="connsiteX63" fmla="*/ 209304 w 4522224"/>
              <a:gd name="connsiteY63" fmla="*/ 751008 h 6062148"/>
              <a:gd name="connsiteX64" fmla="*/ 255024 w 4522224"/>
              <a:gd name="connsiteY64" fmla="*/ 674808 h 6062148"/>
              <a:gd name="connsiteX65" fmla="*/ 369324 w 4522224"/>
              <a:gd name="connsiteY65" fmla="*/ 606228 h 6062148"/>
              <a:gd name="connsiteX66" fmla="*/ 552204 w 4522224"/>
              <a:gd name="connsiteY66" fmla="*/ 507168 h 6062148"/>
              <a:gd name="connsiteX67" fmla="*/ 651264 w 4522224"/>
              <a:gd name="connsiteY67" fmla="*/ 423348 h 6062148"/>
              <a:gd name="connsiteX68" fmla="*/ 887484 w 4522224"/>
              <a:gd name="connsiteY68" fmla="*/ 232848 h 6062148"/>
              <a:gd name="connsiteX69" fmla="*/ 1169424 w 4522224"/>
              <a:gd name="connsiteY69" fmla="*/ 80448 h 6062148"/>
              <a:gd name="connsiteX70" fmla="*/ 1588524 w 4522224"/>
              <a:gd name="connsiteY70" fmla="*/ 11868 h 6062148"/>
              <a:gd name="connsiteX71" fmla="*/ 1939044 w 4522224"/>
              <a:gd name="connsiteY71" fmla="*/ 4248 h 6062148"/>
              <a:gd name="connsiteX72" fmla="*/ 2167644 w 4522224"/>
              <a:gd name="connsiteY72" fmla="*/ 4248 h 6062148"/>
              <a:gd name="connsiteX73" fmla="*/ 2388624 w 4522224"/>
              <a:gd name="connsiteY73" fmla="*/ 57588 h 6062148"/>
              <a:gd name="connsiteX74" fmla="*/ 2662944 w 4522224"/>
              <a:gd name="connsiteY74" fmla="*/ 133788 h 6062148"/>
              <a:gd name="connsiteX75" fmla="*/ 2815344 w 4522224"/>
              <a:gd name="connsiteY75" fmla="*/ 202368 h 6062148"/>
              <a:gd name="connsiteX76" fmla="*/ 3097284 w 4522224"/>
              <a:gd name="connsiteY76" fmla="*/ 400488 h 6062148"/>
              <a:gd name="connsiteX77" fmla="*/ 3280164 w 4522224"/>
              <a:gd name="connsiteY77" fmla="*/ 651948 h 6062148"/>
              <a:gd name="connsiteX78" fmla="*/ 3402084 w 4522224"/>
              <a:gd name="connsiteY78" fmla="*/ 918648 h 6062148"/>
              <a:gd name="connsiteX79" fmla="*/ 3470664 w 4522224"/>
              <a:gd name="connsiteY79" fmla="*/ 1238688 h 6062148"/>
              <a:gd name="connsiteX80" fmla="*/ 3501144 w 4522224"/>
              <a:gd name="connsiteY80" fmla="*/ 1543488 h 6062148"/>
              <a:gd name="connsiteX81" fmla="*/ 3501144 w 4522224"/>
              <a:gd name="connsiteY81" fmla="*/ 1962588 h 6062148"/>
              <a:gd name="connsiteX82" fmla="*/ 3333504 w 4522224"/>
              <a:gd name="connsiteY82" fmla="*/ 2305488 h 6062148"/>
              <a:gd name="connsiteX83" fmla="*/ 3249684 w 4522224"/>
              <a:gd name="connsiteY83" fmla="*/ 2473128 h 6062148"/>
              <a:gd name="connsiteX84" fmla="*/ 3127764 w 4522224"/>
              <a:gd name="connsiteY84" fmla="*/ 2663628 h 6062148"/>
              <a:gd name="connsiteX85" fmla="*/ 3066804 w 4522224"/>
              <a:gd name="connsiteY85" fmla="*/ 2838888 h 6062148"/>
              <a:gd name="connsiteX86" fmla="*/ 3059184 w 4522224"/>
              <a:gd name="connsiteY86" fmla="*/ 2915088 h 6062148"/>
              <a:gd name="connsiteX87" fmla="*/ 3013464 w 4522224"/>
              <a:gd name="connsiteY87" fmla="*/ 3014148 h 6062148"/>
              <a:gd name="connsiteX88" fmla="*/ 2975364 w 4522224"/>
              <a:gd name="connsiteY88" fmla="*/ 3082728 h 6062148"/>
              <a:gd name="connsiteX89" fmla="*/ 2952504 w 4522224"/>
              <a:gd name="connsiteY89" fmla="*/ 3120828 h 6062148"/>
              <a:gd name="connsiteX90" fmla="*/ 2952504 w 4522224"/>
              <a:gd name="connsiteY90" fmla="*/ 3555168 h 6062148"/>
              <a:gd name="connsiteX91" fmla="*/ 2952504 w 4522224"/>
              <a:gd name="connsiteY91" fmla="*/ 3562788 h 6062148"/>
              <a:gd name="connsiteX92" fmla="*/ 3005844 w 4522224"/>
              <a:gd name="connsiteY92" fmla="*/ 3539928 h 6062148"/>
              <a:gd name="connsiteX93" fmla="*/ 3059184 w 4522224"/>
              <a:gd name="connsiteY93" fmla="*/ 3562788 h 6062148"/>
              <a:gd name="connsiteX94" fmla="*/ 3104904 w 4522224"/>
              <a:gd name="connsiteY94" fmla="*/ 3570408 h 6062148"/>
              <a:gd name="connsiteX95" fmla="*/ 3135384 w 4522224"/>
              <a:gd name="connsiteY95" fmla="*/ 3631368 h 6062148"/>
              <a:gd name="connsiteX96" fmla="*/ 3112524 w 4522224"/>
              <a:gd name="connsiteY96" fmla="*/ 3738048 h 6062148"/>
              <a:gd name="connsiteX97" fmla="*/ 3120144 w 4522224"/>
              <a:gd name="connsiteY97" fmla="*/ 4103808 h 6062148"/>
              <a:gd name="connsiteX98" fmla="*/ 3112524 w 4522224"/>
              <a:gd name="connsiteY98" fmla="*/ 4119048 h 6062148"/>
              <a:gd name="connsiteX99" fmla="*/ 3158244 w 4522224"/>
              <a:gd name="connsiteY99" fmla="*/ 4157148 h 6062148"/>
              <a:gd name="connsiteX100" fmla="*/ 3196344 w 4522224"/>
              <a:gd name="connsiteY100" fmla="*/ 4164768 h 6062148"/>
              <a:gd name="connsiteX101" fmla="*/ 3226824 w 4522224"/>
              <a:gd name="connsiteY101" fmla="*/ 4172388 h 6062148"/>
              <a:gd name="connsiteX102" fmla="*/ 3280164 w 4522224"/>
              <a:gd name="connsiteY102" fmla="*/ 4294308 h 6062148"/>
              <a:gd name="connsiteX103" fmla="*/ 3295404 w 4522224"/>
              <a:gd name="connsiteY103" fmla="*/ 4347648 h 6062148"/>
              <a:gd name="connsiteX104" fmla="*/ 3325884 w 4522224"/>
              <a:gd name="connsiteY104" fmla="*/ 4408608 h 6062148"/>
              <a:gd name="connsiteX105" fmla="*/ 3546864 w 4522224"/>
              <a:gd name="connsiteY105" fmla="*/ 4644828 h 6062148"/>
              <a:gd name="connsiteX106" fmla="*/ 3882144 w 4522224"/>
              <a:gd name="connsiteY106" fmla="*/ 5025828 h 6062148"/>
              <a:gd name="connsiteX107" fmla="*/ 4095504 w 4522224"/>
              <a:gd name="connsiteY107" fmla="*/ 5300148 h 6062148"/>
              <a:gd name="connsiteX108" fmla="*/ 4362204 w 4522224"/>
              <a:gd name="connsiteY108" fmla="*/ 5726868 h 6062148"/>
              <a:gd name="connsiteX109" fmla="*/ 4522224 w 4522224"/>
              <a:gd name="connsiteY109" fmla="*/ 6046908 h 6062148"/>
              <a:gd name="connsiteX0-1" fmla="*/ 323604 w 4522224"/>
              <a:gd name="connsiteY0-2" fmla="*/ 6062148 h 6062148"/>
              <a:gd name="connsiteX1-3" fmla="*/ 376944 w 4522224"/>
              <a:gd name="connsiteY1-4" fmla="*/ 5924988 h 6062148"/>
              <a:gd name="connsiteX2-5" fmla="*/ 437904 w 4522224"/>
              <a:gd name="connsiteY2-6" fmla="*/ 5780208 h 6062148"/>
              <a:gd name="connsiteX3-7" fmla="*/ 468384 w 4522224"/>
              <a:gd name="connsiteY3-8" fmla="*/ 5665908 h 6062148"/>
              <a:gd name="connsiteX4-9" fmla="*/ 506484 w 4522224"/>
              <a:gd name="connsiteY4-10" fmla="*/ 5612568 h 6062148"/>
              <a:gd name="connsiteX5-11" fmla="*/ 536964 w 4522224"/>
              <a:gd name="connsiteY5-12" fmla="*/ 5521128 h 6062148"/>
              <a:gd name="connsiteX6-13" fmla="*/ 559824 w 4522224"/>
              <a:gd name="connsiteY6-14" fmla="*/ 5353488 h 6062148"/>
              <a:gd name="connsiteX7-15" fmla="*/ 597924 w 4522224"/>
              <a:gd name="connsiteY7-16" fmla="*/ 5223948 h 6062148"/>
              <a:gd name="connsiteX8-17" fmla="*/ 620784 w 4522224"/>
              <a:gd name="connsiteY8-18" fmla="*/ 5178228 h 6062148"/>
              <a:gd name="connsiteX9-19" fmla="*/ 696984 w 4522224"/>
              <a:gd name="connsiteY9-20" fmla="*/ 5071548 h 6062148"/>
              <a:gd name="connsiteX10-21" fmla="*/ 712224 w 4522224"/>
              <a:gd name="connsiteY10-22" fmla="*/ 5063928 h 6062148"/>
              <a:gd name="connsiteX11-23" fmla="*/ 704604 w 4522224"/>
              <a:gd name="connsiteY11-24" fmla="*/ 5025828 h 6062148"/>
              <a:gd name="connsiteX12-25" fmla="*/ 696984 w 4522224"/>
              <a:gd name="connsiteY12-26" fmla="*/ 5002968 h 6062148"/>
              <a:gd name="connsiteX13-27" fmla="*/ 963684 w 4522224"/>
              <a:gd name="connsiteY13-28" fmla="*/ 4682928 h 6062148"/>
              <a:gd name="connsiteX14-29" fmla="*/ 956064 w 4522224"/>
              <a:gd name="connsiteY14-30" fmla="*/ 4644828 h 6062148"/>
              <a:gd name="connsiteX15-31" fmla="*/ 1337064 w 4522224"/>
              <a:gd name="connsiteY15-32" fmla="*/ 4172388 h 6062148"/>
              <a:gd name="connsiteX16-33" fmla="*/ 1253244 w 4522224"/>
              <a:gd name="connsiteY16-34" fmla="*/ 4012368 h 6062148"/>
              <a:gd name="connsiteX17-35" fmla="*/ 1199904 w 4522224"/>
              <a:gd name="connsiteY17-36" fmla="*/ 3928548 h 6062148"/>
              <a:gd name="connsiteX18-37" fmla="*/ 1169424 w 4522224"/>
              <a:gd name="connsiteY18-38" fmla="*/ 3768528 h 6062148"/>
              <a:gd name="connsiteX19-39" fmla="*/ 1146564 w 4522224"/>
              <a:gd name="connsiteY19-40" fmla="*/ 3699948 h 6062148"/>
              <a:gd name="connsiteX20-41" fmla="*/ 1138944 w 4522224"/>
              <a:gd name="connsiteY20-42" fmla="*/ 3669468 h 6062148"/>
              <a:gd name="connsiteX21-43" fmla="*/ 1062744 w 4522224"/>
              <a:gd name="connsiteY21-44" fmla="*/ 3661848 h 6062148"/>
              <a:gd name="connsiteX22-45" fmla="*/ 933204 w 4522224"/>
              <a:gd name="connsiteY22-46" fmla="*/ 3669468 h 6062148"/>
              <a:gd name="connsiteX23-47" fmla="*/ 826524 w 4522224"/>
              <a:gd name="connsiteY23-48" fmla="*/ 3692328 h 6062148"/>
              <a:gd name="connsiteX24-49" fmla="*/ 605544 w 4522224"/>
              <a:gd name="connsiteY24-50" fmla="*/ 3738048 h 6062148"/>
              <a:gd name="connsiteX25-51" fmla="*/ 384564 w 4522224"/>
              <a:gd name="connsiteY25-52" fmla="*/ 3638988 h 6062148"/>
              <a:gd name="connsiteX26-53" fmla="*/ 376944 w 4522224"/>
              <a:gd name="connsiteY26-54" fmla="*/ 3326568 h 6062148"/>
              <a:gd name="connsiteX27-55" fmla="*/ 415044 w 4522224"/>
              <a:gd name="connsiteY27-56" fmla="*/ 3250368 h 6062148"/>
              <a:gd name="connsiteX28-57" fmla="*/ 415044 w 4522224"/>
              <a:gd name="connsiteY28-58" fmla="*/ 3227508 h 6062148"/>
              <a:gd name="connsiteX29-59" fmla="*/ 384564 w 4522224"/>
              <a:gd name="connsiteY29-60" fmla="*/ 3166548 h 6062148"/>
              <a:gd name="connsiteX30-61" fmla="*/ 361704 w 4522224"/>
              <a:gd name="connsiteY30-62" fmla="*/ 3166548 h 6062148"/>
              <a:gd name="connsiteX31-63" fmla="*/ 346464 w 4522224"/>
              <a:gd name="connsiteY31-64" fmla="*/ 3105588 h 6062148"/>
              <a:gd name="connsiteX32-65" fmla="*/ 392184 w 4522224"/>
              <a:gd name="connsiteY32-66" fmla="*/ 3021768 h 6062148"/>
              <a:gd name="connsiteX33-67" fmla="*/ 483624 w 4522224"/>
              <a:gd name="connsiteY33-68" fmla="*/ 2998908 h 6062148"/>
              <a:gd name="connsiteX34-69" fmla="*/ 460764 w 4522224"/>
              <a:gd name="connsiteY34-70" fmla="*/ 2930328 h 6062148"/>
              <a:gd name="connsiteX35-71" fmla="*/ 430284 w 4522224"/>
              <a:gd name="connsiteY35-72" fmla="*/ 2930328 h 6062148"/>
              <a:gd name="connsiteX36-73" fmla="*/ 384564 w 4522224"/>
              <a:gd name="connsiteY36-74" fmla="*/ 2930328 h 6062148"/>
              <a:gd name="connsiteX37-75" fmla="*/ 300744 w 4522224"/>
              <a:gd name="connsiteY37-76" fmla="*/ 2876988 h 6062148"/>
              <a:gd name="connsiteX38-77" fmla="*/ 315984 w 4522224"/>
              <a:gd name="connsiteY38-78" fmla="*/ 2846508 h 6062148"/>
              <a:gd name="connsiteX39-79" fmla="*/ 323604 w 4522224"/>
              <a:gd name="connsiteY39-80" fmla="*/ 2793168 h 6062148"/>
              <a:gd name="connsiteX40-81" fmla="*/ 308364 w 4522224"/>
              <a:gd name="connsiteY40-82" fmla="*/ 2732208 h 6062148"/>
              <a:gd name="connsiteX41-83" fmla="*/ 262644 w 4522224"/>
              <a:gd name="connsiteY41-84" fmla="*/ 2671248 h 6062148"/>
              <a:gd name="connsiteX42-85" fmla="*/ 171204 w 4522224"/>
              <a:gd name="connsiteY42-86" fmla="*/ 2656008 h 6062148"/>
              <a:gd name="connsiteX43-87" fmla="*/ 49284 w 4522224"/>
              <a:gd name="connsiteY43-88" fmla="*/ 2610288 h 6062148"/>
              <a:gd name="connsiteX44-89" fmla="*/ 18804 w 4522224"/>
              <a:gd name="connsiteY44-90" fmla="*/ 2556948 h 6062148"/>
              <a:gd name="connsiteX45-91" fmla="*/ 3564 w 4522224"/>
              <a:gd name="connsiteY45-92" fmla="*/ 2488368 h 6062148"/>
              <a:gd name="connsiteX46-93" fmla="*/ 87384 w 4522224"/>
              <a:gd name="connsiteY46-94" fmla="*/ 2335968 h 6062148"/>
              <a:gd name="connsiteX47-95" fmla="*/ 216924 w 4522224"/>
              <a:gd name="connsiteY47-96" fmla="*/ 2175948 h 6062148"/>
              <a:gd name="connsiteX48-97" fmla="*/ 277884 w 4522224"/>
              <a:gd name="connsiteY48-98" fmla="*/ 2084508 h 6062148"/>
              <a:gd name="connsiteX49-99" fmla="*/ 323604 w 4522224"/>
              <a:gd name="connsiteY49-100" fmla="*/ 1977828 h 6062148"/>
              <a:gd name="connsiteX50-101" fmla="*/ 354084 w 4522224"/>
              <a:gd name="connsiteY50-102" fmla="*/ 1871148 h 6062148"/>
              <a:gd name="connsiteX51-103" fmla="*/ 369324 w 4522224"/>
              <a:gd name="connsiteY51-104" fmla="*/ 1810188 h 6062148"/>
              <a:gd name="connsiteX52-105" fmla="*/ 338844 w 4522224"/>
              <a:gd name="connsiteY52-106" fmla="*/ 1756848 h 6062148"/>
              <a:gd name="connsiteX53-107" fmla="*/ 323604 w 4522224"/>
              <a:gd name="connsiteY53-108" fmla="*/ 1680648 h 6062148"/>
              <a:gd name="connsiteX54-109" fmla="*/ 407424 w 4522224"/>
              <a:gd name="connsiteY54-110" fmla="*/ 1474908 h 6062148"/>
              <a:gd name="connsiteX55-111" fmla="*/ 437904 w 4522224"/>
              <a:gd name="connsiteY55-112" fmla="*/ 1307268 h 6062148"/>
              <a:gd name="connsiteX56-113" fmla="*/ 460764 w 4522224"/>
              <a:gd name="connsiteY56-114" fmla="*/ 1192968 h 6062148"/>
              <a:gd name="connsiteX57-115" fmla="*/ 498864 w 4522224"/>
              <a:gd name="connsiteY57-116" fmla="*/ 1055808 h 6062148"/>
              <a:gd name="connsiteX58-117" fmla="*/ 552204 w 4522224"/>
              <a:gd name="connsiteY58-118" fmla="*/ 888168 h 6062148"/>
              <a:gd name="connsiteX59-119" fmla="*/ 498864 w 4522224"/>
              <a:gd name="connsiteY59-120" fmla="*/ 888168 h 6062148"/>
              <a:gd name="connsiteX60-121" fmla="*/ 407424 w 4522224"/>
              <a:gd name="connsiteY60-122" fmla="*/ 834828 h 6062148"/>
              <a:gd name="connsiteX61-123" fmla="*/ 323604 w 4522224"/>
              <a:gd name="connsiteY61-124" fmla="*/ 789108 h 6062148"/>
              <a:gd name="connsiteX62-125" fmla="*/ 255024 w 4522224"/>
              <a:gd name="connsiteY62-126" fmla="*/ 773868 h 6062148"/>
              <a:gd name="connsiteX63-127" fmla="*/ 209304 w 4522224"/>
              <a:gd name="connsiteY63-128" fmla="*/ 751008 h 6062148"/>
              <a:gd name="connsiteX64-129" fmla="*/ 255024 w 4522224"/>
              <a:gd name="connsiteY64-130" fmla="*/ 674808 h 6062148"/>
              <a:gd name="connsiteX65-131" fmla="*/ 369324 w 4522224"/>
              <a:gd name="connsiteY65-132" fmla="*/ 606228 h 6062148"/>
              <a:gd name="connsiteX66-133" fmla="*/ 552204 w 4522224"/>
              <a:gd name="connsiteY66-134" fmla="*/ 507168 h 6062148"/>
              <a:gd name="connsiteX67-135" fmla="*/ 651264 w 4522224"/>
              <a:gd name="connsiteY67-136" fmla="*/ 423348 h 6062148"/>
              <a:gd name="connsiteX68-137" fmla="*/ 887484 w 4522224"/>
              <a:gd name="connsiteY68-138" fmla="*/ 232848 h 6062148"/>
              <a:gd name="connsiteX69-139" fmla="*/ 1169424 w 4522224"/>
              <a:gd name="connsiteY69-140" fmla="*/ 80448 h 6062148"/>
              <a:gd name="connsiteX70-141" fmla="*/ 1588524 w 4522224"/>
              <a:gd name="connsiteY70-142" fmla="*/ 11868 h 6062148"/>
              <a:gd name="connsiteX71-143" fmla="*/ 1939044 w 4522224"/>
              <a:gd name="connsiteY71-144" fmla="*/ 4248 h 6062148"/>
              <a:gd name="connsiteX72-145" fmla="*/ 2167644 w 4522224"/>
              <a:gd name="connsiteY72-146" fmla="*/ 4248 h 6062148"/>
              <a:gd name="connsiteX73-147" fmla="*/ 2388624 w 4522224"/>
              <a:gd name="connsiteY73-148" fmla="*/ 57588 h 6062148"/>
              <a:gd name="connsiteX74-149" fmla="*/ 2662944 w 4522224"/>
              <a:gd name="connsiteY74-150" fmla="*/ 133788 h 6062148"/>
              <a:gd name="connsiteX75-151" fmla="*/ 2815344 w 4522224"/>
              <a:gd name="connsiteY75-152" fmla="*/ 202368 h 6062148"/>
              <a:gd name="connsiteX76-153" fmla="*/ 3097284 w 4522224"/>
              <a:gd name="connsiteY76-154" fmla="*/ 400488 h 6062148"/>
              <a:gd name="connsiteX77-155" fmla="*/ 3280164 w 4522224"/>
              <a:gd name="connsiteY77-156" fmla="*/ 651948 h 6062148"/>
              <a:gd name="connsiteX78-157" fmla="*/ 3402084 w 4522224"/>
              <a:gd name="connsiteY78-158" fmla="*/ 918648 h 6062148"/>
              <a:gd name="connsiteX79-159" fmla="*/ 3470664 w 4522224"/>
              <a:gd name="connsiteY79-160" fmla="*/ 1238688 h 6062148"/>
              <a:gd name="connsiteX80-161" fmla="*/ 3501144 w 4522224"/>
              <a:gd name="connsiteY80-162" fmla="*/ 1543488 h 6062148"/>
              <a:gd name="connsiteX81-163" fmla="*/ 3501144 w 4522224"/>
              <a:gd name="connsiteY81-164" fmla="*/ 1962588 h 6062148"/>
              <a:gd name="connsiteX82-165" fmla="*/ 3333504 w 4522224"/>
              <a:gd name="connsiteY82-166" fmla="*/ 2305488 h 6062148"/>
              <a:gd name="connsiteX83-167" fmla="*/ 3249684 w 4522224"/>
              <a:gd name="connsiteY83-168" fmla="*/ 2473128 h 6062148"/>
              <a:gd name="connsiteX84-169" fmla="*/ 3127764 w 4522224"/>
              <a:gd name="connsiteY84-170" fmla="*/ 2663628 h 6062148"/>
              <a:gd name="connsiteX85-171" fmla="*/ 3066804 w 4522224"/>
              <a:gd name="connsiteY85-172" fmla="*/ 2838888 h 6062148"/>
              <a:gd name="connsiteX86-173" fmla="*/ 3059184 w 4522224"/>
              <a:gd name="connsiteY86-174" fmla="*/ 2915088 h 6062148"/>
              <a:gd name="connsiteX87-175" fmla="*/ 3013464 w 4522224"/>
              <a:gd name="connsiteY87-176" fmla="*/ 3014148 h 6062148"/>
              <a:gd name="connsiteX88-177" fmla="*/ 2975364 w 4522224"/>
              <a:gd name="connsiteY88-178" fmla="*/ 3082728 h 6062148"/>
              <a:gd name="connsiteX89-179" fmla="*/ 2952504 w 4522224"/>
              <a:gd name="connsiteY89-180" fmla="*/ 3120828 h 6062148"/>
              <a:gd name="connsiteX90-181" fmla="*/ 2952504 w 4522224"/>
              <a:gd name="connsiteY90-182" fmla="*/ 3555168 h 6062148"/>
              <a:gd name="connsiteX91-183" fmla="*/ 2952504 w 4522224"/>
              <a:gd name="connsiteY91-184" fmla="*/ 3562788 h 6062148"/>
              <a:gd name="connsiteX92-185" fmla="*/ 3005844 w 4522224"/>
              <a:gd name="connsiteY92-186" fmla="*/ 3539928 h 6062148"/>
              <a:gd name="connsiteX93-187" fmla="*/ 3059184 w 4522224"/>
              <a:gd name="connsiteY93-188" fmla="*/ 3562788 h 6062148"/>
              <a:gd name="connsiteX94-189" fmla="*/ 3104904 w 4522224"/>
              <a:gd name="connsiteY94-190" fmla="*/ 3570408 h 6062148"/>
              <a:gd name="connsiteX95-191" fmla="*/ 3135384 w 4522224"/>
              <a:gd name="connsiteY95-192" fmla="*/ 3631368 h 6062148"/>
              <a:gd name="connsiteX96-193" fmla="*/ 3112524 w 4522224"/>
              <a:gd name="connsiteY96-194" fmla="*/ 3738048 h 6062148"/>
              <a:gd name="connsiteX97-195" fmla="*/ 3120144 w 4522224"/>
              <a:gd name="connsiteY97-196" fmla="*/ 4103808 h 6062148"/>
              <a:gd name="connsiteX98-197" fmla="*/ 3112524 w 4522224"/>
              <a:gd name="connsiteY98-198" fmla="*/ 4119048 h 6062148"/>
              <a:gd name="connsiteX99-199" fmla="*/ 3158244 w 4522224"/>
              <a:gd name="connsiteY99-200" fmla="*/ 4157148 h 6062148"/>
              <a:gd name="connsiteX100-201" fmla="*/ 3196344 w 4522224"/>
              <a:gd name="connsiteY100-202" fmla="*/ 4164768 h 6062148"/>
              <a:gd name="connsiteX101-203" fmla="*/ 3226824 w 4522224"/>
              <a:gd name="connsiteY101-204" fmla="*/ 4172388 h 6062148"/>
              <a:gd name="connsiteX102-205" fmla="*/ 3280164 w 4522224"/>
              <a:gd name="connsiteY102-206" fmla="*/ 4294308 h 6062148"/>
              <a:gd name="connsiteX103-207" fmla="*/ 3295404 w 4522224"/>
              <a:gd name="connsiteY103-208" fmla="*/ 4347648 h 6062148"/>
              <a:gd name="connsiteX104-209" fmla="*/ 3325884 w 4522224"/>
              <a:gd name="connsiteY104-210" fmla="*/ 4408608 h 6062148"/>
              <a:gd name="connsiteX105-211" fmla="*/ 3546864 w 4522224"/>
              <a:gd name="connsiteY105-212" fmla="*/ 4644828 h 6062148"/>
              <a:gd name="connsiteX106-213" fmla="*/ 3882144 w 4522224"/>
              <a:gd name="connsiteY106-214" fmla="*/ 5025828 h 6062148"/>
              <a:gd name="connsiteX107-215" fmla="*/ 4095504 w 4522224"/>
              <a:gd name="connsiteY107-216" fmla="*/ 5300148 h 6062148"/>
              <a:gd name="connsiteX108-217" fmla="*/ 4362204 w 4522224"/>
              <a:gd name="connsiteY108-218" fmla="*/ 5726868 h 6062148"/>
              <a:gd name="connsiteX109-219" fmla="*/ 4522224 w 4522224"/>
              <a:gd name="connsiteY109-220" fmla="*/ 6046908 h 6062148"/>
              <a:gd name="connsiteX0-221" fmla="*/ 323604 w 4522224"/>
              <a:gd name="connsiteY0-222" fmla="*/ 6062148 h 6062148"/>
              <a:gd name="connsiteX1-223" fmla="*/ 376944 w 4522224"/>
              <a:gd name="connsiteY1-224" fmla="*/ 5924988 h 6062148"/>
              <a:gd name="connsiteX2-225" fmla="*/ 437904 w 4522224"/>
              <a:gd name="connsiteY2-226" fmla="*/ 5780208 h 6062148"/>
              <a:gd name="connsiteX3-227" fmla="*/ 468384 w 4522224"/>
              <a:gd name="connsiteY3-228" fmla="*/ 5665908 h 6062148"/>
              <a:gd name="connsiteX4-229" fmla="*/ 506484 w 4522224"/>
              <a:gd name="connsiteY4-230" fmla="*/ 5612568 h 6062148"/>
              <a:gd name="connsiteX5-231" fmla="*/ 536964 w 4522224"/>
              <a:gd name="connsiteY5-232" fmla="*/ 5521128 h 6062148"/>
              <a:gd name="connsiteX6-233" fmla="*/ 559824 w 4522224"/>
              <a:gd name="connsiteY6-234" fmla="*/ 5353488 h 6062148"/>
              <a:gd name="connsiteX7-235" fmla="*/ 597924 w 4522224"/>
              <a:gd name="connsiteY7-236" fmla="*/ 5223948 h 6062148"/>
              <a:gd name="connsiteX8-237" fmla="*/ 620784 w 4522224"/>
              <a:gd name="connsiteY8-238" fmla="*/ 5178228 h 6062148"/>
              <a:gd name="connsiteX9-239" fmla="*/ 696984 w 4522224"/>
              <a:gd name="connsiteY9-240" fmla="*/ 5071548 h 6062148"/>
              <a:gd name="connsiteX10-241" fmla="*/ 712224 w 4522224"/>
              <a:gd name="connsiteY10-242" fmla="*/ 5063928 h 6062148"/>
              <a:gd name="connsiteX11-243" fmla="*/ 704604 w 4522224"/>
              <a:gd name="connsiteY11-244" fmla="*/ 5025828 h 6062148"/>
              <a:gd name="connsiteX12-245" fmla="*/ 696984 w 4522224"/>
              <a:gd name="connsiteY12-246" fmla="*/ 5002968 h 6062148"/>
              <a:gd name="connsiteX13-247" fmla="*/ 963684 w 4522224"/>
              <a:gd name="connsiteY13-248" fmla="*/ 4682928 h 6062148"/>
              <a:gd name="connsiteX14-249" fmla="*/ 956064 w 4522224"/>
              <a:gd name="connsiteY14-250" fmla="*/ 4644828 h 6062148"/>
              <a:gd name="connsiteX15-251" fmla="*/ 1337064 w 4522224"/>
              <a:gd name="connsiteY15-252" fmla="*/ 4172388 h 6062148"/>
              <a:gd name="connsiteX16-253" fmla="*/ 1253244 w 4522224"/>
              <a:gd name="connsiteY16-254" fmla="*/ 4012368 h 6062148"/>
              <a:gd name="connsiteX17-255" fmla="*/ 1199904 w 4522224"/>
              <a:gd name="connsiteY17-256" fmla="*/ 3928548 h 6062148"/>
              <a:gd name="connsiteX18-257" fmla="*/ 1169424 w 4522224"/>
              <a:gd name="connsiteY18-258" fmla="*/ 3768528 h 6062148"/>
              <a:gd name="connsiteX19-259" fmla="*/ 1146564 w 4522224"/>
              <a:gd name="connsiteY19-260" fmla="*/ 3699948 h 6062148"/>
              <a:gd name="connsiteX20-261" fmla="*/ 1138944 w 4522224"/>
              <a:gd name="connsiteY20-262" fmla="*/ 3669468 h 6062148"/>
              <a:gd name="connsiteX21-263" fmla="*/ 1062744 w 4522224"/>
              <a:gd name="connsiteY21-264" fmla="*/ 3661848 h 6062148"/>
              <a:gd name="connsiteX22-265" fmla="*/ 933204 w 4522224"/>
              <a:gd name="connsiteY22-266" fmla="*/ 3669468 h 6062148"/>
              <a:gd name="connsiteX23-267" fmla="*/ 826524 w 4522224"/>
              <a:gd name="connsiteY23-268" fmla="*/ 3692328 h 6062148"/>
              <a:gd name="connsiteX24-269" fmla="*/ 605544 w 4522224"/>
              <a:gd name="connsiteY24-270" fmla="*/ 3738048 h 6062148"/>
              <a:gd name="connsiteX25-271" fmla="*/ 384564 w 4522224"/>
              <a:gd name="connsiteY25-272" fmla="*/ 3638988 h 6062148"/>
              <a:gd name="connsiteX26-273" fmla="*/ 376944 w 4522224"/>
              <a:gd name="connsiteY26-274" fmla="*/ 3326568 h 6062148"/>
              <a:gd name="connsiteX27-275" fmla="*/ 415044 w 4522224"/>
              <a:gd name="connsiteY27-276" fmla="*/ 3227508 h 6062148"/>
              <a:gd name="connsiteX28-277" fmla="*/ 384564 w 4522224"/>
              <a:gd name="connsiteY28-278" fmla="*/ 3166548 h 6062148"/>
              <a:gd name="connsiteX29-279" fmla="*/ 361704 w 4522224"/>
              <a:gd name="connsiteY29-280" fmla="*/ 3166548 h 6062148"/>
              <a:gd name="connsiteX30-281" fmla="*/ 346464 w 4522224"/>
              <a:gd name="connsiteY30-282" fmla="*/ 3105588 h 6062148"/>
              <a:gd name="connsiteX31-283" fmla="*/ 392184 w 4522224"/>
              <a:gd name="connsiteY31-284" fmla="*/ 3021768 h 6062148"/>
              <a:gd name="connsiteX32-285" fmla="*/ 483624 w 4522224"/>
              <a:gd name="connsiteY32-286" fmla="*/ 2998908 h 6062148"/>
              <a:gd name="connsiteX33-287" fmla="*/ 460764 w 4522224"/>
              <a:gd name="connsiteY33-288" fmla="*/ 2930328 h 6062148"/>
              <a:gd name="connsiteX34-289" fmla="*/ 430284 w 4522224"/>
              <a:gd name="connsiteY34-290" fmla="*/ 2930328 h 6062148"/>
              <a:gd name="connsiteX35-291" fmla="*/ 384564 w 4522224"/>
              <a:gd name="connsiteY35-292" fmla="*/ 2930328 h 6062148"/>
              <a:gd name="connsiteX36-293" fmla="*/ 300744 w 4522224"/>
              <a:gd name="connsiteY36-294" fmla="*/ 2876988 h 6062148"/>
              <a:gd name="connsiteX37-295" fmla="*/ 315984 w 4522224"/>
              <a:gd name="connsiteY37-296" fmla="*/ 2846508 h 6062148"/>
              <a:gd name="connsiteX38-297" fmla="*/ 323604 w 4522224"/>
              <a:gd name="connsiteY38-298" fmla="*/ 2793168 h 6062148"/>
              <a:gd name="connsiteX39-299" fmla="*/ 308364 w 4522224"/>
              <a:gd name="connsiteY39-300" fmla="*/ 2732208 h 6062148"/>
              <a:gd name="connsiteX40-301" fmla="*/ 262644 w 4522224"/>
              <a:gd name="connsiteY40-302" fmla="*/ 2671248 h 6062148"/>
              <a:gd name="connsiteX41-303" fmla="*/ 171204 w 4522224"/>
              <a:gd name="connsiteY41-304" fmla="*/ 2656008 h 6062148"/>
              <a:gd name="connsiteX42-305" fmla="*/ 49284 w 4522224"/>
              <a:gd name="connsiteY42-306" fmla="*/ 2610288 h 6062148"/>
              <a:gd name="connsiteX43-307" fmla="*/ 18804 w 4522224"/>
              <a:gd name="connsiteY43-308" fmla="*/ 2556948 h 6062148"/>
              <a:gd name="connsiteX44-309" fmla="*/ 3564 w 4522224"/>
              <a:gd name="connsiteY44-310" fmla="*/ 2488368 h 6062148"/>
              <a:gd name="connsiteX45-311" fmla="*/ 87384 w 4522224"/>
              <a:gd name="connsiteY45-312" fmla="*/ 2335968 h 6062148"/>
              <a:gd name="connsiteX46-313" fmla="*/ 216924 w 4522224"/>
              <a:gd name="connsiteY46-314" fmla="*/ 2175948 h 6062148"/>
              <a:gd name="connsiteX47-315" fmla="*/ 277884 w 4522224"/>
              <a:gd name="connsiteY47-316" fmla="*/ 2084508 h 6062148"/>
              <a:gd name="connsiteX48-317" fmla="*/ 323604 w 4522224"/>
              <a:gd name="connsiteY48-318" fmla="*/ 1977828 h 6062148"/>
              <a:gd name="connsiteX49-319" fmla="*/ 354084 w 4522224"/>
              <a:gd name="connsiteY49-320" fmla="*/ 1871148 h 6062148"/>
              <a:gd name="connsiteX50-321" fmla="*/ 369324 w 4522224"/>
              <a:gd name="connsiteY50-322" fmla="*/ 1810188 h 6062148"/>
              <a:gd name="connsiteX51-323" fmla="*/ 338844 w 4522224"/>
              <a:gd name="connsiteY51-324" fmla="*/ 1756848 h 6062148"/>
              <a:gd name="connsiteX52-325" fmla="*/ 323604 w 4522224"/>
              <a:gd name="connsiteY52-326" fmla="*/ 1680648 h 6062148"/>
              <a:gd name="connsiteX53-327" fmla="*/ 407424 w 4522224"/>
              <a:gd name="connsiteY53-328" fmla="*/ 1474908 h 6062148"/>
              <a:gd name="connsiteX54-329" fmla="*/ 437904 w 4522224"/>
              <a:gd name="connsiteY54-330" fmla="*/ 1307268 h 6062148"/>
              <a:gd name="connsiteX55-331" fmla="*/ 460764 w 4522224"/>
              <a:gd name="connsiteY55-332" fmla="*/ 1192968 h 6062148"/>
              <a:gd name="connsiteX56-333" fmla="*/ 498864 w 4522224"/>
              <a:gd name="connsiteY56-334" fmla="*/ 1055808 h 6062148"/>
              <a:gd name="connsiteX57-335" fmla="*/ 552204 w 4522224"/>
              <a:gd name="connsiteY57-336" fmla="*/ 888168 h 6062148"/>
              <a:gd name="connsiteX58-337" fmla="*/ 498864 w 4522224"/>
              <a:gd name="connsiteY58-338" fmla="*/ 888168 h 6062148"/>
              <a:gd name="connsiteX59-339" fmla="*/ 407424 w 4522224"/>
              <a:gd name="connsiteY59-340" fmla="*/ 834828 h 6062148"/>
              <a:gd name="connsiteX60-341" fmla="*/ 323604 w 4522224"/>
              <a:gd name="connsiteY60-342" fmla="*/ 789108 h 6062148"/>
              <a:gd name="connsiteX61-343" fmla="*/ 255024 w 4522224"/>
              <a:gd name="connsiteY61-344" fmla="*/ 773868 h 6062148"/>
              <a:gd name="connsiteX62-345" fmla="*/ 209304 w 4522224"/>
              <a:gd name="connsiteY62-346" fmla="*/ 751008 h 6062148"/>
              <a:gd name="connsiteX63-347" fmla="*/ 255024 w 4522224"/>
              <a:gd name="connsiteY63-348" fmla="*/ 674808 h 6062148"/>
              <a:gd name="connsiteX64-349" fmla="*/ 369324 w 4522224"/>
              <a:gd name="connsiteY64-350" fmla="*/ 606228 h 6062148"/>
              <a:gd name="connsiteX65-351" fmla="*/ 552204 w 4522224"/>
              <a:gd name="connsiteY65-352" fmla="*/ 507168 h 6062148"/>
              <a:gd name="connsiteX66-353" fmla="*/ 651264 w 4522224"/>
              <a:gd name="connsiteY66-354" fmla="*/ 423348 h 6062148"/>
              <a:gd name="connsiteX67-355" fmla="*/ 887484 w 4522224"/>
              <a:gd name="connsiteY67-356" fmla="*/ 232848 h 6062148"/>
              <a:gd name="connsiteX68-357" fmla="*/ 1169424 w 4522224"/>
              <a:gd name="connsiteY68-358" fmla="*/ 80448 h 6062148"/>
              <a:gd name="connsiteX69-359" fmla="*/ 1588524 w 4522224"/>
              <a:gd name="connsiteY69-360" fmla="*/ 11868 h 6062148"/>
              <a:gd name="connsiteX70-361" fmla="*/ 1939044 w 4522224"/>
              <a:gd name="connsiteY70-362" fmla="*/ 4248 h 6062148"/>
              <a:gd name="connsiteX71-363" fmla="*/ 2167644 w 4522224"/>
              <a:gd name="connsiteY71-364" fmla="*/ 4248 h 6062148"/>
              <a:gd name="connsiteX72-365" fmla="*/ 2388624 w 4522224"/>
              <a:gd name="connsiteY72-366" fmla="*/ 57588 h 6062148"/>
              <a:gd name="connsiteX73-367" fmla="*/ 2662944 w 4522224"/>
              <a:gd name="connsiteY73-368" fmla="*/ 133788 h 6062148"/>
              <a:gd name="connsiteX74-369" fmla="*/ 2815344 w 4522224"/>
              <a:gd name="connsiteY74-370" fmla="*/ 202368 h 6062148"/>
              <a:gd name="connsiteX75-371" fmla="*/ 3097284 w 4522224"/>
              <a:gd name="connsiteY75-372" fmla="*/ 400488 h 6062148"/>
              <a:gd name="connsiteX76-373" fmla="*/ 3280164 w 4522224"/>
              <a:gd name="connsiteY76-374" fmla="*/ 651948 h 6062148"/>
              <a:gd name="connsiteX77-375" fmla="*/ 3402084 w 4522224"/>
              <a:gd name="connsiteY77-376" fmla="*/ 918648 h 6062148"/>
              <a:gd name="connsiteX78-377" fmla="*/ 3470664 w 4522224"/>
              <a:gd name="connsiteY78-378" fmla="*/ 1238688 h 6062148"/>
              <a:gd name="connsiteX79-379" fmla="*/ 3501144 w 4522224"/>
              <a:gd name="connsiteY79-380" fmla="*/ 1543488 h 6062148"/>
              <a:gd name="connsiteX80-381" fmla="*/ 3501144 w 4522224"/>
              <a:gd name="connsiteY80-382" fmla="*/ 1962588 h 6062148"/>
              <a:gd name="connsiteX81-383" fmla="*/ 3333504 w 4522224"/>
              <a:gd name="connsiteY81-384" fmla="*/ 2305488 h 6062148"/>
              <a:gd name="connsiteX82-385" fmla="*/ 3249684 w 4522224"/>
              <a:gd name="connsiteY82-386" fmla="*/ 2473128 h 6062148"/>
              <a:gd name="connsiteX83-387" fmla="*/ 3127764 w 4522224"/>
              <a:gd name="connsiteY83-388" fmla="*/ 2663628 h 6062148"/>
              <a:gd name="connsiteX84-389" fmla="*/ 3066804 w 4522224"/>
              <a:gd name="connsiteY84-390" fmla="*/ 2838888 h 6062148"/>
              <a:gd name="connsiteX85-391" fmla="*/ 3059184 w 4522224"/>
              <a:gd name="connsiteY85-392" fmla="*/ 2915088 h 6062148"/>
              <a:gd name="connsiteX86-393" fmla="*/ 3013464 w 4522224"/>
              <a:gd name="connsiteY86-394" fmla="*/ 3014148 h 6062148"/>
              <a:gd name="connsiteX87-395" fmla="*/ 2975364 w 4522224"/>
              <a:gd name="connsiteY87-396" fmla="*/ 3082728 h 6062148"/>
              <a:gd name="connsiteX88-397" fmla="*/ 2952504 w 4522224"/>
              <a:gd name="connsiteY88-398" fmla="*/ 3120828 h 6062148"/>
              <a:gd name="connsiteX89-399" fmla="*/ 2952504 w 4522224"/>
              <a:gd name="connsiteY89-400" fmla="*/ 3555168 h 6062148"/>
              <a:gd name="connsiteX90-401" fmla="*/ 2952504 w 4522224"/>
              <a:gd name="connsiteY90-402" fmla="*/ 3562788 h 6062148"/>
              <a:gd name="connsiteX91-403" fmla="*/ 3005844 w 4522224"/>
              <a:gd name="connsiteY91-404" fmla="*/ 3539928 h 6062148"/>
              <a:gd name="connsiteX92-405" fmla="*/ 3059184 w 4522224"/>
              <a:gd name="connsiteY92-406" fmla="*/ 3562788 h 6062148"/>
              <a:gd name="connsiteX93-407" fmla="*/ 3104904 w 4522224"/>
              <a:gd name="connsiteY93-408" fmla="*/ 3570408 h 6062148"/>
              <a:gd name="connsiteX94-409" fmla="*/ 3135384 w 4522224"/>
              <a:gd name="connsiteY94-410" fmla="*/ 3631368 h 6062148"/>
              <a:gd name="connsiteX95-411" fmla="*/ 3112524 w 4522224"/>
              <a:gd name="connsiteY95-412" fmla="*/ 3738048 h 6062148"/>
              <a:gd name="connsiteX96-413" fmla="*/ 3120144 w 4522224"/>
              <a:gd name="connsiteY96-414" fmla="*/ 4103808 h 6062148"/>
              <a:gd name="connsiteX97-415" fmla="*/ 3112524 w 4522224"/>
              <a:gd name="connsiteY97-416" fmla="*/ 4119048 h 6062148"/>
              <a:gd name="connsiteX98-417" fmla="*/ 3158244 w 4522224"/>
              <a:gd name="connsiteY98-418" fmla="*/ 4157148 h 6062148"/>
              <a:gd name="connsiteX99-419" fmla="*/ 3196344 w 4522224"/>
              <a:gd name="connsiteY99-420" fmla="*/ 4164768 h 6062148"/>
              <a:gd name="connsiteX100-421" fmla="*/ 3226824 w 4522224"/>
              <a:gd name="connsiteY100-422" fmla="*/ 4172388 h 6062148"/>
              <a:gd name="connsiteX101-423" fmla="*/ 3280164 w 4522224"/>
              <a:gd name="connsiteY101-424" fmla="*/ 4294308 h 6062148"/>
              <a:gd name="connsiteX102-425" fmla="*/ 3295404 w 4522224"/>
              <a:gd name="connsiteY102-426" fmla="*/ 4347648 h 6062148"/>
              <a:gd name="connsiteX103-427" fmla="*/ 3325884 w 4522224"/>
              <a:gd name="connsiteY103-428" fmla="*/ 4408608 h 6062148"/>
              <a:gd name="connsiteX104-429" fmla="*/ 3546864 w 4522224"/>
              <a:gd name="connsiteY104-430" fmla="*/ 4644828 h 6062148"/>
              <a:gd name="connsiteX105-431" fmla="*/ 3882144 w 4522224"/>
              <a:gd name="connsiteY105-432" fmla="*/ 5025828 h 6062148"/>
              <a:gd name="connsiteX106-433" fmla="*/ 4095504 w 4522224"/>
              <a:gd name="connsiteY106-434" fmla="*/ 5300148 h 6062148"/>
              <a:gd name="connsiteX107-435" fmla="*/ 4362204 w 4522224"/>
              <a:gd name="connsiteY107-436" fmla="*/ 5726868 h 6062148"/>
              <a:gd name="connsiteX108-437" fmla="*/ 4522224 w 4522224"/>
              <a:gd name="connsiteY108-438" fmla="*/ 6046908 h 6062148"/>
              <a:gd name="connsiteX0-439" fmla="*/ 328606 w 4527226"/>
              <a:gd name="connsiteY0-440" fmla="*/ 6062148 h 6062148"/>
              <a:gd name="connsiteX1-441" fmla="*/ 381946 w 4527226"/>
              <a:gd name="connsiteY1-442" fmla="*/ 5924988 h 6062148"/>
              <a:gd name="connsiteX2-443" fmla="*/ 442906 w 4527226"/>
              <a:gd name="connsiteY2-444" fmla="*/ 5780208 h 6062148"/>
              <a:gd name="connsiteX3-445" fmla="*/ 473386 w 4527226"/>
              <a:gd name="connsiteY3-446" fmla="*/ 5665908 h 6062148"/>
              <a:gd name="connsiteX4-447" fmla="*/ 511486 w 4527226"/>
              <a:gd name="connsiteY4-448" fmla="*/ 5612568 h 6062148"/>
              <a:gd name="connsiteX5-449" fmla="*/ 541966 w 4527226"/>
              <a:gd name="connsiteY5-450" fmla="*/ 5521128 h 6062148"/>
              <a:gd name="connsiteX6-451" fmla="*/ 564826 w 4527226"/>
              <a:gd name="connsiteY6-452" fmla="*/ 5353488 h 6062148"/>
              <a:gd name="connsiteX7-453" fmla="*/ 602926 w 4527226"/>
              <a:gd name="connsiteY7-454" fmla="*/ 5223948 h 6062148"/>
              <a:gd name="connsiteX8-455" fmla="*/ 625786 w 4527226"/>
              <a:gd name="connsiteY8-456" fmla="*/ 5178228 h 6062148"/>
              <a:gd name="connsiteX9-457" fmla="*/ 701986 w 4527226"/>
              <a:gd name="connsiteY9-458" fmla="*/ 5071548 h 6062148"/>
              <a:gd name="connsiteX10-459" fmla="*/ 717226 w 4527226"/>
              <a:gd name="connsiteY10-460" fmla="*/ 5063928 h 6062148"/>
              <a:gd name="connsiteX11-461" fmla="*/ 709606 w 4527226"/>
              <a:gd name="connsiteY11-462" fmla="*/ 5025828 h 6062148"/>
              <a:gd name="connsiteX12-463" fmla="*/ 701986 w 4527226"/>
              <a:gd name="connsiteY12-464" fmla="*/ 5002968 h 6062148"/>
              <a:gd name="connsiteX13-465" fmla="*/ 968686 w 4527226"/>
              <a:gd name="connsiteY13-466" fmla="*/ 4682928 h 6062148"/>
              <a:gd name="connsiteX14-467" fmla="*/ 961066 w 4527226"/>
              <a:gd name="connsiteY14-468" fmla="*/ 4644828 h 6062148"/>
              <a:gd name="connsiteX15-469" fmla="*/ 1342066 w 4527226"/>
              <a:gd name="connsiteY15-470" fmla="*/ 4172388 h 6062148"/>
              <a:gd name="connsiteX16-471" fmla="*/ 1258246 w 4527226"/>
              <a:gd name="connsiteY16-472" fmla="*/ 4012368 h 6062148"/>
              <a:gd name="connsiteX17-473" fmla="*/ 1204906 w 4527226"/>
              <a:gd name="connsiteY17-474" fmla="*/ 3928548 h 6062148"/>
              <a:gd name="connsiteX18-475" fmla="*/ 1174426 w 4527226"/>
              <a:gd name="connsiteY18-476" fmla="*/ 3768528 h 6062148"/>
              <a:gd name="connsiteX19-477" fmla="*/ 1151566 w 4527226"/>
              <a:gd name="connsiteY19-478" fmla="*/ 3699948 h 6062148"/>
              <a:gd name="connsiteX20-479" fmla="*/ 1143946 w 4527226"/>
              <a:gd name="connsiteY20-480" fmla="*/ 3669468 h 6062148"/>
              <a:gd name="connsiteX21-481" fmla="*/ 1067746 w 4527226"/>
              <a:gd name="connsiteY21-482" fmla="*/ 3661848 h 6062148"/>
              <a:gd name="connsiteX22-483" fmla="*/ 938206 w 4527226"/>
              <a:gd name="connsiteY22-484" fmla="*/ 3669468 h 6062148"/>
              <a:gd name="connsiteX23-485" fmla="*/ 831526 w 4527226"/>
              <a:gd name="connsiteY23-486" fmla="*/ 3692328 h 6062148"/>
              <a:gd name="connsiteX24-487" fmla="*/ 610546 w 4527226"/>
              <a:gd name="connsiteY24-488" fmla="*/ 3738048 h 6062148"/>
              <a:gd name="connsiteX25-489" fmla="*/ 389566 w 4527226"/>
              <a:gd name="connsiteY25-490" fmla="*/ 3638988 h 6062148"/>
              <a:gd name="connsiteX26-491" fmla="*/ 381946 w 4527226"/>
              <a:gd name="connsiteY26-492" fmla="*/ 3326568 h 6062148"/>
              <a:gd name="connsiteX27-493" fmla="*/ 420046 w 4527226"/>
              <a:gd name="connsiteY27-494" fmla="*/ 3227508 h 6062148"/>
              <a:gd name="connsiteX28-495" fmla="*/ 389566 w 4527226"/>
              <a:gd name="connsiteY28-496" fmla="*/ 3166548 h 6062148"/>
              <a:gd name="connsiteX29-497" fmla="*/ 366706 w 4527226"/>
              <a:gd name="connsiteY29-498" fmla="*/ 3166548 h 6062148"/>
              <a:gd name="connsiteX30-499" fmla="*/ 351466 w 4527226"/>
              <a:gd name="connsiteY30-500" fmla="*/ 3105588 h 6062148"/>
              <a:gd name="connsiteX31-501" fmla="*/ 397186 w 4527226"/>
              <a:gd name="connsiteY31-502" fmla="*/ 3021768 h 6062148"/>
              <a:gd name="connsiteX32-503" fmla="*/ 488626 w 4527226"/>
              <a:gd name="connsiteY32-504" fmla="*/ 2998908 h 6062148"/>
              <a:gd name="connsiteX33-505" fmla="*/ 465766 w 4527226"/>
              <a:gd name="connsiteY33-506" fmla="*/ 2930328 h 6062148"/>
              <a:gd name="connsiteX34-507" fmla="*/ 435286 w 4527226"/>
              <a:gd name="connsiteY34-508" fmla="*/ 2930328 h 6062148"/>
              <a:gd name="connsiteX35-509" fmla="*/ 389566 w 4527226"/>
              <a:gd name="connsiteY35-510" fmla="*/ 2930328 h 6062148"/>
              <a:gd name="connsiteX36-511" fmla="*/ 305746 w 4527226"/>
              <a:gd name="connsiteY36-512" fmla="*/ 2876988 h 6062148"/>
              <a:gd name="connsiteX37-513" fmla="*/ 320986 w 4527226"/>
              <a:gd name="connsiteY37-514" fmla="*/ 2846508 h 6062148"/>
              <a:gd name="connsiteX38-515" fmla="*/ 328606 w 4527226"/>
              <a:gd name="connsiteY38-516" fmla="*/ 2793168 h 6062148"/>
              <a:gd name="connsiteX39-517" fmla="*/ 313366 w 4527226"/>
              <a:gd name="connsiteY39-518" fmla="*/ 2732208 h 6062148"/>
              <a:gd name="connsiteX40-519" fmla="*/ 267646 w 4527226"/>
              <a:gd name="connsiteY40-520" fmla="*/ 2671248 h 6062148"/>
              <a:gd name="connsiteX41-521" fmla="*/ 176206 w 4527226"/>
              <a:gd name="connsiteY41-522" fmla="*/ 2656008 h 6062148"/>
              <a:gd name="connsiteX42-523" fmla="*/ 54286 w 4527226"/>
              <a:gd name="connsiteY42-524" fmla="*/ 2610288 h 6062148"/>
              <a:gd name="connsiteX43-525" fmla="*/ 7931 w 4527226"/>
              <a:gd name="connsiteY43-526" fmla="*/ 2563298 h 6062148"/>
              <a:gd name="connsiteX44-527" fmla="*/ 8566 w 4527226"/>
              <a:gd name="connsiteY44-528" fmla="*/ 2488368 h 6062148"/>
              <a:gd name="connsiteX45-529" fmla="*/ 92386 w 4527226"/>
              <a:gd name="connsiteY45-530" fmla="*/ 2335968 h 6062148"/>
              <a:gd name="connsiteX46-531" fmla="*/ 221926 w 4527226"/>
              <a:gd name="connsiteY46-532" fmla="*/ 2175948 h 6062148"/>
              <a:gd name="connsiteX47-533" fmla="*/ 282886 w 4527226"/>
              <a:gd name="connsiteY47-534" fmla="*/ 2084508 h 6062148"/>
              <a:gd name="connsiteX48-535" fmla="*/ 328606 w 4527226"/>
              <a:gd name="connsiteY48-536" fmla="*/ 1977828 h 6062148"/>
              <a:gd name="connsiteX49-537" fmla="*/ 359086 w 4527226"/>
              <a:gd name="connsiteY49-538" fmla="*/ 1871148 h 6062148"/>
              <a:gd name="connsiteX50-539" fmla="*/ 374326 w 4527226"/>
              <a:gd name="connsiteY50-540" fmla="*/ 1810188 h 6062148"/>
              <a:gd name="connsiteX51-541" fmla="*/ 343846 w 4527226"/>
              <a:gd name="connsiteY51-542" fmla="*/ 1756848 h 6062148"/>
              <a:gd name="connsiteX52-543" fmla="*/ 328606 w 4527226"/>
              <a:gd name="connsiteY52-544" fmla="*/ 1680648 h 6062148"/>
              <a:gd name="connsiteX53-545" fmla="*/ 412426 w 4527226"/>
              <a:gd name="connsiteY53-546" fmla="*/ 1474908 h 6062148"/>
              <a:gd name="connsiteX54-547" fmla="*/ 442906 w 4527226"/>
              <a:gd name="connsiteY54-548" fmla="*/ 1307268 h 6062148"/>
              <a:gd name="connsiteX55-549" fmla="*/ 465766 w 4527226"/>
              <a:gd name="connsiteY55-550" fmla="*/ 1192968 h 6062148"/>
              <a:gd name="connsiteX56-551" fmla="*/ 503866 w 4527226"/>
              <a:gd name="connsiteY56-552" fmla="*/ 1055808 h 6062148"/>
              <a:gd name="connsiteX57-553" fmla="*/ 557206 w 4527226"/>
              <a:gd name="connsiteY57-554" fmla="*/ 888168 h 6062148"/>
              <a:gd name="connsiteX58-555" fmla="*/ 503866 w 4527226"/>
              <a:gd name="connsiteY58-556" fmla="*/ 888168 h 6062148"/>
              <a:gd name="connsiteX59-557" fmla="*/ 412426 w 4527226"/>
              <a:gd name="connsiteY59-558" fmla="*/ 834828 h 6062148"/>
              <a:gd name="connsiteX60-559" fmla="*/ 328606 w 4527226"/>
              <a:gd name="connsiteY60-560" fmla="*/ 789108 h 6062148"/>
              <a:gd name="connsiteX61-561" fmla="*/ 260026 w 4527226"/>
              <a:gd name="connsiteY61-562" fmla="*/ 773868 h 6062148"/>
              <a:gd name="connsiteX62-563" fmla="*/ 214306 w 4527226"/>
              <a:gd name="connsiteY62-564" fmla="*/ 751008 h 6062148"/>
              <a:gd name="connsiteX63-565" fmla="*/ 260026 w 4527226"/>
              <a:gd name="connsiteY63-566" fmla="*/ 674808 h 6062148"/>
              <a:gd name="connsiteX64-567" fmla="*/ 374326 w 4527226"/>
              <a:gd name="connsiteY64-568" fmla="*/ 606228 h 6062148"/>
              <a:gd name="connsiteX65-569" fmla="*/ 557206 w 4527226"/>
              <a:gd name="connsiteY65-570" fmla="*/ 507168 h 6062148"/>
              <a:gd name="connsiteX66-571" fmla="*/ 656266 w 4527226"/>
              <a:gd name="connsiteY66-572" fmla="*/ 423348 h 6062148"/>
              <a:gd name="connsiteX67-573" fmla="*/ 892486 w 4527226"/>
              <a:gd name="connsiteY67-574" fmla="*/ 232848 h 6062148"/>
              <a:gd name="connsiteX68-575" fmla="*/ 1174426 w 4527226"/>
              <a:gd name="connsiteY68-576" fmla="*/ 80448 h 6062148"/>
              <a:gd name="connsiteX69-577" fmla="*/ 1593526 w 4527226"/>
              <a:gd name="connsiteY69-578" fmla="*/ 11868 h 6062148"/>
              <a:gd name="connsiteX70-579" fmla="*/ 1944046 w 4527226"/>
              <a:gd name="connsiteY70-580" fmla="*/ 4248 h 6062148"/>
              <a:gd name="connsiteX71-581" fmla="*/ 2172646 w 4527226"/>
              <a:gd name="connsiteY71-582" fmla="*/ 4248 h 6062148"/>
              <a:gd name="connsiteX72-583" fmla="*/ 2393626 w 4527226"/>
              <a:gd name="connsiteY72-584" fmla="*/ 57588 h 6062148"/>
              <a:gd name="connsiteX73-585" fmla="*/ 2667946 w 4527226"/>
              <a:gd name="connsiteY73-586" fmla="*/ 133788 h 6062148"/>
              <a:gd name="connsiteX74-587" fmla="*/ 2820346 w 4527226"/>
              <a:gd name="connsiteY74-588" fmla="*/ 202368 h 6062148"/>
              <a:gd name="connsiteX75-589" fmla="*/ 3102286 w 4527226"/>
              <a:gd name="connsiteY75-590" fmla="*/ 400488 h 6062148"/>
              <a:gd name="connsiteX76-591" fmla="*/ 3285166 w 4527226"/>
              <a:gd name="connsiteY76-592" fmla="*/ 651948 h 6062148"/>
              <a:gd name="connsiteX77-593" fmla="*/ 3407086 w 4527226"/>
              <a:gd name="connsiteY77-594" fmla="*/ 918648 h 6062148"/>
              <a:gd name="connsiteX78-595" fmla="*/ 3475666 w 4527226"/>
              <a:gd name="connsiteY78-596" fmla="*/ 1238688 h 6062148"/>
              <a:gd name="connsiteX79-597" fmla="*/ 3506146 w 4527226"/>
              <a:gd name="connsiteY79-598" fmla="*/ 1543488 h 6062148"/>
              <a:gd name="connsiteX80-599" fmla="*/ 3506146 w 4527226"/>
              <a:gd name="connsiteY80-600" fmla="*/ 1962588 h 6062148"/>
              <a:gd name="connsiteX81-601" fmla="*/ 3338506 w 4527226"/>
              <a:gd name="connsiteY81-602" fmla="*/ 2305488 h 6062148"/>
              <a:gd name="connsiteX82-603" fmla="*/ 3254686 w 4527226"/>
              <a:gd name="connsiteY82-604" fmla="*/ 2473128 h 6062148"/>
              <a:gd name="connsiteX83-605" fmla="*/ 3132766 w 4527226"/>
              <a:gd name="connsiteY83-606" fmla="*/ 2663628 h 6062148"/>
              <a:gd name="connsiteX84-607" fmla="*/ 3071806 w 4527226"/>
              <a:gd name="connsiteY84-608" fmla="*/ 2838888 h 6062148"/>
              <a:gd name="connsiteX85-609" fmla="*/ 3064186 w 4527226"/>
              <a:gd name="connsiteY85-610" fmla="*/ 2915088 h 6062148"/>
              <a:gd name="connsiteX86-611" fmla="*/ 3018466 w 4527226"/>
              <a:gd name="connsiteY86-612" fmla="*/ 3014148 h 6062148"/>
              <a:gd name="connsiteX87-613" fmla="*/ 2980366 w 4527226"/>
              <a:gd name="connsiteY87-614" fmla="*/ 3082728 h 6062148"/>
              <a:gd name="connsiteX88-615" fmla="*/ 2957506 w 4527226"/>
              <a:gd name="connsiteY88-616" fmla="*/ 3120828 h 6062148"/>
              <a:gd name="connsiteX89-617" fmla="*/ 2957506 w 4527226"/>
              <a:gd name="connsiteY89-618" fmla="*/ 3555168 h 6062148"/>
              <a:gd name="connsiteX90-619" fmla="*/ 2957506 w 4527226"/>
              <a:gd name="connsiteY90-620" fmla="*/ 3562788 h 6062148"/>
              <a:gd name="connsiteX91-621" fmla="*/ 3010846 w 4527226"/>
              <a:gd name="connsiteY91-622" fmla="*/ 3539928 h 6062148"/>
              <a:gd name="connsiteX92-623" fmla="*/ 3064186 w 4527226"/>
              <a:gd name="connsiteY92-624" fmla="*/ 3562788 h 6062148"/>
              <a:gd name="connsiteX93-625" fmla="*/ 3109906 w 4527226"/>
              <a:gd name="connsiteY93-626" fmla="*/ 3570408 h 6062148"/>
              <a:gd name="connsiteX94-627" fmla="*/ 3140386 w 4527226"/>
              <a:gd name="connsiteY94-628" fmla="*/ 3631368 h 6062148"/>
              <a:gd name="connsiteX95-629" fmla="*/ 3117526 w 4527226"/>
              <a:gd name="connsiteY95-630" fmla="*/ 3738048 h 6062148"/>
              <a:gd name="connsiteX96-631" fmla="*/ 3125146 w 4527226"/>
              <a:gd name="connsiteY96-632" fmla="*/ 4103808 h 6062148"/>
              <a:gd name="connsiteX97-633" fmla="*/ 3117526 w 4527226"/>
              <a:gd name="connsiteY97-634" fmla="*/ 4119048 h 6062148"/>
              <a:gd name="connsiteX98-635" fmla="*/ 3163246 w 4527226"/>
              <a:gd name="connsiteY98-636" fmla="*/ 4157148 h 6062148"/>
              <a:gd name="connsiteX99-637" fmla="*/ 3201346 w 4527226"/>
              <a:gd name="connsiteY99-638" fmla="*/ 4164768 h 6062148"/>
              <a:gd name="connsiteX100-639" fmla="*/ 3231826 w 4527226"/>
              <a:gd name="connsiteY100-640" fmla="*/ 4172388 h 6062148"/>
              <a:gd name="connsiteX101-641" fmla="*/ 3285166 w 4527226"/>
              <a:gd name="connsiteY101-642" fmla="*/ 4294308 h 6062148"/>
              <a:gd name="connsiteX102-643" fmla="*/ 3300406 w 4527226"/>
              <a:gd name="connsiteY102-644" fmla="*/ 4347648 h 6062148"/>
              <a:gd name="connsiteX103-645" fmla="*/ 3330886 w 4527226"/>
              <a:gd name="connsiteY103-646" fmla="*/ 4408608 h 6062148"/>
              <a:gd name="connsiteX104-647" fmla="*/ 3551866 w 4527226"/>
              <a:gd name="connsiteY104-648" fmla="*/ 4644828 h 6062148"/>
              <a:gd name="connsiteX105-649" fmla="*/ 3887146 w 4527226"/>
              <a:gd name="connsiteY105-650" fmla="*/ 5025828 h 6062148"/>
              <a:gd name="connsiteX106-651" fmla="*/ 4100506 w 4527226"/>
              <a:gd name="connsiteY106-652" fmla="*/ 5300148 h 6062148"/>
              <a:gd name="connsiteX107-653" fmla="*/ 4367206 w 4527226"/>
              <a:gd name="connsiteY107-654" fmla="*/ 5726868 h 6062148"/>
              <a:gd name="connsiteX108-655" fmla="*/ 4527226 w 4527226"/>
              <a:gd name="connsiteY108-656" fmla="*/ 6046908 h 6062148"/>
              <a:gd name="connsiteX0-657" fmla="*/ 328606 w 4527226"/>
              <a:gd name="connsiteY0-658" fmla="*/ 6062148 h 6062148"/>
              <a:gd name="connsiteX1-659" fmla="*/ 381946 w 4527226"/>
              <a:gd name="connsiteY1-660" fmla="*/ 5924988 h 6062148"/>
              <a:gd name="connsiteX2-661" fmla="*/ 442906 w 4527226"/>
              <a:gd name="connsiteY2-662" fmla="*/ 5780208 h 6062148"/>
              <a:gd name="connsiteX3-663" fmla="*/ 473386 w 4527226"/>
              <a:gd name="connsiteY3-664" fmla="*/ 5665908 h 6062148"/>
              <a:gd name="connsiteX4-665" fmla="*/ 511486 w 4527226"/>
              <a:gd name="connsiteY4-666" fmla="*/ 5612568 h 6062148"/>
              <a:gd name="connsiteX5-667" fmla="*/ 541966 w 4527226"/>
              <a:gd name="connsiteY5-668" fmla="*/ 5521128 h 6062148"/>
              <a:gd name="connsiteX6-669" fmla="*/ 564826 w 4527226"/>
              <a:gd name="connsiteY6-670" fmla="*/ 5353488 h 6062148"/>
              <a:gd name="connsiteX7-671" fmla="*/ 602926 w 4527226"/>
              <a:gd name="connsiteY7-672" fmla="*/ 5223948 h 6062148"/>
              <a:gd name="connsiteX8-673" fmla="*/ 625786 w 4527226"/>
              <a:gd name="connsiteY8-674" fmla="*/ 5178228 h 6062148"/>
              <a:gd name="connsiteX9-675" fmla="*/ 701986 w 4527226"/>
              <a:gd name="connsiteY9-676" fmla="*/ 5071548 h 6062148"/>
              <a:gd name="connsiteX10-677" fmla="*/ 717226 w 4527226"/>
              <a:gd name="connsiteY10-678" fmla="*/ 5063928 h 6062148"/>
              <a:gd name="connsiteX11-679" fmla="*/ 709606 w 4527226"/>
              <a:gd name="connsiteY11-680" fmla="*/ 5025828 h 6062148"/>
              <a:gd name="connsiteX12-681" fmla="*/ 701986 w 4527226"/>
              <a:gd name="connsiteY12-682" fmla="*/ 5002968 h 6062148"/>
              <a:gd name="connsiteX13-683" fmla="*/ 968686 w 4527226"/>
              <a:gd name="connsiteY13-684" fmla="*/ 4682928 h 6062148"/>
              <a:gd name="connsiteX14-685" fmla="*/ 961066 w 4527226"/>
              <a:gd name="connsiteY14-686" fmla="*/ 4644828 h 6062148"/>
              <a:gd name="connsiteX15-687" fmla="*/ 1342066 w 4527226"/>
              <a:gd name="connsiteY15-688" fmla="*/ 4172388 h 6062148"/>
              <a:gd name="connsiteX16-689" fmla="*/ 1258246 w 4527226"/>
              <a:gd name="connsiteY16-690" fmla="*/ 4012368 h 6062148"/>
              <a:gd name="connsiteX17-691" fmla="*/ 1204906 w 4527226"/>
              <a:gd name="connsiteY17-692" fmla="*/ 3928548 h 6062148"/>
              <a:gd name="connsiteX18-693" fmla="*/ 1174426 w 4527226"/>
              <a:gd name="connsiteY18-694" fmla="*/ 3768528 h 6062148"/>
              <a:gd name="connsiteX19-695" fmla="*/ 1151566 w 4527226"/>
              <a:gd name="connsiteY19-696" fmla="*/ 3699948 h 6062148"/>
              <a:gd name="connsiteX20-697" fmla="*/ 1143946 w 4527226"/>
              <a:gd name="connsiteY20-698" fmla="*/ 3669468 h 6062148"/>
              <a:gd name="connsiteX21-699" fmla="*/ 1067746 w 4527226"/>
              <a:gd name="connsiteY21-700" fmla="*/ 3661848 h 6062148"/>
              <a:gd name="connsiteX22-701" fmla="*/ 938206 w 4527226"/>
              <a:gd name="connsiteY22-702" fmla="*/ 3669468 h 6062148"/>
              <a:gd name="connsiteX23-703" fmla="*/ 831526 w 4527226"/>
              <a:gd name="connsiteY23-704" fmla="*/ 3692328 h 6062148"/>
              <a:gd name="connsiteX24-705" fmla="*/ 610546 w 4527226"/>
              <a:gd name="connsiteY24-706" fmla="*/ 3738048 h 6062148"/>
              <a:gd name="connsiteX25-707" fmla="*/ 389566 w 4527226"/>
              <a:gd name="connsiteY25-708" fmla="*/ 3638988 h 6062148"/>
              <a:gd name="connsiteX26-709" fmla="*/ 381946 w 4527226"/>
              <a:gd name="connsiteY26-710" fmla="*/ 3326568 h 6062148"/>
              <a:gd name="connsiteX27-711" fmla="*/ 420046 w 4527226"/>
              <a:gd name="connsiteY27-712" fmla="*/ 3227508 h 6062148"/>
              <a:gd name="connsiteX28-713" fmla="*/ 389566 w 4527226"/>
              <a:gd name="connsiteY28-714" fmla="*/ 3166548 h 6062148"/>
              <a:gd name="connsiteX29-715" fmla="*/ 351466 w 4527226"/>
              <a:gd name="connsiteY29-716" fmla="*/ 3105588 h 6062148"/>
              <a:gd name="connsiteX30-717" fmla="*/ 397186 w 4527226"/>
              <a:gd name="connsiteY30-718" fmla="*/ 3021768 h 6062148"/>
              <a:gd name="connsiteX31-719" fmla="*/ 488626 w 4527226"/>
              <a:gd name="connsiteY31-720" fmla="*/ 2998908 h 6062148"/>
              <a:gd name="connsiteX32-721" fmla="*/ 465766 w 4527226"/>
              <a:gd name="connsiteY32-722" fmla="*/ 2930328 h 6062148"/>
              <a:gd name="connsiteX33-723" fmla="*/ 435286 w 4527226"/>
              <a:gd name="connsiteY33-724" fmla="*/ 2930328 h 6062148"/>
              <a:gd name="connsiteX34-725" fmla="*/ 389566 w 4527226"/>
              <a:gd name="connsiteY34-726" fmla="*/ 2930328 h 6062148"/>
              <a:gd name="connsiteX35-727" fmla="*/ 305746 w 4527226"/>
              <a:gd name="connsiteY35-728" fmla="*/ 2876988 h 6062148"/>
              <a:gd name="connsiteX36-729" fmla="*/ 320986 w 4527226"/>
              <a:gd name="connsiteY36-730" fmla="*/ 2846508 h 6062148"/>
              <a:gd name="connsiteX37-731" fmla="*/ 328606 w 4527226"/>
              <a:gd name="connsiteY37-732" fmla="*/ 2793168 h 6062148"/>
              <a:gd name="connsiteX38-733" fmla="*/ 313366 w 4527226"/>
              <a:gd name="connsiteY38-734" fmla="*/ 2732208 h 6062148"/>
              <a:gd name="connsiteX39-735" fmla="*/ 267646 w 4527226"/>
              <a:gd name="connsiteY39-736" fmla="*/ 2671248 h 6062148"/>
              <a:gd name="connsiteX40-737" fmla="*/ 176206 w 4527226"/>
              <a:gd name="connsiteY40-738" fmla="*/ 2656008 h 6062148"/>
              <a:gd name="connsiteX41-739" fmla="*/ 54286 w 4527226"/>
              <a:gd name="connsiteY41-740" fmla="*/ 2610288 h 6062148"/>
              <a:gd name="connsiteX42-741" fmla="*/ 7931 w 4527226"/>
              <a:gd name="connsiteY42-742" fmla="*/ 2563298 h 6062148"/>
              <a:gd name="connsiteX43-743" fmla="*/ 8566 w 4527226"/>
              <a:gd name="connsiteY43-744" fmla="*/ 2488368 h 6062148"/>
              <a:gd name="connsiteX44-745" fmla="*/ 92386 w 4527226"/>
              <a:gd name="connsiteY44-746" fmla="*/ 2335968 h 6062148"/>
              <a:gd name="connsiteX45-747" fmla="*/ 221926 w 4527226"/>
              <a:gd name="connsiteY45-748" fmla="*/ 2175948 h 6062148"/>
              <a:gd name="connsiteX46-749" fmla="*/ 282886 w 4527226"/>
              <a:gd name="connsiteY46-750" fmla="*/ 2084508 h 6062148"/>
              <a:gd name="connsiteX47-751" fmla="*/ 328606 w 4527226"/>
              <a:gd name="connsiteY47-752" fmla="*/ 1977828 h 6062148"/>
              <a:gd name="connsiteX48-753" fmla="*/ 359086 w 4527226"/>
              <a:gd name="connsiteY48-754" fmla="*/ 1871148 h 6062148"/>
              <a:gd name="connsiteX49-755" fmla="*/ 374326 w 4527226"/>
              <a:gd name="connsiteY49-756" fmla="*/ 1810188 h 6062148"/>
              <a:gd name="connsiteX50-757" fmla="*/ 343846 w 4527226"/>
              <a:gd name="connsiteY50-758" fmla="*/ 1756848 h 6062148"/>
              <a:gd name="connsiteX51-759" fmla="*/ 328606 w 4527226"/>
              <a:gd name="connsiteY51-760" fmla="*/ 1680648 h 6062148"/>
              <a:gd name="connsiteX52-761" fmla="*/ 412426 w 4527226"/>
              <a:gd name="connsiteY52-762" fmla="*/ 1474908 h 6062148"/>
              <a:gd name="connsiteX53-763" fmla="*/ 442906 w 4527226"/>
              <a:gd name="connsiteY53-764" fmla="*/ 1307268 h 6062148"/>
              <a:gd name="connsiteX54-765" fmla="*/ 465766 w 4527226"/>
              <a:gd name="connsiteY54-766" fmla="*/ 1192968 h 6062148"/>
              <a:gd name="connsiteX55-767" fmla="*/ 503866 w 4527226"/>
              <a:gd name="connsiteY55-768" fmla="*/ 1055808 h 6062148"/>
              <a:gd name="connsiteX56-769" fmla="*/ 557206 w 4527226"/>
              <a:gd name="connsiteY56-770" fmla="*/ 888168 h 6062148"/>
              <a:gd name="connsiteX57-771" fmla="*/ 503866 w 4527226"/>
              <a:gd name="connsiteY57-772" fmla="*/ 888168 h 6062148"/>
              <a:gd name="connsiteX58-773" fmla="*/ 412426 w 4527226"/>
              <a:gd name="connsiteY58-774" fmla="*/ 834828 h 6062148"/>
              <a:gd name="connsiteX59-775" fmla="*/ 328606 w 4527226"/>
              <a:gd name="connsiteY59-776" fmla="*/ 789108 h 6062148"/>
              <a:gd name="connsiteX60-777" fmla="*/ 260026 w 4527226"/>
              <a:gd name="connsiteY60-778" fmla="*/ 773868 h 6062148"/>
              <a:gd name="connsiteX61-779" fmla="*/ 214306 w 4527226"/>
              <a:gd name="connsiteY61-780" fmla="*/ 751008 h 6062148"/>
              <a:gd name="connsiteX62-781" fmla="*/ 260026 w 4527226"/>
              <a:gd name="connsiteY62-782" fmla="*/ 674808 h 6062148"/>
              <a:gd name="connsiteX63-783" fmla="*/ 374326 w 4527226"/>
              <a:gd name="connsiteY63-784" fmla="*/ 606228 h 6062148"/>
              <a:gd name="connsiteX64-785" fmla="*/ 557206 w 4527226"/>
              <a:gd name="connsiteY64-786" fmla="*/ 507168 h 6062148"/>
              <a:gd name="connsiteX65-787" fmla="*/ 656266 w 4527226"/>
              <a:gd name="connsiteY65-788" fmla="*/ 423348 h 6062148"/>
              <a:gd name="connsiteX66-789" fmla="*/ 892486 w 4527226"/>
              <a:gd name="connsiteY66-790" fmla="*/ 232848 h 6062148"/>
              <a:gd name="connsiteX67-791" fmla="*/ 1174426 w 4527226"/>
              <a:gd name="connsiteY67-792" fmla="*/ 80448 h 6062148"/>
              <a:gd name="connsiteX68-793" fmla="*/ 1593526 w 4527226"/>
              <a:gd name="connsiteY68-794" fmla="*/ 11868 h 6062148"/>
              <a:gd name="connsiteX69-795" fmla="*/ 1944046 w 4527226"/>
              <a:gd name="connsiteY69-796" fmla="*/ 4248 h 6062148"/>
              <a:gd name="connsiteX70-797" fmla="*/ 2172646 w 4527226"/>
              <a:gd name="connsiteY70-798" fmla="*/ 4248 h 6062148"/>
              <a:gd name="connsiteX71-799" fmla="*/ 2393626 w 4527226"/>
              <a:gd name="connsiteY71-800" fmla="*/ 57588 h 6062148"/>
              <a:gd name="connsiteX72-801" fmla="*/ 2667946 w 4527226"/>
              <a:gd name="connsiteY72-802" fmla="*/ 133788 h 6062148"/>
              <a:gd name="connsiteX73-803" fmla="*/ 2820346 w 4527226"/>
              <a:gd name="connsiteY73-804" fmla="*/ 202368 h 6062148"/>
              <a:gd name="connsiteX74-805" fmla="*/ 3102286 w 4527226"/>
              <a:gd name="connsiteY74-806" fmla="*/ 400488 h 6062148"/>
              <a:gd name="connsiteX75-807" fmla="*/ 3285166 w 4527226"/>
              <a:gd name="connsiteY75-808" fmla="*/ 651948 h 6062148"/>
              <a:gd name="connsiteX76-809" fmla="*/ 3407086 w 4527226"/>
              <a:gd name="connsiteY76-810" fmla="*/ 918648 h 6062148"/>
              <a:gd name="connsiteX77-811" fmla="*/ 3475666 w 4527226"/>
              <a:gd name="connsiteY77-812" fmla="*/ 1238688 h 6062148"/>
              <a:gd name="connsiteX78-813" fmla="*/ 3506146 w 4527226"/>
              <a:gd name="connsiteY78-814" fmla="*/ 1543488 h 6062148"/>
              <a:gd name="connsiteX79-815" fmla="*/ 3506146 w 4527226"/>
              <a:gd name="connsiteY79-816" fmla="*/ 1962588 h 6062148"/>
              <a:gd name="connsiteX80-817" fmla="*/ 3338506 w 4527226"/>
              <a:gd name="connsiteY80-818" fmla="*/ 2305488 h 6062148"/>
              <a:gd name="connsiteX81-819" fmla="*/ 3254686 w 4527226"/>
              <a:gd name="connsiteY81-820" fmla="*/ 2473128 h 6062148"/>
              <a:gd name="connsiteX82-821" fmla="*/ 3132766 w 4527226"/>
              <a:gd name="connsiteY82-822" fmla="*/ 2663628 h 6062148"/>
              <a:gd name="connsiteX83-823" fmla="*/ 3071806 w 4527226"/>
              <a:gd name="connsiteY83-824" fmla="*/ 2838888 h 6062148"/>
              <a:gd name="connsiteX84-825" fmla="*/ 3064186 w 4527226"/>
              <a:gd name="connsiteY84-826" fmla="*/ 2915088 h 6062148"/>
              <a:gd name="connsiteX85-827" fmla="*/ 3018466 w 4527226"/>
              <a:gd name="connsiteY85-828" fmla="*/ 3014148 h 6062148"/>
              <a:gd name="connsiteX86-829" fmla="*/ 2980366 w 4527226"/>
              <a:gd name="connsiteY86-830" fmla="*/ 3082728 h 6062148"/>
              <a:gd name="connsiteX87-831" fmla="*/ 2957506 w 4527226"/>
              <a:gd name="connsiteY87-832" fmla="*/ 3120828 h 6062148"/>
              <a:gd name="connsiteX88-833" fmla="*/ 2957506 w 4527226"/>
              <a:gd name="connsiteY88-834" fmla="*/ 3555168 h 6062148"/>
              <a:gd name="connsiteX89-835" fmla="*/ 2957506 w 4527226"/>
              <a:gd name="connsiteY89-836" fmla="*/ 3562788 h 6062148"/>
              <a:gd name="connsiteX90-837" fmla="*/ 3010846 w 4527226"/>
              <a:gd name="connsiteY90-838" fmla="*/ 3539928 h 6062148"/>
              <a:gd name="connsiteX91-839" fmla="*/ 3064186 w 4527226"/>
              <a:gd name="connsiteY91-840" fmla="*/ 3562788 h 6062148"/>
              <a:gd name="connsiteX92-841" fmla="*/ 3109906 w 4527226"/>
              <a:gd name="connsiteY92-842" fmla="*/ 3570408 h 6062148"/>
              <a:gd name="connsiteX93-843" fmla="*/ 3140386 w 4527226"/>
              <a:gd name="connsiteY93-844" fmla="*/ 3631368 h 6062148"/>
              <a:gd name="connsiteX94-845" fmla="*/ 3117526 w 4527226"/>
              <a:gd name="connsiteY94-846" fmla="*/ 3738048 h 6062148"/>
              <a:gd name="connsiteX95-847" fmla="*/ 3125146 w 4527226"/>
              <a:gd name="connsiteY95-848" fmla="*/ 4103808 h 6062148"/>
              <a:gd name="connsiteX96-849" fmla="*/ 3117526 w 4527226"/>
              <a:gd name="connsiteY96-850" fmla="*/ 4119048 h 6062148"/>
              <a:gd name="connsiteX97-851" fmla="*/ 3163246 w 4527226"/>
              <a:gd name="connsiteY97-852" fmla="*/ 4157148 h 6062148"/>
              <a:gd name="connsiteX98-853" fmla="*/ 3201346 w 4527226"/>
              <a:gd name="connsiteY98-854" fmla="*/ 4164768 h 6062148"/>
              <a:gd name="connsiteX99-855" fmla="*/ 3231826 w 4527226"/>
              <a:gd name="connsiteY99-856" fmla="*/ 4172388 h 6062148"/>
              <a:gd name="connsiteX100-857" fmla="*/ 3285166 w 4527226"/>
              <a:gd name="connsiteY100-858" fmla="*/ 4294308 h 6062148"/>
              <a:gd name="connsiteX101-859" fmla="*/ 3300406 w 4527226"/>
              <a:gd name="connsiteY101-860" fmla="*/ 4347648 h 6062148"/>
              <a:gd name="connsiteX102-861" fmla="*/ 3330886 w 4527226"/>
              <a:gd name="connsiteY102-862" fmla="*/ 4408608 h 6062148"/>
              <a:gd name="connsiteX103-863" fmla="*/ 3551866 w 4527226"/>
              <a:gd name="connsiteY103-864" fmla="*/ 4644828 h 6062148"/>
              <a:gd name="connsiteX104-865" fmla="*/ 3887146 w 4527226"/>
              <a:gd name="connsiteY104-866" fmla="*/ 5025828 h 6062148"/>
              <a:gd name="connsiteX105-867" fmla="*/ 4100506 w 4527226"/>
              <a:gd name="connsiteY105-868" fmla="*/ 5300148 h 6062148"/>
              <a:gd name="connsiteX106-869" fmla="*/ 4367206 w 4527226"/>
              <a:gd name="connsiteY106-870" fmla="*/ 5726868 h 6062148"/>
              <a:gd name="connsiteX107-871" fmla="*/ 4527226 w 4527226"/>
              <a:gd name="connsiteY107-872" fmla="*/ 6046908 h 6062148"/>
              <a:gd name="connsiteX0-873" fmla="*/ 328606 w 4527226"/>
              <a:gd name="connsiteY0-874" fmla="*/ 6062148 h 6062148"/>
              <a:gd name="connsiteX1-875" fmla="*/ 381946 w 4527226"/>
              <a:gd name="connsiteY1-876" fmla="*/ 5924988 h 6062148"/>
              <a:gd name="connsiteX2-877" fmla="*/ 442906 w 4527226"/>
              <a:gd name="connsiteY2-878" fmla="*/ 5780208 h 6062148"/>
              <a:gd name="connsiteX3-879" fmla="*/ 473386 w 4527226"/>
              <a:gd name="connsiteY3-880" fmla="*/ 5665908 h 6062148"/>
              <a:gd name="connsiteX4-881" fmla="*/ 511486 w 4527226"/>
              <a:gd name="connsiteY4-882" fmla="*/ 5612568 h 6062148"/>
              <a:gd name="connsiteX5-883" fmla="*/ 541966 w 4527226"/>
              <a:gd name="connsiteY5-884" fmla="*/ 5521128 h 6062148"/>
              <a:gd name="connsiteX6-885" fmla="*/ 564826 w 4527226"/>
              <a:gd name="connsiteY6-886" fmla="*/ 5353488 h 6062148"/>
              <a:gd name="connsiteX7-887" fmla="*/ 602926 w 4527226"/>
              <a:gd name="connsiteY7-888" fmla="*/ 5223948 h 6062148"/>
              <a:gd name="connsiteX8-889" fmla="*/ 625786 w 4527226"/>
              <a:gd name="connsiteY8-890" fmla="*/ 5178228 h 6062148"/>
              <a:gd name="connsiteX9-891" fmla="*/ 701986 w 4527226"/>
              <a:gd name="connsiteY9-892" fmla="*/ 5071548 h 6062148"/>
              <a:gd name="connsiteX10-893" fmla="*/ 717226 w 4527226"/>
              <a:gd name="connsiteY10-894" fmla="*/ 5063928 h 6062148"/>
              <a:gd name="connsiteX11-895" fmla="*/ 709606 w 4527226"/>
              <a:gd name="connsiteY11-896" fmla="*/ 5025828 h 6062148"/>
              <a:gd name="connsiteX12-897" fmla="*/ 701986 w 4527226"/>
              <a:gd name="connsiteY12-898" fmla="*/ 5002968 h 6062148"/>
              <a:gd name="connsiteX13-899" fmla="*/ 968686 w 4527226"/>
              <a:gd name="connsiteY13-900" fmla="*/ 4682928 h 6062148"/>
              <a:gd name="connsiteX14-901" fmla="*/ 961066 w 4527226"/>
              <a:gd name="connsiteY14-902" fmla="*/ 4644828 h 6062148"/>
              <a:gd name="connsiteX15-903" fmla="*/ 1342066 w 4527226"/>
              <a:gd name="connsiteY15-904" fmla="*/ 4172388 h 6062148"/>
              <a:gd name="connsiteX16-905" fmla="*/ 1258246 w 4527226"/>
              <a:gd name="connsiteY16-906" fmla="*/ 4012368 h 6062148"/>
              <a:gd name="connsiteX17-907" fmla="*/ 1204906 w 4527226"/>
              <a:gd name="connsiteY17-908" fmla="*/ 3928548 h 6062148"/>
              <a:gd name="connsiteX18-909" fmla="*/ 1174426 w 4527226"/>
              <a:gd name="connsiteY18-910" fmla="*/ 3768528 h 6062148"/>
              <a:gd name="connsiteX19-911" fmla="*/ 1151566 w 4527226"/>
              <a:gd name="connsiteY19-912" fmla="*/ 3699948 h 6062148"/>
              <a:gd name="connsiteX20-913" fmla="*/ 1143946 w 4527226"/>
              <a:gd name="connsiteY20-914" fmla="*/ 3669468 h 6062148"/>
              <a:gd name="connsiteX21-915" fmla="*/ 1067746 w 4527226"/>
              <a:gd name="connsiteY21-916" fmla="*/ 3661848 h 6062148"/>
              <a:gd name="connsiteX22-917" fmla="*/ 938206 w 4527226"/>
              <a:gd name="connsiteY22-918" fmla="*/ 3669468 h 6062148"/>
              <a:gd name="connsiteX23-919" fmla="*/ 831526 w 4527226"/>
              <a:gd name="connsiteY23-920" fmla="*/ 3692328 h 6062148"/>
              <a:gd name="connsiteX24-921" fmla="*/ 610546 w 4527226"/>
              <a:gd name="connsiteY24-922" fmla="*/ 3738048 h 6062148"/>
              <a:gd name="connsiteX25-923" fmla="*/ 389566 w 4527226"/>
              <a:gd name="connsiteY25-924" fmla="*/ 3638988 h 6062148"/>
              <a:gd name="connsiteX26-925" fmla="*/ 381946 w 4527226"/>
              <a:gd name="connsiteY26-926" fmla="*/ 3326568 h 6062148"/>
              <a:gd name="connsiteX27-927" fmla="*/ 420046 w 4527226"/>
              <a:gd name="connsiteY27-928" fmla="*/ 3227508 h 6062148"/>
              <a:gd name="connsiteX28-929" fmla="*/ 389566 w 4527226"/>
              <a:gd name="connsiteY28-930" fmla="*/ 3166548 h 6062148"/>
              <a:gd name="connsiteX29-931" fmla="*/ 351466 w 4527226"/>
              <a:gd name="connsiteY29-932" fmla="*/ 3105588 h 6062148"/>
              <a:gd name="connsiteX30-933" fmla="*/ 397186 w 4527226"/>
              <a:gd name="connsiteY30-934" fmla="*/ 3021768 h 6062148"/>
              <a:gd name="connsiteX31-935" fmla="*/ 488626 w 4527226"/>
              <a:gd name="connsiteY31-936" fmla="*/ 2998908 h 6062148"/>
              <a:gd name="connsiteX32-937" fmla="*/ 465766 w 4527226"/>
              <a:gd name="connsiteY32-938" fmla="*/ 2930328 h 6062148"/>
              <a:gd name="connsiteX33-939" fmla="*/ 435286 w 4527226"/>
              <a:gd name="connsiteY33-940" fmla="*/ 2930328 h 6062148"/>
              <a:gd name="connsiteX34-941" fmla="*/ 389566 w 4527226"/>
              <a:gd name="connsiteY34-942" fmla="*/ 2930328 h 6062148"/>
              <a:gd name="connsiteX35-943" fmla="*/ 314000 w 4527226"/>
              <a:gd name="connsiteY35-944" fmla="*/ 2893495 h 6062148"/>
              <a:gd name="connsiteX36-945" fmla="*/ 320986 w 4527226"/>
              <a:gd name="connsiteY36-946" fmla="*/ 2846508 h 6062148"/>
              <a:gd name="connsiteX37-947" fmla="*/ 328606 w 4527226"/>
              <a:gd name="connsiteY37-948" fmla="*/ 2793168 h 6062148"/>
              <a:gd name="connsiteX38-949" fmla="*/ 313366 w 4527226"/>
              <a:gd name="connsiteY38-950" fmla="*/ 2732208 h 6062148"/>
              <a:gd name="connsiteX39-951" fmla="*/ 267646 w 4527226"/>
              <a:gd name="connsiteY39-952" fmla="*/ 2671248 h 6062148"/>
              <a:gd name="connsiteX40-953" fmla="*/ 176206 w 4527226"/>
              <a:gd name="connsiteY40-954" fmla="*/ 2656008 h 6062148"/>
              <a:gd name="connsiteX41-955" fmla="*/ 54286 w 4527226"/>
              <a:gd name="connsiteY41-956" fmla="*/ 2610288 h 6062148"/>
              <a:gd name="connsiteX42-957" fmla="*/ 7931 w 4527226"/>
              <a:gd name="connsiteY42-958" fmla="*/ 2563298 h 6062148"/>
              <a:gd name="connsiteX43-959" fmla="*/ 8566 w 4527226"/>
              <a:gd name="connsiteY43-960" fmla="*/ 2488368 h 6062148"/>
              <a:gd name="connsiteX44-961" fmla="*/ 92386 w 4527226"/>
              <a:gd name="connsiteY44-962" fmla="*/ 2335968 h 6062148"/>
              <a:gd name="connsiteX45-963" fmla="*/ 221926 w 4527226"/>
              <a:gd name="connsiteY45-964" fmla="*/ 2175948 h 6062148"/>
              <a:gd name="connsiteX46-965" fmla="*/ 282886 w 4527226"/>
              <a:gd name="connsiteY46-966" fmla="*/ 2084508 h 6062148"/>
              <a:gd name="connsiteX47-967" fmla="*/ 328606 w 4527226"/>
              <a:gd name="connsiteY47-968" fmla="*/ 1977828 h 6062148"/>
              <a:gd name="connsiteX48-969" fmla="*/ 359086 w 4527226"/>
              <a:gd name="connsiteY48-970" fmla="*/ 1871148 h 6062148"/>
              <a:gd name="connsiteX49-971" fmla="*/ 374326 w 4527226"/>
              <a:gd name="connsiteY49-972" fmla="*/ 1810188 h 6062148"/>
              <a:gd name="connsiteX50-973" fmla="*/ 343846 w 4527226"/>
              <a:gd name="connsiteY50-974" fmla="*/ 1756848 h 6062148"/>
              <a:gd name="connsiteX51-975" fmla="*/ 328606 w 4527226"/>
              <a:gd name="connsiteY51-976" fmla="*/ 1680648 h 6062148"/>
              <a:gd name="connsiteX52-977" fmla="*/ 412426 w 4527226"/>
              <a:gd name="connsiteY52-978" fmla="*/ 1474908 h 6062148"/>
              <a:gd name="connsiteX53-979" fmla="*/ 442906 w 4527226"/>
              <a:gd name="connsiteY53-980" fmla="*/ 1307268 h 6062148"/>
              <a:gd name="connsiteX54-981" fmla="*/ 465766 w 4527226"/>
              <a:gd name="connsiteY54-982" fmla="*/ 1192968 h 6062148"/>
              <a:gd name="connsiteX55-983" fmla="*/ 503866 w 4527226"/>
              <a:gd name="connsiteY55-984" fmla="*/ 1055808 h 6062148"/>
              <a:gd name="connsiteX56-985" fmla="*/ 557206 w 4527226"/>
              <a:gd name="connsiteY56-986" fmla="*/ 888168 h 6062148"/>
              <a:gd name="connsiteX57-987" fmla="*/ 503866 w 4527226"/>
              <a:gd name="connsiteY57-988" fmla="*/ 888168 h 6062148"/>
              <a:gd name="connsiteX58-989" fmla="*/ 412426 w 4527226"/>
              <a:gd name="connsiteY58-990" fmla="*/ 834828 h 6062148"/>
              <a:gd name="connsiteX59-991" fmla="*/ 328606 w 4527226"/>
              <a:gd name="connsiteY59-992" fmla="*/ 789108 h 6062148"/>
              <a:gd name="connsiteX60-993" fmla="*/ 260026 w 4527226"/>
              <a:gd name="connsiteY60-994" fmla="*/ 773868 h 6062148"/>
              <a:gd name="connsiteX61-995" fmla="*/ 214306 w 4527226"/>
              <a:gd name="connsiteY61-996" fmla="*/ 751008 h 6062148"/>
              <a:gd name="connsiteX62-997" fmla="*/ 260026 w 4527226"/>
              <a:gd name="connsiteY62-998" fmla="*/ 674808 h 6062148"/>
              <a:gd name="connsiteX63-999" fmla="*/ 374326 w 4527226"/>
              <a:gd name="connsiteY63-1000" fmla="*/ 606228 h 6062148"/>
              <a:gd name="connsiteX64-1001" fmla="*/ 557206 w 4527226"/>
              <a:gd name="connsiteY64-1002" fmla="*/ 507168 h 6062148"/>
              <a:gd name="connsiteX65-1003" fmla="*/ 656266 w 4527226"/>
              <a:gd name="connsiteY65-1004" fmla="*/ 423348 h 6062148"/>
              <a:gd name="connsiteX66-1005" fmla="*/ 892486 w 4527226"/>
              <a:gd name="connsiteY66-1006" fmla="*/ 232848 h 6062148"/>
              <a:gd name="connsiteX67-1007" fmla="*/ 1174426 w 4527226"/>
              <a:gd name="connsiteY67-1008" fmla="*/ 80448 h 6062148"/>
              <a:gd name="connsiteX68-1009" fmla="*/ 1593526 w 4527226"/>
              <a:gd name="connsiteY68-1010" fmla="*/ 11868 h 6062148"/>
              <a:gd name="connsiteX69-1011" fmla="*/ 1944046 w 4527226"/>
              <a:gd name="connsiteY69-1012" fmla="*/ 4248 h 6062148"/>
              <a:gd name="connsiteX70-1013" fmla="*/ 2172646 w 4527226"/>
              <a:gd name="connsiteY70-1014" fmla="*/ 4248 h 6062148"/>
              <a:gd name="connsiteX71-1015" fmla="*/ 2393626 w 4527226"/>
              <a:gd name="connsiteY71-1016" fmla="*/ 57588 h 6062148"/>
              <a:gd name="connsiteX72-1017" fmla="*/ 2667946 w 4527226"/>
              <a:gd name="connsiteY72-1018" fmla="*/ 133788 h 6062148"/>
              <a:gd name="connsiteX73-1019" fmla="*/ 2820346 w 4527226"/>
              <a:gd name="connsiteY73-1020" fmla="*/ 202368 h 6062148"/>
              <a:gd name="connsiteX74-1021" fmla="*/ 3102286 w 4527226"/>
              <a:gd name="connsiteY74-1022" fmla="*/ 400488 h 6062148"/>
              <a:gd name="connsiteX75-1023" fmla="*/ 3285166 w 4527226"/>
              <a:gd name="connsiteY75-1024" fmla="*/ 651948 h 6062148"/>
              <a:gd name="connsiteX76-1025" fmla="*/ 3407086 w 4527226"/>
              <a:gd name="connsiteY76-1026" fmla="*/ 918648 h 6062148"/>
              <a:gd name="connsiteX77-1027" fmla="*/ 3475666 w 4527226"/>
              <a:gd name="connsiteY77-1028" fmla="*/ 1238688 h 6062148"/>
              <a:gd name="connsiteX78-1029" fmla="*/ 3506146 w 4527226"/>
              <a:gd name="connsiteY78-1030" fmla="*/ 1543488 h 6062148"/>
              <a:gd name="connsiteX79-1031" fmla="*/ 3506146 w 4527226"/>
              <a:gd name="connsiteY79-1032" fmla="*/ 1962588 h 6062148"/>
              <a:gd name="connsiteX80-1033" fmla="*/ 3338506 w 4527226"/>
              <a:gd name="connsiteY80-1034" fmla="*/ 2305488 h 6062148"/>
              <a:gd name="connsiteX81-1035" fmla="*/ 3254686 w 4527226"/>
              <a:gd name="connsiteY81-1036" fmla="*/ 2473128 h 6062148"/>
              <a:gd name="connsiteX82-1037" fmla="*/ 3132766 w 4527226"/>
              <a:gd name="connsiteY82-1038" fmla="*/ 2663628 h 6062148"/>
              <a:gd name="connsiteX83-1039" fmla="*/ 3071806 w 4527226"/>
              <a:gd name="connsiteY83-1040" fmla="*/ 2838888 h 6062148"/>
              <a:gd name="connsiteX84-1041" fmla="*/ 3064186 w 4527226"/>
              <a:gd name="connsiteY84-1042" fmla="*/ 2915088 h 6062148"/>
              <a:gd name="connsiteX85-1043" fmla="*/ 3018466 w 4527226"/>
              <a:gd name="connsiteY85-1044" fmla="*/ 3014148 h 6062148"/>
              <a:gd name="connsiteX86-1045" fmla="*/ 2980366 w 4527226"/>
              <a:gd name="connsiteY86-1046" fmla="*/ 3082728 h 6062148"/>
              <a:gd name="connsiteX87-1047" fmla="*/ 2957506 w 4527226"/>
              <a:gd name="connsiteY87-1048" fmla="*/ 3120828 h 6062148"/>
              <a:gd name="connsiteX88-1049" fmla="*/ 2957506 w 4527226"/>
              <a:gd name="connsiteY88-1050" fmla="*/ 3555168 h 6062148"/>
              <a:gd name="connsiteX89-1051" fmla="*/ 2957506 w 4527226"/>
              <a:gd name="connsiteY89-1052" fmla="*/ 3562788 h 6062148"/>
              <a:gd name="connsiteX90-1053" fmla="*/ 3010846 w 4527226"/>
              <a:gd name="connsiteY90-1054" fmla="*/ 3539928 h 6062148"/>
              <a:gd name="connsiteX91-1055" fmla="*/ 3064186 w 4527226"/>
              <a:gd name="connsiteY91-1056" fmla="*/ 3562788 h 6062148"/>
              <a:gd name="connsiteX92-1057" fmla="*/ 3109906 w 4527226"/>
              <a:gd name="connsiteY92-1058" fmla="*/ 3570408 h 6062148"/>
              <a:gd name="connsiteX93-1059" fmla="*/ 3140386 w 4527226"/>
              <a:gd name="connsiteY93-1060" fmla="*/ 3631368 h 6062148"/>
              <a:gd name="connsiteX94-1061" fmla="*/ 3117526 w 4527226"/>
              <a:gd name="connsiteY94-1062" fmla="*/ 3738048 h 6062148"/>
              <a:gd name="connsiteX95-1063" fmla="*/ 3125146 w 4527226"/>
              <a:gd name="connsiteY95-1064" fmla="*/ 4103808 h 6062148"/>
              <a:gd name="connsiteX96-1065" fmla="*/ 3117526 w 4527226"/>
              <a:gd name="connsiteY96-1066" fmla="*/ 4119048 h 6062148"/>
              <a:gd name="connsiteX97-1067" fmla="*/ 3163246 w 4527226"/>
              <a:gd name="connsiteY97-1068" fmla="*/ 4157148 h 6062148"/>
              <a:gd name="connsiteX98-1069" fmla="*/ 3201346 w 4527226"/>
              <a:gd name="connsiteY98-1070" fmla="*/ 4164768 h 6062148"/>
              <a:gd name="connsiteX99-1071" fmla="*/ 3231826 w 4527226"/>
              <a:gd name="connsiteY99-1072" fmla="*/ 4172388 h 6062148"/>
              <a:gd name="connsiteX100-1073" fmla="*/ 3285166 w 4527226"/>
              <a:gd name="connsiteY100-1074" fmla="*/ 4294308 h 6062148"/>
              <a:gd name="connsiteX101-1075" fmla="*/ 3300406 w 4527226"/>
              <a:gd name="connsiteY101-1076" fmla="*/ 4347648 h 6062148"/>
              <a:gd name="connsiteX102-1077" fmla="*/ 3330886 w 4527226"/>
              <a:gd name="connsiteY102-1078" fmla="*/ 4408608 h 6062148"/>
              <a:gd name="connsiteX103-1079" fmla="*/ 3551866 w 4527226"/>
              <a:gd name="connsiteY103-1080" fmla="*/ 4644828 h 6062148"/>
              <a:gd name="connsiteX104-1081" fmla="*/ 3887146 w 4527226"/>
              <a:gd name="connsiteY104-1082" fmla="*/ 5025828 h 6062148"/>
              <a:gd name="connsiteX105-1083" fmla="*/ 4100506 w 4527226"/>
              <a:gd name="connsiteY105-1084" fmla="*/ 5300148 h 6062148"/>
              <a:gd name="connsiteX106-1085" fmla="*/ 4367206 w 4527226"/>
              <a:gd name="connsiteY106-1086" fmla="*/ 5726868 h 6062148"/>
              <a:gd name="connsiteX107-1087" fmla="*/ 4527226 w 4527226"/>
              <a:gd name="connsiteY107-1088" fmla="*/ 6046908 h 6062148"/>
              <a:gd name="connsiteX0-1089" fmla="*/ 328606 w 4527226"/>
              <a:gd name="connsiteY0-1090" fmla="*/ 6062148 h 6062148"/>
              <a:gd name="connsiteX1-1091" fmla="*/ 381946 w 4527226"/>
              <a:gd name="connsiteY1-1092" fmla="*/ 5924988 h 6062148"/>
              <a:gd name="connsiteX2-1093" fmla="*/ 442906 w 4527226"/>
              <a:gd name="connsiteY2-1094" fmla="*/ 5780208 h 6062148"/>
              <a:gd name="connsiteX3-1095" fmla="*/ 473386 w 4527226"/>
              <a:gd name="connsiteY3-1096" fmla="*/ 5665908 h 6062148"/>
              <a:gd name="connsiteX4-1097" fmla="*/ 511486 w 4527226"/>
              <a:gd name="connsiteY4-1098" fmla="*/ 5612568 h 6062148"/>
              <a:gd name="connsiteX5-1099" fmla="*/ 541966 w 4527226"/>
              <a:gd name="connsiteY5-1100" fmla="*/ 5521128 h 6062148"/>
              <a:gd name="connsiteX6-1101" fmla="*/ 564826 w 4527226"/>
              <a:gd name="connsiteY6-1102" fmla="*/ 5353488 h 6062148"/>
              <a:gd name="connsiteX7-1103" fmla="*/ 602926 w 4527226"/>
              <a:gd name="connsiteY7-1104" fmla="*/ 5223948 h 6062148"/>
              <a:gd name="connsiteX8-1105" fmla="*/ 625786 w 4527226"/>
              <a:gd name="connsiteY8-1106" fmla="*/ 5178228 h 6062148"/>
              <a:gd name="connsiteX9-1107" fmla="*/ 701986 w 4527226"/>
              <a:gd name="connsiteY9-1108" fmla="*/ 5071548 h 6062148"/>
              <a:gd name="connsiteX10-1109" fmla="*/ 717226 w 4527226"/>
              <a:gd name="connsiteY10-1110" fmla="*/ 5063928 h 6062148"/>
              <a:gd name="connsiteX11-1111" fmla="*/ 709606 w 4527226"/>
              <a:gd name="connsiteY11-1112" fmla="*/ 5025828 h 6062148"/>
              <a:gd name="connsiteX12-1113" fmla="*/ 701986 w 4527226"/>
              <a:gd name="connsiteY12-1114" fmla="*/ 5002968 h 6062148"/>
              <a:gd name="connsiteX13-1115" fmla="*/ 968686 w 4527226"/>
              <a:gd name="connsiteY13-1116" fmla="*/ 4682928 h 6062148"/>
              <a:gd name="connsiteX14-1117" fmla="*/ 961066 w 4527226"/>
              <a:gd name="connsiteY14-1118" fmla="*/ 4644828 h 6062148"/>
              <a:gd name="connsiteX15-1119" fmla="*/ 1342066 w 4527226"/>
              <a:gd name="connsiteY15-1120" fmla="*/ 4172388 h 6062148"/>
              <a:gd name="connsiteX16-1121" fmla="*/ 1258246 w 4527226"/>
              <a:gd name="connsiteY16-1122" fmla="*/ 4012368 h 6062148"/>
              <a:gd name="connsiteX17-1123" fmla="*/ 1204906 w 4527226"/>
              <a:gd name="connsiteY17-1124" fmla="*/ 3928548 h 6062148"/>
              <a:gd name="connsiteX18-1125" fmla="*/ 1174426 w 4527226"/>
              <a:gd name="connsiteY18-1126" fmla="*/ 3768528 h 6062148"/>
              <a:gd name="connsiteX19-1127" fmla="*/ 1151566 w 4527226"/>
              <a:gd name="connsiteY19-1128" fmla="*/ 3699948 h 6062148"/>
              <a:gd name="connsiteX20-1129" fmla="*/ 1143946 w 4527226"/>
              <a:gd name="connsiteY20-1130" fmla="*/ 3669468 h 6062148"/>
              <a:gd name="connsiteX21-1131" fmla="*/ 1067746 w 4527226"/>
              <a:gd name="connsiteY21-1132" fmla="*/ 3661848 h 6062148"/>
              <a:gd name="connsiteX22-1133" fmla="*/ 938206 w 4527226"/>
              <a:gd name="connsiteY22-1134" fmla="*/ 3669468 h 6062148"/>
              <a:gd name="connsiteX23-1135" fmla="*/ 831526 w 4527226"/>
              <a:gd name="connsiteY23-1136" fmla="*/ 3692328 h 6062148"/>
              <a:gd name="connsiteX24-1137" fmla="*/ 610546 w 4527226"/>
              <a:gd name="connsiteY24-1138" fmla="*/ 3738048 h 6062148"/>
              <a:gd name="connsiteX25-1139" fmla="*/ 389566 w 4527226"/>
              <a:gd name="connsiteY25-1140" fmla="*/ 3638988 h 6062148"/>
              <a:gd name="connsiteX26-1141" fmla="*/ 381946 w 4527226"/>
              <a:gd name="connsiteY26-1142" fmla="*/ 3326568 h 6062148"/>
              <a:gd name="connsiteX27-1143" fmla="*/ 420046 w 4527226"/>
              <a:gd name="connsiteY27-1144" fmla="*/ 3227508 h 6062148"/>
              <a:gd name="connsiteX28-1145" fmla="*/ 389566 w 4527226"/>
              <a:gd name="connsiteY28-1146" fmla="*/ 3166548 h 6062148"/>
              <a:gd name="connsiteX29-1147" fmla="*/ 351466 w 4527226"/>
              <a:gd name="connsiteY29-1148" fmla="*/ 3105588 h 6062148"/>
              <a:gd name="connsiteX30-1149" fmla="*/ 397186 w 4527226"/>
              <a:gd name="connsiteY30-1150" fmla="*/ 3021768 h 6062148"/>
              <a:gd name="connsiteX31-1151" fmla="*/ 488626 w 4527226"/>
              <a:gd name="connsiteY31-1152" fmla="*/ 2998908 h 6062148"/>
              <a:gd name="connsiteX32-1153" fmla="*/ 471956 w 4527226"/>
              <a:gd name="connsiteY32-1154" fmla="*/ 2942709 h 6062148"/>
              <a:gd name="connsiteX33-1155" fmla="*/ 435286 w 4527226"/>
              <a:gd name="connsiteY33-1156" fmla="*/ 2930328 h 6062148"/>
              <a:gd name="connsiteX34-1157" fmla="*/ 389566 w 4527226"/>
              <a:gd name="connsiteY34-1158" fmla="*/ 2930328 h 6062148"/>
              <a:gd name="connsiteX35-1159" fmla="*/ 314000 w 4527226"/>
              <a:gd name="connsiteY35-1160" fmla="*/ 2893495 h 6062148"/>
              <a:gd name="connsiteX36-1161" fmla="*/ 320986 w 4527226"/>
              <a:gd name="connsiteY36-1162" fmla="*/ 2846508 h 6062148"/>
              <a:gd name="connsiteX37-1163" fmla="*/ 328606 w 4527226"/>
              <a:gd name="connsiteY37-1164" fmla="*/ 2793168 h 6062148"/>
              <a:gd name="connsiteX38-1165" fmla="*/ 313366 w 4527226"/>
              <a:gd name="connsiteY38-1166" fmla="*/ 2732208 h 6062148"/>
              <a:gd name="connsiteX39-1167" fmla="*/ 267646 w 4527226"/>
              <a:gd name="connsiteY39-1168" fmla="*/ 2671248 h 6062148"/>
              <a:gd name="connsiteX40-1169" fmla="*/ 176206 w 4527226"/>
              <a:gd name="connsiteY40-1170" fmla="*/ 2656008 h 6062148"/>
              <a:gd name="connsiteX41-1171" fmla="*/ 54286 w 4527226"/>
              <a:gd name="connsiteY41-1172" fmla="*/ 2610288 h 6062148"/>
              <a:gd name="connsiteX42-1173" fmla="*/ 7931 w 4527226"/>
              <a:gd name="connsiteY42-1174" fmla="*/ 2563298 h 6062148"/>
              <a:gd name="connsiteX43-1175" fmla="*/ 8566 w 4527226"/>
              <a:gd name="connsiteY43-1176" fmla="*/ 2488368 h 6062148"/>
              <a:gd name="connsiteX44-1177" fmla="*/ 92386 w 4527226"/>
              <a:gd name="connsiteY44-1178" fmla="*/ 2335968 h 6062148"/>
              <a:gd name="connsiteX45-1179" fmla="*/ 221926 w 4527226"/>
              <a:gd name="connsiteY45-1180" fmla="*/ 2175948 h 6062148"/>
              <a:gd name="connsiteX46-1181" fmla="*/ 282886 w 4527226"/>
              <a:gd name="connsiteY46-1182" fmla="*/ 2084508 h 6062148"/>
              <a:gd name="connsiteX47-1183" fmla="*/ 328606 w 4527226"/>
              <a:gd name="connsiteY47-1184" fmla="*/ 1977828 h 6062148"/>
              <a:gd name="connsiteX48-1185" fmla="*/ 359086 w 4527226"/>
              <a:gd name="connsiteY48-1186" fmla="*/ 1871148 h 6062148"/>
              <a:gd name="connsiteX49-1187" fmla="*/ 374326 w 4527226"/>
              <a:gd name="connsiteY49-1188" fmla="*/ 1810188 h 6062148"/>
              <a:gd name="connsiteX50-1189" fmla="*/ 343846 w 4527226"/>
              <a:gd name="connsiteY50-1190" fmla="*/ 1756848 h 6062148"/>
              <a:gd name="connsiteX51-1191" fmla="*/ 328606 w 4527226"/>
              <a:gd name="connsiteY51-1192" fmla="*/ 1680648 h 6062148"/>
              <a:gd name="connsiteX52-1193" fmla="*/ 412426 w 4527226"/>
              <a:gd name="connsiteY52-1194" fmla="*/ 1474908 h 6062148"/>
              <a:gd name="connsiteX53-1195" fmla="*/ 442906 w 4527226"/>
              <a:gd name="connsiteY53-1196" fmla="*/ 1307268 h 6062148"/>
              <a:gd name="connsiteX54-1197" fmla="*/ 465766 w 4527226"/>
              <a:gd name="connsiteY54-1198" fmla="*/ 1192968 h 6062148"/>
              <a:gd name="connsiteX55-1199" fmla="*/ 503866 w 4527226"/>
              <a:gd name="connsiteY55-1200" fmla="*/ 1055808 h 6062148"/>
              <a:gd name="connsiteX56-1201" fmla="*/ 557206 w 4527226"/>
              <a:gd name="connsiteY56-1202" fmla="*/ 888168 h 6062148"/>
              <a:gd name="connsiteX57-1203" fmla="*/ 503866 w 4527226"/>
              <a:gd name="connsiteY57-1204" fmla="*/ 888168 h 6062148"/>
              <a:gd name="connsiteX58-1205" fmla="*/ 412426 w 4527226"/>
              <a:gd name="connsiteY58-1206" fmla="*/ 834828 h 6062148"/>
              <a:gd name="connsiteX59-1207" fmla="*/ 328606 w 4527226"/>
              <a:gd name="connsiteY59-1208" fmla="*/ 789108 h 6062148"/>
              <a:gd name="connsiteX60-1209" fmla="*/ 260026 w 4527226"/>
              <a:gd name="connsiteY60-1210" fmla="*/ 773868 h 6062148"/>
              <a:gd name="connsiteX61-1211" fmla="*/ 214306 w 4527226"/>
              <a:gd name="connsiteY61-1212" fmla="*/ 751008 h 6062148"/>
              <a:gd name="connsiteX62-1213" fmla="*/ 260026 w 4527226"/>
              <a:gd name="connsiteY62-1214" fmla="*/ 674808 h 6062148"/>
              <a:gd name="connsiteX63-1215" fmla="*/ 374326 w 4527226"/>
              <a:gd name="connsiteY63-1216" fmla="*/ 606228 h 6062148"/>
              <a:gd name="connsiteX64-1217" fmla="*/ 557206 w 4527226"/>
              <a:gd name="connsiteY64-1218" fmla="*/ 507168 h 6062148"/>
              <a:gd name="connsiteX65-1219" fmla="*/ 656266 w 4527226"/>
              <a:gd name="connsiteY65-1220" fmla="*/ 423348 h 6062148"/>
              <a:gd name="connsiteX66-1221" fmla="*/ 892486 w 4527226"/>
              <a:gd name="connsiteY66-1222" fmla="*/ 232848 h 6062148"/>
              <a:gd name="connsiteX67-1223" fmla="*/ 1174426 w 4527226"/>
              <a:gd name="connsiteY67-1224" fmla="*/ 80448 h 6062148"/>
              <a:gd name="connsiteX68-1225" fmla="*/ 1593526 w 4527226"/>
              <a:gd name="connsiteY68-1226" fmla="*/ 11868 h 6062148"/>
              <a:gd name="connsiteX69-1227" fmla="*/ 1944046 w 4527226"/>
              <a:gd name="connsiteY69-1228" fmla="*/ 4248 h 6062148"/>
              <a:gd name="connsiteX70-1229" fmla="*/ 2172646 w 4527226"/>
              <a:gd name="connsiteY70-1230" fmla="*/ 4248 h 6062148"/>
              <a:gd name="connsiteX71-1231" fmla="*/ 2393626 w 4527226"/>
              <a:gd name="connsiteY71-1232" fmla="*/ 57588 h 6062148"/>
              <a:gd name="connsiteX72-1233" fmla="*/ 2667946 w 4527226"/>
              <a:gd name="connsiteY72-1234" fmla="*/ 133788 h 6062148"/>
              <a:gd name="connsiteX73-1235" fmla="*/ 2820346 w 4527226"/>
              <a:gd name="connsiteY73-1236" fmla="*/ 202368 h 6062148"/>
              <a:gd name="connsiteX74-1237" fmla="*/ 3102286 w 4527226"/>
              <a:gd name="connsiteY74-1238" fmla="*/ 400488 h 6062148"/>
              <a:gd name="connsiteX75-1239" fmla="*/ 3285166 w 4527226"/>
              <a:gd name="connsiteY75-1240" fmla="*/ 651948 h 6062148"/>
              <a:gd name="connsiteX76-1241" fmla="*/ 3407086 w 4527226"/>
              <a:gd name="connsiteY76-1242" fmla="*/ 918648 h 6062148"/>
              <a:gd name="connsiteX77-1243" fmla="*/ 3475666 w 4527226"/>
              <a:gd name="connsiteY77-1244" fmla="*/ 1238688 h 6062148"/>
              <a:gd name="connsiteX78-1245" fmla="*/ 3506146 w 4527226"/>
              <a:gd name="connsiteY78-1246" fmla="*/ 1543488 h 6062148"/>
              <a:gd name="connsiteX79-1247" fmla="*/ 3506146 w 4527226"/>
              <a:gd name="connsiteY79-1248" fmla="*/ 1962588 h 6062148"/>
              <a:gd name="connsiteX80-1249" fmla="*/ 3338506 w 4527226"/>
              <a:gd name="connsiteY80-1250" fmla="*/ 2305488 h 6062148"/>
              <a:gd name="connsiteX81-1251" fmla="*/ 3254686 w 4527226"/>
              <a:gd name="connsiteY81-1252" fmla="*/ 2473128 h 6062148"/>
              <a:gd name="connsiteX82-1253" fmla="*/ 3132766 w 4527226"/>
              <a:gd name="connsiteY82-1254" fmla="*/ 2663628 h 6062148"/>
              <a:gd name="connsiteX83-1255" fmla="*/ 3071806 w 4527226"/>
              <a:gd name="connsiteY83-1256" fmla="*/ 2838888 h 6062148"/>
              <a:gd name="connsiteX84-1257" fmla="*/ 3064186 w 4527226"/>
              <a:gd name="connsiteY84-1258" fmla="*/ 2915088 h 6062148"/>
              <a:gd name="connsiteX85-1259" fmla="*/ 3018466 w 4527226"/>
              <a:gd name="connsiteY85-1260" fmla="*/ 3014148 h 6062148"/>
              <a:gd name="connsiteX86-1261" fmla="*/ 2980366 w 4527226"/>
              <a:gd name="connsiteY86-1262" fmla="*/ 3082728 h 6062148"/>
              <a:gd name="connsiteX87-1263" fmla="*/ 2957506 w 4527226"/>
              <a:gd name="connsiteY87-1264" fmla="*/ 3120828 h 6062148"/>
              <a:gd name="connsiteX88-1265" fmla="*/ 2957506 w 4527226"/>
              <a:gd name="connsiteY88-1266" fmla="*/ 3555168 h 6062148"/>
              <a:gd name="connsiteX89-1267" fmla="*/ 2957506 w 4527226"/>
              <a:gd name="connsiteY89-1268" fmla="*/ 3562788 h 6062148"/>
              <a:gd name="connsiteX90-1269" fmla="*/ 3010846 w 4527226"/>
              <a:gd name="connsiteY90-1270" fmla="*/ 3539928 h 6062148"/>
              <a:gd name="connsiteX91-1271" fmla="*/ 3064186 w 4527226"/>
              <a:gd name="connsiteY91-1272" fmla="*/ 3562788 h 6062148"/>
              <a:gd name="connsiteX92-1273" fmla="*/ 3109906 w 4527226"/>
              <a:gd name="connsiteY92-1274" fmla="*/ 3570408 h 6062148"/>
              <a:gd name="connsiteX93-1275" fmla="*/ 3140386 w 4527226"/>
              <a:gd name="connsiteY93-1276" fmla="*/ 3631368 h 6062148"/>
              <a:gd name="connsiteX94-1277" fmla="*/ 3117526 w 4527226"/>
              <a:gd name="connsiteY94-1278" fmla="*/ 3738048 h 6062148"/>
              <a:gd name="connsiteX95-1279" fmla="*/ 3125146 w 4527226"/>
              <a:gd name="connsiteY95-1280" fmla="*/ 4103808 h 6062148"/>
              <a:gd name="connsiteX96-1281" fmla="*/ 3117526 w 4527226"/>
              <a:gd name="connsiteY96-1282" fmla="*/ 4119048 h 6062148"/>
              <a:gd name="connsiteX97-1283" fmla="*/ 3163246 w 4527226"/>
              <a:gd name="connsiteY97-1284" fmla="*/ 4157148 h 6062148"/>
              <a:gd name="connsiteX98-1285" fmla="*/ 3201346 w 4527226"/>
              <a:gd name="connsiteY98-1286" fmla="*/ 4164768 h 6062148"/>
              <a:gd name="connsiteX99-1287" fmla="*/ 3231826 w 4527226"/>
              <a:gd name="connsiteY99-1288" fmla="*/ 4172388 h 6062148"/>
              <a:gd name="connsiteX100-1289" fmla="*/ 3285166 w 4527226"/>
              <a:gd name="connsiteY100-1290" fmla="*/ 4294308 h 6062148"/>
              <a:gd name="connsiteX101-1291" fmla="*/ 3300406 w 4527226"/>
              <a:gd name="connsiteY101-1292" fmla="*/ 4347648 h 6062148"/>
              <a:gd name="connsiteX102-1293" fmla="*/ 3330886 w 4527226"/>
              <a:gd name="connsiteY102-1294" fmla="*/ 4408608 h 6062148"/>
              <a:gd name="connsiteX103-1295" fmla="*/ 3551866 w 4527226"/>
              <a:gd name="connsiteY103-1296" fmla="*/ 4644828 h 6062148"/>
              <a:gd name="connsiteX104-1297" fmla="*/ 3887146 w 4527226"/>
              <a:gd name="connsiteY104-1298" fmla="*/ 5025828 h 6062148"/>
              <a:gd name="connsiteX105-1299" fmla="*/ 4100506 w 4527226"/>
              <a:gd name="connsiteY105-1300" fmla="*/ 5300148 h 6062148"/>
              <a:gd name="connsiteX106-1301" fmla="*/ 4367206 w 4527226"/>
              <a:gd name="connsiteY106-1302" fmla="*/ 5726868 h 6062148"/>
              <a:gd name="connsiteX107-1303" fmla="*/ 4527226 w 4527226"/>
              <a:gd name="connsiteY107-1304" fmla="*/ 6046908 h 6062148"/>
              <a:gd name="connsiteX0-1305" fmla="*/ 328606 w 4527226"/>
              <a:gd name="connsiteY0-1306" fmla="*/ 6062148 h 6062148"/>
              <a:gd name="connsiteX1-1307" fmla="*/ 381946 w 4527226"/>
              <a:gd name="connsiteY1-1308" fmla="*/ 5924988 h 6062148"/>
              <a:gd name="connsiteX2-1309" fmla="*/ 442906 w 4527226"/>
              <a:gd name="connsiteY2-1310" fmla="*/ 5780208 h 6062148"/>
              <a:gd name="connsiteX3-1311" fmla="*/ 473386 w 4527226"/>
              <a:gd name="connsiteY3-1312" fmla="*/ 5665908 h 6062148"/>
              <a:gd name="connsiteX4-1313" fmla="*/ 511486 w 4527226"/>
              <a:gd name="connsiteY4-1314" fmla="*/ 5612568 h 6062148"/>
              <a:gd name="connsiteX5-1315" fmla="*/ 541966 w 4527226"/>
              <a:gd name="connsiteY5-1316" fmla="*/ 5521128 h 6062148"/>
              <a:gd name="connsiteX6-1317" fmla="*/ 564826 w 4527226"/>
              <a:gd name="connsiteY6-1318" fmla="*/ 5353488 h 6062148"/>
              <a:gd name="connsiteX7-1319" fmla="*/ 602926 w 4527226"/>
              <a:gd name="connsiteY7-1320" fmla="*/ 5223948 h 6062148"/>
              <a:gd name="connsiteX8-1321" fmla="*/ 625786 w 4527226"/>
              <a:gd name="connsiteY8-1322" fmla="*/ 5178228 h 6062148"/>
              <a:gd name="connsiteX9-1323" fmla="*/ 701986 w 4527226"/>
              <a:gd name="connsiteY9-1324" fmla="*/ 5071548 h 6062148"/>
              <a:gd name="connsiteX10-1325" fmla="*/ 717226 w 4527226"/>
              <a:gd name="connsiteY10-1326" fmla="*/ 5063928 h 6062148"/>
              <a:gd name="connsiteX11-1327" fmla="*/ 709606 w 4527226"/>
              <a:gd name="connsiteY11-1328" fmla="*/ 5025828 h 6062148"/>
              <a:gd name="connsiteX12-1329" fmla="*/ 701986 w 4527226"/>
              <a:gd name="connsiteY12-1330" fmla="*/ 5002968 h 6062148"/>
              <a:gd name="connsiteX13-1331" fmla="*/ 968686 w 4527226"/>
              <a:gd name="connsiteY13-1332" fmla="*/ 4682928 h 6062148"/>
              <a:gd name="connsiteX14-1333" fmla="*/ 961066 w 4527226"/>
              <a:gd name="connsiteY14-1334" fmla="*/ 4644828 h 6062148"/>
              <a:gd name="connsiteX15-1335" fmla="*/ 1342066 w 4527226"/>
              <a:gd name="connsiteY15-1336" fmla="*/ 4172388 h 6062148"/>
              <a:gd name="connsiteX16-1337" fmla="*/ 1258246 w 4527226"/>
              <a:gd name="connsiteY16-1338" fmla="*/ 4012368 h 6062148"/>
              <a:gd name="connsiteX17-1339" fmla="*/ 1204906 w 4527226"/>
              <a:gd name="connsiteY17-1340" fmla="*/ 3928548 h 6062148"/>
              <a:gd name="connsiteX18-1341" fmla="*/ 1174426 w 4527226"/>
              <a:gd name="connsiteY18-1342" fmla="*/ 3768528 h 6062148"/>
              <a:gd name="connsiteX19-1343" fmla="*/ 1151566 w 4527226"/>
              <a:gd name="connsiteY19-1344" fmla="*/ 3699948 h 6062148"/>
              <a:gd name="connsiteX20-1345" fmla="*/ 1143946 w 4527226"/>
              <a:gd name="connsiteY20-1346" fmla="*/ 3669468 h 6062148"/>
              <a:gd name="connsiteX21-1347" fmla="*/ 1067746 w 4527226"/>
              <a:gd name="connsiteY21-1348" fmla="*/ 3661848 h 6062148"/>
              <a:gd name="connsiteX22-1349" fmla="*/ 938206 w 4527226"/>
              <a:gd name="connsiteY22-1350" fmla="*/ 3669468 h 6062148"/>
              <a:gd name="connsiteX23-1351" fmla="*/ 831526 w 4527226"/>
              <a:gd name="connsiteY23-1352" fmla="*/ 3692328 h 6062148"/>
              <a:gd name="connsiteX24-1353" fmla="*/ 610546 w 4527226"/>
              <a:gd name="connsiteY24-1354" fmla="*/ 3738048 h 6062148"/>
              <a:gd name="connsiteX25-1355" fmla="*/ 389566 w 4527226"/>
              <a:gd name="connsiteY25-1356" fmla="*/ 3638988 h 6062148"/>
              <a:gd name="connsiteX26-1357" fmla="*/ 381946 w 4527226"/>
              <a:gd name="connsiteY26-1358" fmla="*/ 3326568 h 6062148"/>
              <a:gd name="connsiteX27-1359" fmla="*/ 420046 w 4527226"/>
              <a:gd name="connsiteY27-1360" fmla="*/ 3227508 h 6062148"/>
              <a:gd name="connsiteX28-1361" fmla="*/ 389566 w 4527226"/>
              <a:gd name="connsiteY28-1362" fmla="*/ 3166548 h 6062148"/>
              <a:gd name="connsiteX29-1363" fmla="*/ 351466 w 4527226"/>
              <a:gd name="connsiteY29-1364" fmla="*/ 3105588 h 6062148"/>
              <a:gd name="connsiteX30-1365" fmla="*/ 397186 w 4527226"/>
              <a:gd name="connsiteY30-1366" fmla="*/ 3021768 h 6062148"/>
              <a:gd name="connsiteX31-1367" fmla="*/ 488626 w 4527226"/>
              <a:gd name="connsiteY31-1368" fmla="*/ 2998908 h 6062148"/>
              <a:gd name="connsiteX32-1369" fmla="*/ 471956 w 4527226"/>
              <a:gd name="connsiteY32-1370" fmla="*/ 2942709 h 6062148"/>
              <a:gd name="connsiteX33-1371" fmla="*/ 435286 w 4527226"/>
              <a:gd name="connsiteY33-1372" fmla="*/ 2930328 h 6062148"/>
              <a:gd name="connsiteX34-1373" fmla="*/ 389566 w 4527226"/>
              <a:gd name="connsiteY34-1374" fmla="*/ 2930328 h 6062148"/>
              <a:gd name="connsiteX35-1375" fmla="*/ 314000 w 4527226"/>
              <a:gd name="connsiteY35-1376" fmla="*/ 2893495 h 6062148"/>
              <a:gd name="connsiteX36-1377" fmla="*/ 320986 w 4527226"/>
              <a:gd name="connsiteY36-1378" fmla="*/ 2846508 h 6062148"/>
              <a:gd name="connsiteX37-1379" fmla="*/ 328606 w 4527226"/>
              <a:gd name="connsiteY37-1380" fmla="*/ 2793168 h 6062148"/>
              <a:gd name="connsiteX38-1381" fmla="*/ 313366 w 4527226"/>
              <a:gd name="connsiteY38-1382" fmla="*/ 2732208 h 6062148"/>
              <a:gd name="connsiteX39-1383" fmla="*/ 267646 w 4527226"/>
              <a:gd name="connsiteY39-1384" fmla="*/ 2671248 h 6062148"/>
              <a:gd name="connsiteX40-1385" fmla="*/ 176206 w 4527226"/>
              <a:gd name="connsiteY40-1386" fmla="*/ 2656008 h 6062148"/>
              <a:gd name="connsiteX41-1387" fmla="*/ 54286 w 4527226"/>
              <a:gd name="connsiteY41-1388" fmla="*/ 2610288 h 6062148"/>
              <a:gd name="connsiteX42-1389" fmla="*/ 7931 w 4527226"/>
              <a:gd name="connsiteY42-1390" fmla="*/ 2563298 h 6062148"/>
              <a:gd name="connsiteX43-1391" fmla="*/ 8566 w 4527226"/>
              <a:gd name="connsiteY43-1392" fmla="*/ 2488368 h 6062148"/>
              <a:gd name="connsiteX44-1393" fmla="*/ 92386 w 4527226"/>
              <a:gd name="connsiteY44-1394" fmla="*/ 2335968 h 6062148"/>
              <a:gd name="connsiteX45-1395" fmla="*/ 221926 w 4527226"/>
              <a:gd name="connsiteY45-1396" fmla="*/ 2175948 h 6062148"/>
              <a:gd name="connsiteX46-1397" fmla="*/ 282886 w 4527226"/>
              <a:gd name="connsiteY46-1398" fmla="*/ 2084508 h 6062148"/>
              <a:gd name="connsiteX47-1399" fmla="*/ 328606 w 4527226"/>
              <a:gd name="connsiteY47-1400" fmla="*/ 1977828 h 6062148"/>
              <a:gd name="connsiteX48-1401" fmla="*/ 359086 w 4527226"/>
              <a:gd name="connsiteY48-1402" fmla="*/ 1871148 h 6062148"/>
              <a:gd name="connsiteX49-1403" fmla="*/ 374326 w 4527226"/>
              <a:gd name="connsiteY49-1404" fmla="*/ 1810188 h 6062148"/>
              <a:gd name="connsiteX50-1405" fmla="*/ 343846 w 4527226"/>
              <a:gd name="connsiteY50-1406" fmla="*/ 1756848 h 6062148"/>
              <a:gd name="connsiteX51-1407" fmla="*/ 328606 w 4527226"/>
              <a:gd name="connsiteY51-1408" fmla="*/ 1680648 h 6062148"/>
              <a:gd name="connsiteX52-1409" fmla="*/ 412426 w 4527226"/>
              <a:gd name="connsiteY52-1410" fmla="*/ 1474908 h 6062148"/>
              <a:gd name="connsiteX53-1411" fmla="*/ 442906 w 4527226"/>
              <a:gd name="connsiteY53-1412" fmla="*/ 1307268 h 6062148"/>
              <a:gd name="connsiteX54-1413" fmla="*/ 465766 w 4527226"/>
              <a:gd name="connsiteY54-1414" fmla="*/ 1192968 h 6062148"/>
              <a:gd name="connsiteX55-1415" fmla="*/ 503866 w 4527226"/>
              <a:gd name="connsiteY55-1416" fmla="*/ 1055808 h 6062148"/>
              <a:gd name="connsiteX56-1417" fmla="*/ 557206 w 4527226"/>
              <a:gd name="connsiteY56-1418" fmla="*/ 888168 h 6062148"/>
              <a:gd name="connsiteX57-1419" fmla="*/ 503866 w 4527226"/>
              <a:gd name="connsiteY57-1420" fmla="*/ 888168 h 6062148"/>
              <a:gd name="connsiteX58-1421" fmla="*/ 412426 w 4527226"/>
              <a:gd name="connsiteY58-1422" fmla="*/ 834828 h 6062148"/>
              <a:gd name="connsiteX59-1423" fmla="*/ 328606 w 4527226"/>
              <a:gd name="connsiteY59-1424" fmla="*/ 789108 h 6062148"/>
              <a:gd name="connsiteX60-1425" fmla="*/ 260026 w 4527226"/>
              <a:gd name="connsiteY60-1426" fmla="*/ 773868 h 6062148"/>
              <a:gd name="connsiteX61-1427" fmla="*/ 214306 w 4527226"/>
              <a:gd name="connsiteY61-1428" fmla="*/ 751008 h 6062148"/>
              <a:gd name="connsiteX62-1429" fmla="*/ 260026 w 4527226"/>
              <a:gd name="connsiteY62-1430" fmla="*/ 674808 h 6062148"/>
              <a:gd name="connsiteX63-1431" fmla="*/ 374326 w 4527226"/>
              <a:gd name="connsiteY63-1432" fmla="*/ 606228 h 6062148"/>
              <a:gd name="connsiteX64-1433" fmla="*/ 557206 w 4527226"/>
              <a:gd name="connsiteY64-1434" fmla="*/ 507168 h 6062148"/>
              <a:gd name="connsiteX65-1435" fmla="*/ 656266 w 4527226"/>
              <a:gd name="connsiteY65-1436" fmla="*/ 423348 h 6062148"/>
              <a:gd name="connsiteX66-1437" fmla="*/ 892486 w 4527226"/>
              <a:gd name="connsiteY66-1438" fmla="*/ 232848 h 6062148"/>
              <a:gd name="connsiteX67-1439" fmla="*/ 1174426 w 4527226"/>
              <a:gd name="connsiteY67-1440" fmla="*/ 80448 h 6062148"/>
              <a:gd name="connsiteX68-1441" fmla="*/ 1593526 w 4527226"/>
              <a:gd name="connsiteY68-1442" fmla="*/ 11868 h 6062148"/>
              <a:gd name="connsiteX69-1443" fmla="*/ 1944046 w 4527226"/>
              <a:gd name="connsiteY69-1444" fmla="*/ 4248 h 6062148"/>
              <a:gd name="connsiteX70-1445" fmla="*/ 2172646 w 4527226"/>
              <a:gd name="connsiteY70-1446" fmla="*/ 4248 h 6062148"/>
              <a:gd name="connsiteX71-1447" fmla="*/ 2393626 w 4527226"/>
              <a:gd name="connsiteY71-1448" fmla="*/ 57588 h 6062148"/>
              <a:gd name="connsiteX72-1449" fmla="*/ 2667946 w 4527226"/>
              <a:gd name="connsiteY72-1450" fmla="*/ 133788 h 6062148"/>
              <a:gd name="connsiteX73-1451" fmla="*/ 2820346 w 4527226"/>
              <a:gd name="connsiteY73-1452" fmla="*/ 202368 h 6062148"/>
              <a:gd name="connsiteX74-1453" fmla="*/ 3102286 w 4527226"/>
              <a:gd name="connsiteY74-1454" fmla="*/ 400488 h 6062148"/>
              <a:gd name="connsiteX75-1455" fmla="*/ 3285166 w 4527226"/>
              <a:gd name="connsiteY75-1456" fmla="*/ 651948 h 6062148"/>
              <a:gd name="connsiteX76-1457" fmla="*/ 3407086 w 4527226"/>
              <a:gd name="connsiteY76-1458" fmla="*/ 918648 h 6062148"/>
              <a:gd name="connsiteX77-1459" fmla="*/ 3475666 w 4527226"/>
              <a:gd name="connsiteY77-1460" fmla="*/ 1238688 h 6062148"/>
              <a:gd name="connsiteX78-1461" fmla="*/ 3506146 w 4527226"/>
              <a:gd name="connsiteY78-1462" fmla="*/ 1543488 h 6062148"/>
              <a:gd name="connsiteX79-1463" fmla="*/ 3506146 w 4527226"/>
              <a:gd name="connsiteY79-1464" fmla="*/ 1962588 h 6062148"/>
              <a:gd name="connsiteX80-1465" fmla="*/ 3338506 w 4527226"/>
              <a:gd name="connsiteY80-1466" fmla="*/ 2305488 h 6062148"/>
              <a:gd name="connsiteX81-1467" fmla="*/ 3254686 w 4527226"/>
              <a:gd name="connsiteY81-1468" fmla="*/ 2473128 h 6062148"/>
              <a:gd name="connsiteX82-1469" fmla="*/ 3132766 w 4527226"/>
              <a:gd name="connsiteY82-1470" fmla="*/ 2663628 h 6062148"/>
              <a:gd name="connsiteX83-1471" fmla="*/ 3071806 w 4527226"/>
              <a:gd name="connsiteY83-1472" fmla="*/ 2838888 h 6062148"/>
              <a:gd name="connsiteX84-1473" fmla="*/ 3064186 w 4527226"/>
              <a:gd name="connsiteY84-1474" fmla="*/ 2915088 h 6062148"/>
              <a:gd name="connsiteX85-1475" fmla="*/ 3018466 w 4527226"/>
              <a:gd name="connsiteY85-1476" fmla="*/ 3014148 h 6062148"/>
              <a:gd name="connsiteX86-1477" fmla="*/ 2980366 w 4527226"/>
              <a:gd name="connsiteY86-1478" fmla="*/ 3082728 h 6062148"/>
              <a:gd name="connsiteX87-1479" fmla="*/ 2957506 w 4527226"/>
              <a:gd name="connsiteY87-1480" fmla="*/ 3120828 h 6062148"/>
              <a:gd name="connsiteX88-1481" fmla="*/ 2957506 w 4527226"/>
              <a:gd name="connsiteY88-1482" fmla="*/ 3555168 h 6062148"/>
              <a:gd name="connsiteX89-1483" fmla="*/ 3010846 w 4527226"/>
              <a:gd name="connsiteY89-1484" fmla="*/ 3539928 h 6062148"/>
              <a:gd name="connsiteX90-1485" fmla="*/ 3064186 w 4527226"/>
              <a:gd name="connsiteY90-1486" fmla="*/ 3562788 h 6062148"/>
              <a:gd name="connsiteX91-1487" fmla="*/ 3109906 w 4527226"/>
              <a:gd name="connsiteY91-1488" fmla="*/ 3570408 h 6062148"/>
              <a:gd name="connsiteX92-1489" fmla="*/ 3140386 w 4527226"/>
              <a:gd name="connsiteY92-1490" fmla="*/ 3631368 h 6062148"/>
              <a:gd name="connsiteX93-1491" fmla="*/ 3117526 w 4527226"/>
              <a:gd name="connsiteY93-1492" fmla="*/ 3738048 h 6062148"/>
              <a:gd name="connsiteX94-1493" fmla="*/ 3125146 w 4527226"/>
              <a:gd name="connsiteY94-1494" fmla="*/ 4103808 h 6062148"/>
              <a:gd name="connsiteX95-1495" fmla="*/ 3117526 w 4527226"/>
              <a:gd name="connsiteY95-1496" fmla="*/ 4119048 h 6062148"/>
              <a:gd name="connsiteX96-1497" fmla="*/ 3163246 w 4527226"/>
              <a:gd name="connsiteY96-1498" fmla="*/ 4157148 h 6062148"/>
              <a:gd name="connsiteX97-1499" fmla="*/ 3201346 w 4527226"/>
              <a:gd name="connsiteY97-1500" fmla="*/ 4164768 h 6062148"/>
              <a:gd name="connsiteX98-1501" fmla="*/ 3231826 w 4527226"/>
              <a:gd name="connsiteY98-1502" fmla="*/ 4172388 h 6062148"/>
              <a:gd name="connsiteX99-1503" fmla="*/ 3285166 w 4527226"/>
              <a:gd name="connsiteY99-1504" fmla="*/ 4294308 h 6062148"/>
              <a:gd name="connsiteX100-1505" fmla="*/ 3300406 w 4527226"/>
              <a:gd name="connsiteY100-1506" fmla="*/ 4347648 h 6062148"/>
              <a:gd name="connsiteX101-1507" fmla="*/ 3330886 w 4527226"/>
              <a:gd name="connsiteY101-1508" fmla="*/ 4408608 h 6062148"/>
              <a:gd name="connsiteX102-1509" fmla="*/ 3551866 w 4527226"/>
              <a:gd name="connsiteY102-1510" fmla="*/ 4644828 h 6062148"/>
              <a:gd name="connsiteX103-1511" fmla="*/ 3887146 w 4527226"/>
              <a:gd name="connsiteY103-1512" fmla="*/ 5025828 h 6062148"/>
              <a:gd name="connsiteX104-1513" fmla="*/ 4100506 w 4527226"/>
              <a:gd name="connsiteY104-1514" fmla="*/ 5300148 h 6062148"/>
              <a:gd name="connsiteX105-1515" fmla="*/ 4367206 w 4527226"/>
              <a:gd name="connsiteY105-1516" fmla="*/ 5726868 h 6062148"/>
              <a:gd name="connsiteX106-1517" fmla="*/ 4527226 w 4527226"/>
              <a:gd name="connsiteY106-1518" fmla="*/ 6046908 h 6062148"/>
              <a:gd name="connsiteX0-1519" fmla="*/ 328606 w 4527226"/>
              <a:gd name="connsiteY0-1520" fmla="*/ 6062148 h 6062148"/>
              <a:gd name="connsiteX1-1521" fmla="*/ 381946 w 4527226"/>
              <a:gd name="connsiteY1-1522" fmla="*/ 5924988 h 6062148"/>
              <a:gd name="connsiteX2-1523" fmla="*/ 442906 w 4527226"/>
              <a:gd name="connsiteY2-1524" fmla="*/ 5780208 h 6062148"/>
              <a:gd name="connsiteX3-1525" fmla="*/ 473386 w 4527226"/>
              <a:gd name="connsiteY3-1526" fmla="*/ 5665908 h 6062148"/>
              <a:gd name="connsiteX4-1527" fmla="*/ 511486 w 4527226"/>
              <a:gd name="connsiteY4-1528" fmla="*/ 5612568 h 6062148"/>
              <a:gd name="connsiteX5-1529" fmla="*/ 541966 w 4527226"/>
              <a:gd name="connsiteY5-1530" fmla="*/ 5521128 h 6062148"/>
              <a:gd name="connsiteX6-1531" fmla="*/ 564826 w 4527226"/>
              <a:gd name="connsiteY6-1532" fmla="*/ 5353488 h 6062148"/>
              <a:gd name="connsiteX7-1533" fmla="*/ 602926 w 4527226"/>
              <a:gd name="connsiteY7-1534" fmla="*/ 5223948 h 6062148"/>
              <a:gd name="connsiteX8-1535" fmla="*/ 625786 w 4527226"/>
              <a:gd name="connsiteY8-1536" fmla="*/ 5178228 h 6062148"/>
              <a:gd name="connsiteX9-1537" fmla="*/ 701986 w 4527226"/>
              <a:gd name="connsiteY9-1538" fmla="*/ 5071548 h 6062148"/>
              <a:gd name="connsiteX10-1539" fmla="*/ 717226 w 4527226"/>
              <a:gd name="connsiteY10-1540" fmla="*/ 5063928 h 6062148"/>
              <a:gd name="connsiteX11-1541" fmla="*/ 709606 w 4527226"/>
              <a:gd name="connsiteY11-1542" fmla="*/ 5025828 h 6062148"/>
              <a:gd name="connsiteX12-1543" fmla="*/ 701986 w 4527226"/>
              <a:gd name="connsiteY12-1544" fmla="*/ 5002968 h 6062148"/>
              <a:gd name="connsiteX13-1545" fmla="*/ 968686 w 4527226"/>
              <a:gd name="connsiteY13-1546" fmla="*/ 4682928 h 6062148"/>
              <a:gd name="connsiteX14-1547" fmla="*/ 961066 w 4527226"/>
              <a:gd name="connsiteY14-1548" fmla="*/ 4644828 h 6062148"/>
              <a:gd name="connsiteX15-1549" fmla="*/ 1342066 w 4527226"/>
              <a:gd name="connsiteY15-1550" fmla="*/ 4172388 h 6062148"/>
              <a:gd name="connsiteX16-1551" fmla="*/ 1258246 w 4527226"/>
              <a:gd name="connsiteY16-1552" fmla="*/ 4012368 h 6062148"/>
              <a:gd name="connsiteX17-1553" fmla="*/ 1204906 w 4527226"/>
              <a:gd name="connsiteY17-1554" fmla="*/ 3928548 h 6062148"/>
              <a:gd name="connsiteX18-1555" fmla="*/ 1174426 w 4527226"/>
              <a:gd name="connsiteY18-1556" fmla="*/ 3768528 h 6062148"/>
              <a:gd name="connsiteX19-1557" fmla="*/ 1151566 w 4527226"/>
              <a:gd name="connsiteY19-1558" fmla="*/ 3699948 h 6062148"/>
              <a:gd name="connsiteX20-1559" fmla="*/ 1143946 w 4527226"/>
              <a:gd name="connsiteY20-1560" fmla="*/ 3669468 h 6062148"/>
              <a:gd name="connsiteX21-1561" fmla="*/ 1067746 w 4527226"/>
              <a:gd name="connsiteY21-1562" fmla="*/ 3661848 h 6062148"/>
              <a:gd name="connsiteX22-1563" fmla="*/ 938206 w 4527226"/>
              <a:gd name="connsiteY22-1564" fmla="*/ 3669468 h 6062148"/>
              <a:gd name="connsiteX23-1565" fmla="*/ 831526 w 4527226"/>
              <a:gd name="connsiteY23-1566" fmla="*/ 3692328 h 6062148"/>
              <a:gd name="connsiteX24-1567" fmla="*/ 610546 w 4527226"/>
              <a:gd name="connsiteY24-1568" fmla="*/ 3738048 h 6062148"/>
              <a:gd name="connsiteX25-1569" fmla="*/ 389566 w 4527226"/>
              <a:gd name="connsiteY25-1570" fmla="*/ 3638988 h 6062148"/>
              <a:gd name="connsiteX26-1571" fmla="*/ 381946 w 4527226"/>
              <a:gd name="connsiteY26-1572" fmla="*/ 3326568 h 6062148"/>
              <a:gd name="connsiteX27-1573" fmla="*/ 420046 w 4527226"/>
              <a:gd name="connsiteY27-1574" fmla="*/ 3227508 h 6062148"/>
              <a:gd name="connsiteX28-1575" fmla="*/ 389566 w 4527226"/>
              <a:gd name="connsiteY28-1576" fmla="*/ 3166548 h 6062148"/>
              <a:gd name="connsiteX29-1577" fmla="*/ 351466 w 4527226"/>
              <a:gd name="connsiteY29-1578" fmla="*/ 3105588 h 6062148"/>
              <a:gd name="connsiteX30-1579" fmla="*/ 397186 w 4527226"/>
              <a:gd name="connsiteY30-1580" fmla="*/ 3021768 h 6062148"/>
              <a:gd name="connsiteX31-1581" fmla="*/ 488626 w 4527226"/>
              <a:gd name="connsiteY31-1582" fmla="*/ 2998908 h 6062148"/>
              <a:gd name="connsiteX32-1583" fmla="*/ 471956 w 4527226"/>
              <a:gd name="connsiteY32-1584" fmla="*/ 2942709 h 6062148"/>
              <a:gd name="connsiteX33-1585" fmla="*/ 435286 w 4527226"/>
              <a:gd name="connsiteY33-1586" fmla="*/ 2930328 h 6062148"/>
              <a:gd name="connsiteX34-1587" fmla="*/ 389566 w 4527226"/>
              <a:gd name="connsiteY34-1588" fmla="*/ 2930328 h 6062148"/>
              <a:gd name="connsiteX35-1589" fmla="*/ 314000 w 4527226"/>
              <a:gd name="connsiteY35-1590" fmla="*/ 2893495 h 6062148"/>
              <a:gd name="connsiteX36-1591" fmla="*/ 320986 w 4527226"/>
              <a:gd name="connsiteY36-1592" fmla="*/ 2846508 h 6062148"/>
              <a:gd name="connsiteX37-1593" fmla="*/ 328606 w 4527226"/>
              <a:gd name="connsiteY37-1594" fmla="*/ 2793168 h 6062148"/>
              <a:gd name="connsiteX38-1595" fmla="*/ 313366 w 4527226"/>
              <a:gd name="connsiteY38-1596" fmla="*/ 2732208 h 6062148"/>
              <a:gd name="connsiteX39-1597" fmla="*/ 267646 w 4527226"/>
              <a:gd name="connsiteY39-1598" fmla="*/ 2671248 h 6062148"/>
              <a:gd name="connsiteX40-1599" fmla="*/ 176206 w 4527226"/>
              <a:gd name="connsiteY40-1600" fmla="*/ 2656008 h 6062148"/>
              <a:gd name="connsiteX41-1601" fmla="*/ 54286 w 4527226"/>
              <a:gd name="connsiteY41-1602" fmla="*/ 2610288 h 6062148"/>
              <a:gd name="connsiteX42-1603" fmla="*/ 7931 w 4527226"/>
              <a:gd name="connsiteY42-1604" fmla="*/ 2563298 h 6062148"/>
              <a:gd name="connsiteX43-1605" fmla="*/ 8566 w 4527226"/>
              <a:gd name="connsiteY43-1606" fmla="*/ 2488368 h 6062148"/>
              <a:gd name="connsiteX44-1607" fmla="*/ 92386 w 4527226"/>
              <a:gd name="connsiteY44-1608" fmla="*/ 2335968 h 6062148"/>
              <a:gd name="connsiteX45-1609" fmla="*/ 221926 w 4527226"/>
              <a:gd name="connsiteY45-1610" fmla="*/ 2175948 h 6062148"/>
              <a:gd name="connsiteX46-1611" fmla="*/ 282886 w 4527226"/>
              <a:gd name="connsiteY46-1612" fmla="*/ 2084508 h 6062148"/>
              <a:gd name="connsiteX47-1613" fmla="*/ 328606 w 4527226"/>
              <a:gd name="connsiteY47-1614" fmla="*/ 1977828 h 6062148"/>
              <a:gd name="connsiteX48-1615" fmla="*/ 359086 w 4527226"/>
              <a:gd name="connsiteY48-1616" fmla="*/ 1871148 h 6062148"/>
              <a:gd name="connsiteX49-1617" fmla="*/ 374326 w 4527226"/>
              <a:gd name="connsiteY49-1618" fmla="*/ 1810188 h 6062148"/>
              <a:gd name="connsiteX50-1619" fmla="*/ 343846 w 4527226"/>
              <a:gd name="connsiteY50-1620" fmla="*/ 1756848 h 6062148"/>
              <a:gd name="connsiteX51-1621" fmla="*/ 328606 w 4527226"/>
              <a:gd name="connsiteY51-1622" fmla="*/ 1680648 h 6062148"/>
              <a:gd name="connsiteX52-1623" fmla="*/ 412426 w 4527226"/>
              <a:gd name="connsiteY52-1624" fmla="*/ 1474908 h 6062148"/>
              <a:gd name="connsiteX53-1625" fmla="*/ 442906 w 4527226"/>
              <a:gd name="connsiteY53-1626" fmla="*/ 1307268 h 6062148"/>
              <a:gd name="connsiteX54-1627" fmla="*/ 465766 w 4527226"/>
              <a:gd name="connsiteY54-1628" fmla="*/ 1192968 h 6062148"/>
              <a:gd name="connsiteX55-1629" fmla="*/ 503866 w 4527226"/>
              <a:gd name="connsiteY55-1630" fmla="*/ 1055808 h 6062148"/>
              <a:gd name="connsiteX56-1631" fmla="*/ 557206 w 4527226"/>
              <a:gd name="connsiteY56-1632" fmla="*/ 888168 h 6062148"/>
              <a:gd name="connsiteX57-1633" fmla="*/ 503866 w 4527226"/>
              <a:gd name="connsiteY57-1634" fmla="*/ 888168 h 6062148"/>
              <a:gd name="connsiteX58-1635" fmla="*/ 412426 w 4527226"/>
              <a:gd name="connsiteY58-1636" fmla="*/ 834828 h 6062148"/>
              <a:gd name="connsiteX59-1637" fmla="*/ 328606 w 4527226"/>
              <a:gd name="connsiteY59-1638" fmla="*/ 789108 h 6062148"/>
              <a:gd name="connsiteX60-1639" fmla="*/ 260026 w 4527226"/>
              <a:gd name="connsiteY60-1640" fmla="*/ 773868 h 6062148"/>
              <a:gd name="connsiteX61-1641" fmla="*/ 214306 w 4527226"/>
              <a:gd name="connsiteY61-1642" fmla="*/ 751008 h 6062148"/>
              <a:gd name="connsiteX62-1643" fmla="*/ 260026 w 4527226"/>
              <a:gd name="connsiteY62-1644" fmla="*/ 674808 h 6062148"/>
              <a:gd name="connsiteX63-1645" fmla="*/ 374326 w 4527226"/>
              <a:gd name="connsiteY63-1646" fmla="*/ 606228 h 6062148"/>
              <a:gd name="connsiteX64-1647" fmla="*/ 557206 w 4527226"/>
              <a:gd name="connsiteY64-1648" fmla="*/ 507168 h 6062148"/>
              <a:gd name="connsiteX65-1649" fmla="*/ 656266 w 4527226"/>
              <a:gd name="connsiteY65-1650" fmla="*/ 423348 h 6062148"/>
              <a:gd name="connsiteX66-1651" fmla="*/ 892486 w 4527226"/>
              <a:gd name="connsiteY66-1652" fmla="*/ 232848 h 6062148"/>
              <a:gd name="connsiteX67-1653" fmla="*/ 1174426 w 4527226"/>
              <a:gd name="connsiteY67-1654" fmla="*/ 80448 h 6062148"/>
              <a:gd name="connsiteX68-1655" fmla="*/ 1593526 w 4527226"/>
              <a:gd name="connsiteY68-1656" fmla="*/ 11868 h 6062148"/>
              <a:gd name="connsiteX69-1657" fmla="*/ 1944046 w 4527226"/>
              <a:gd name="connsiteY69-1658" fmla="*/ 4248 h 6062148"/>
              <a:gd name="connsiteX70-1659" fmla="*/ 2172646 w 4527226"/>
              <a:gd name="connsiteY70-1660" fmla="*/ 4248 h 6062148"/>
              <a:gd name="connsiteX71-1661" fmla="*/ 2393626 w 4527226"/>
              <a:gd name="connsiteY71-1662" fmla="*/ 57588 h 6062148"/>
              <a:gd name="connsiteX72-1663" fmla="*/ 2667946 w 4527226"/>
              <a:gd name="connsiteY72-1664" fmla="*/ 133788 h 6062148"/>
              <a:gd name="connsiteX73-1665" fmla="*/ 2820346 w 4527226"/>
              <a:gd name="connsiteY73-1666" fmla="*/ 202368 h 6062148"/>
              <a:gd name="connsiteX74-1667" fmla="*/ 3102286 w 4527226"/>
              <a:gd name="connsiteY74-1668" fmla="*/ 400488 h 6062148"/>
              <a:gd name="connsiteX75-1669" fmla="*/ 3285166 w 4527226"/>
              <a:gd name="connsiteY75-1670" fmla="*/ 651948 h 6062148"/>
              <a:gd name="connsiteX76-1671" fmla="*/ 3407086 w 4527226"/>
              <a:gd name="connsiteY76-1672" fmla="*/ 918648 h 6062148"/>
              <a:gd name="connsiteX77-1673" fmla="*/ 3475666 w 4527226"/>
              <a:gd name="connsiteY77-1674" fmla="*/ 1238688 h 6062148"/>
              <a:gd name="connsiteX78-1675" fmla="*/ 3506146 w 4527226"/>
              <a:gd name="connsiteY78-1676" fmla="*/ 1543488 h 6062148"/>
              <a:gd name="connsiteX79-1677" fmla="*/ 3506146 w 4527226"/>
              <a:gd name="connsiteY79-1678" fmla="*/ 1962588 h 6062148"/>
              <a:gd name="connsiteX80-1679" fmla="*/ 3338506 w 4527226"/>
              <a:gd name="connsiteY80-1680" fmla="*/ 2305488 h 6062148"/>
              <a:gd name="connsiteX81-1681" fmla="*/ 3254686 w 4527226"/>
              <a:gd name="connsiteY81-1682" fmla="*/ 2473128 h 6062148"/>
              <a:gd name="connsiteX82-1683" fmla="*/ 3132766 w 4527226"/>
              <a:gd name="connsiteY82-1684" fmla="*/ 2663628 h 6062148"/>
              <a:gd name="connsiteX83-1685" fmla="*/ 3071806 w 4527226"/>
              <a:gd name="connsiteY83-1686" fmla="*/ 2838888 h 6062148"/>
              <a:gd name="connsiteX84-1687" fmla="*/ 3064186 w 4527226"/>
              <a:gd name="connsiteY84-1688" fmla="*/ 2915088 h 6062148"/>
              <a:gd name="connsiteX85-1689" fmla="*/ 3018466 w 4527226"/>
              <a:gd name="connsiteY85-1690" fmla="*/ 3014148 h 6062148"/>
              <a:gd name="connsiteX86-1691" fmla="*/ 2980366 w 4527226"/>
              <a:gd name="connsiteY86-1692" fmla="*/ 3082728 h 6062148"/>
              <a:gd name="connsiteX87-1693" fmla="*/ 2957506 w 4527226"/>
              <a:gd name="connsiteY87-1694" fmla="*/ 3120828 h 6062148"/>
              <a:gd name="connsiteX88-1695" fmla="*/ 2957506 w 4527226"/>
              <a:gd name="connsiteY88-1696" fmla="*/ 3555168 h 6062148"/>
              <a:gd name="connsiteX89-1697" fmla="*/ 3010846 w 4527226"/>
              <a:gd name="connsiteY89-1698" fmla="*/ 3539928 h 6062148"/>
              <a:gd name="connsiteX90-1699" fmla="*/ 3109906 w 4527226"/>
              <a:gd name="connsiteY90-1700" fmla="*/ 3570408 h 6062148"/>
              <a:gd name="connsiteX91-1701" fmla="*/ 3140386 w 4527226"/>
              <a:gd name="connsiteY91-1702" fmla="*/ 3631368 h 6062148"/>
              <a:gd name="connsiteX92-1703" fmla="*/ 3117526 w 4527226"/>
              <a:gd name="connsiteY92-1704" fmla="*/ 3738048 h 6062148"/>
              <a:gd name="connsiteX93-1705" fmla="*/ 3125146 w 4527226"/>
              <a:gd name="connsiteY93-1706" fmla="*/ 4103808 h 6062148"/>
              <a:gd name="connsiteX94-1707" fmla="*/ 3117526 w 4527226"/>
              <a:gd name="connsiteY94-1708" fmla="*/ 4119048 h 6062148"/>
              <a:gd name="connsiteX95-1709" fmla="*/ 3163246 w 4527226"/>
              <a:gd name="connsiteY95-1710" fmla="*/ 4157148 h 6062148"/>
              <a:gd name="connsiteX96-1711" fmla="*/ 3201346 w 4527226"/>
              <a:gd name="connsiteY96-1712" fmla="*/ 4164768 h 6062148"/>
              <a:gd name="connsiteX97-1713" fmla="*/ 3231826 w 4527226"/>
              <a:gd name="connsiteY97-1714" fmla="*/ 4172388 h 6062148"/>
              <a:gd name="connsiteX98-1715" fmla="*/ 3285166 w 4527226"/>
              <a:gd name="connsiteY98-1716" fmla="*/ 4294308 h 6062148"/>
              <a:gd name="connsiteX99-1717" fmla="*/ 3300406 w 4527226"/>
              <a:gd name="connsiteY99-1718" fmla="*/ 4347648 h 6062148"/>
              <a:gd name="connsiteX100-1719" fmla="*/ 3330886 w 4527226"/>
              <a:gd name="connsiteY100-1720" fmla="*/ 4408608 h 6062148"/>
              <a:gd name="connsiteX101-1721" fmla="*/ 3551866 w 4527226"/>
              <a:gd name="connsiteY101-1722" fmla="*/ 4644828 h 6062148"/>
              <a:gd name="connsiteX102-1723" fmla="*/ 3887146 w 4527226"/>
              <a:gd name="connsiteY102-1724" fmla="*/ 5025828 h 6062148"/>
              <a:gd name="connsiteX103-1725" fmla="*/ 4100506 w 4527226"/>
              <a:gd name="connsiteY103-1726" fmla="*/ 5300148 h 6062148"/>
              <a:gd name="connsiteX104-1727" fmla="*/ 4367206 w 4527226"/>
              <a:gd name="connsiteY104-1728" fmla="*/ 5726868 h 6062148"/>
              <a:gd name="connsiteX105-1729" fmla="*/ 4527226 w 4527226"/>
              <a:gd name="connsiteY105-1730" fmla="*/ 6046908 h 6062148"/>
              <a:gd name="connsiteX0-1731" fmla="*/ 328606 w 4527226"/>
              <a:gd name="connsiteY0-1732" fmla="*/ 6062148 h 6062148"/>
              <a:gd name="connsiteX1-1733" fmla="*/ 381946 w 4527226"/>
              <a:gd name="connsiteY1-1734" fmla="*/ 5924988 h 6062148"/>
              <a:gd name="connsiteX2-1735" fmla="*/ 442906 w 4527226"/>
              <a:gd name="connsiteY2-1736" fmla="*/ 5780208 h 6062148"/>
              <a:gd name="connsiteX3-1737" fmla="*/ 473386 w 4527226"/>
              <a:gd name="connsiteY3-1738" fmla="*/ 5665908 h 6062148"/>
              <a:gd name="connsiteX4-1739" fmla="*/ 511486 w 4527226"/>
              <a:gd name="connsiteY4-1740" fmla="*/ 5612568 h 6062148"/>
              <a:gd name="connsiteX5-1741" fmla="*/ 541966 w 4527226"/>
              <a:gd name="connsiteY5-1742" fmla="*/ 5521128 h 6062148"/>
              <a:gd name="connsiteX6-1743" fmla="*/ 564826 w 4527226"/>
              <a:gd name="connsiteY6-1744" fmla="*/ 5353488 h 6062148"/>
              <a:gd name="connsiteX7-1745" fmla="*/ 602926 w 4527226"/>
              <a:gd name="connsiteY7-1746" fmla="*/ 5223948 h 6062148"/>
              <a:gd name="connsiteX8-1747" fmla="*/ 625786 w 4527226"/>
              <a:gd name="connsiteY8-1748" fmla="*/ 5178228 h 6062148"/>
              <a:gd name="connsiteX9-1749" fmla="*/ 701986 w 4527226"/>
              <a:gd name="connsiteY9-1750" fmla="*/ 5071548 h 6062148"/>
              <a:gd name="connsiteX10-1751" fmla="*/ 717226 w 4527226"/>
              <a:gd name="connsiteY10-1752" fmla="*/ 5063928 h 6062148"/>
              <a:gd name="connsiteX11-1753" fmla="*/ 709606 w 4527226"/>
              <a:gd name="connsiteY11-1754" fmla="*/ 5025828 h 6062148"/>
              <a:gd name="connsiteX12-1755" fmla="*/ 701986 w 4527226"/>
              <a:gd name="connsiteY12-1756" fmla="*/ 5002968 h 6062148"/>
              <a:gd name="connsiteX13-1757" fmla="*/ 968686 w 4527226"/>
              <a:gd name="connsiteY13-1758" fmla="*/ 4682928 h 6062148"/>
              <a:gd name="connsiteX14-1759" fmla="*/ 961066 w 4527226"/>
              <a:gd name="connsiteY14-1760" fmla="*/ 4644828 h 6062148"/>
              <a:gd name="connsiteX15-1761" fmla="*/ 1342066 w 4527226"/>
              <a:gd name="connsiteY15-1762" fmla="*/ 4172388 h 6062148"/>
              <a:gd name="connsiteX16-1763" fmla="*/ 1258246 w 4527226"/>
              <a:gd name="connsiteY16-1764" fmla="*/ 4012368 h 6062148"/>
              <a:gd name="connsiteX17-1765" fmla="*/ 1204906 w 4527226"/>
              <a:gd name="connsiteY17-1766" fmla="*/ 3928548 h 6062148"/>
              <a:gd name="connsiteX18-1767" fmla="*/ 1174426 w 4527226"/>
              <a:gd name="connsiteY18-1768" fmla="*/ 3768528 h 6062148"/>
              <a:gd name="connsiteX19-1769" fmla="*/ 1151566 w 4527226"/>
              <a:gd name="connsiteY19-1770" fmla="*/ 3699948 h 6062148"/>
              <a:gd name="connsiteX20-1771" fmla="*/ 1143946 w 4527226"/>
              <a:gd name="connsiteY20-1772" fmla="*/ 3669468 h 6062148"/>
              <a:gd name="connsiteX21-1773" fmla="*/ 1067746 w 4527226"/>
              <a:gd name="connsiteY21-1774" fmla="*/ 3661848 h 6062148"/>
              <a:gd name="connsiteX22-1775" fmla="*/ 938206 w 4527226"/>
              <a:gd name="connsiteY22-1776" fmla="*/ 3669468 h 6062148"/>
              <a:gd name="connsiteX23-1777" fmla="*/ 831526 w 4527226"/>
              <a:gd name="connsiteY23-1778" fmla="*/ 3692328 h 6062148"/>
              <a:gd name="connsiteX24-1779" fmla="*/ 610546 w 4527226"/>
              <a:gd name="connsiteY24-1780" fmla="*/ 3738048 h 6062148"/>
              <a:gd name="connsiteX25-1781" fmla="*/ 389566 w 4527226"/>
              <a:gd name="connsiteY25-1782" fmla="*/ 3638988 h 6062148"/>
              <a:gd name="connsiteX26-1783" fmla="*/ 381946 w 4527226"/>
              <a:gd name="connsiteY26-1784" fmla="*/ 3326568 h 6062148"/>
              <a:gd name="connsiteX27-1785" fmla="*/ 420046 w 4527226"/>
              <a:gd name="connsiteY27-1786" fmla="*/ 3227508 h 6062148"/>
              <a:gd name="connsiteX28-1787" fmla="*/ 389566 w 4527226"/>
              <a:gd name="connsiteY28-1788" fmla="*/ 3166548 h 6062148"/>
              <a:gd name="connsiteX29-1789" fmla="*/ 351466 w 4527226"/>
              <a:gd name="connsiteY29-1790" fmla="*/ 3105588 h 6062148"/>
              <a:gd name="connsiteX30-1791" fmla="*/ 397186 w 4527226"/>
              <a:gd name="connsiteY30-1792" fmla="*/ 3021768 h 6062148"/>
              <a:gd name="connsiteX31-1793" fmla="*/ 488626 w 4527226"/>
              <a:gd name="connsiteY31-1794" fmla="*/ 2998908 h 6062148"/>
              <a:gd name="connsiteX32-1795" fmla="*/ 471956 w 4527226"/>
              <a:gd name="connsiteY32-1796" fmla="*/ 2942709 h 6062148"/>
              <a:gd name="connsiteX33-1797" fmla="*/ 435286 w 4527226"/>
              <a:gd name="connsiteY33-1798" fmla="*/ 2930328 h 6062148"/>
              <a:gd name="connsiteX34-1799" fmla="*/ 389566 w 4527226"/>
              <a:gd name="connsiteY34-1800" fmla="*/ 2930328 h 6062148"/>
              <a:gd name="connsiteX35-1801" fmla="*/ 314000 w 4527226"/>
              <a:gd name="connsiteY35-1802" fmla="*/ 2893495 h 6062148"/>
              <a:gd name="connsiteX36-1803" fmla="*/ 320986 w 4527226"/>
              <a:gd name="connsiteY36-1804" fmla="*/ 2846508 h 6062148"/>
              <a:gd name="connsiteX37-1805" fmla="*/ 328606 w 4527226"/>
              <a:gd name="connsiteY37-1806" fmla="*/ 2793168 h 6062148"/>
              <a:gd name="connsiteX38-1807" fmla="*/ 313366 w 4527226"/>
              <a:gd name="connsiteY38-1808" fmla="*/ 2732208 h 6062148"/>
              <a:gd name="connsiteX39-1809" fmla="*/ 267646 w 4527226"/>
              <a:gd name="connsiteY39-1810" fmla="*/ 2671248 h 6062148"/>
              <a:gd name="connsiteX40-1811" fmla="*/ 176206 w 4527226"/>
              <a:gd name="connsiteY40-1812" fmla="*/ 2656008 h 6062148"/>
              <a:gd name="connsiteX41-1813" fmla="*/ 54286 w 4527226"/>
              <a:gd name="connsiteY41-1814" fmla="*/ 2610288 h 6062148"/>
              <a:gd name="connsiteX42-1815" fmla="*/ 7931 w 4527226"/>
              <a:gd name="connsiteY42-1816" fmla="*/ 2563298 h 6062148"/>
              <a:gd name="connsiteX43-1817" fmla="*/ 8566 w 4527226"/>
              <a:gd name="connsiteY43-1818" fmla="*/ 2488368 h 6062148"/>
              <a:gd name="connsiteX44-1819" fmla="*/ 92386 w 4527226"/>
              <a:gd name="connsiteY44-1820" fmla="*/ 2335968 h 6062148"/>
              <a:gd name="connsiteX45-1821" fmla="*/ 221926 w 4527226"/>
              <a:gd name="connsiteY45-1822" fmla="*/ 2175948 h 6062148"/>
              <a:gd name="connsiteX46-1823" fmla="*/ 282886 w 4527226"/>
              <a:gd name="connsiteY46-1824" fmla="*/ 2084508 h 6062148"/>
              <a:gd name="connsiteX47-1825" fmla="*/ 328606 w 4527226"/>
              <a:gd name="connsiteY47-1826" fmla="*/ 1977828 h 6062148"/>
              <a:gd name="connsiteX48-1827" fmla="*/ 359086 w 4527226"/>
              <a:gd name="connsiteY48-1828" fmla="*/ 1871148 h 6062148"/>
              <a:gd name="connsiteX49-1829" fmla="*/ 374326 w 4527226"/>
              <a:gd name="connsiteY49-1830" fmla="*/ 1810188 h 6062148"/>
              <a:gd name="connsiteX50-1831" fmla="*/ 343846 w 4527226"/>
              <a:gd name="connsiteY50-1832" fmla="*/ 1756848 h 6062148"/>
              <a:gd name="connsiteX51-1833" fmla="*/ 328606 w 4527226"/>
              <a:gd name="connsiteY51-1834" fmla="*/ 1680648 h 6062148"/>
              <a:gd name="connsiteX52-1835" fmla="*/ 412426 w 4527226"/>
              <a:gd name="connsiteY52-1836" fmla="*/ 1474908 h 6062148"/>
              <a:gd name="connsiteX53-1837" fmla="*/ 442906 w 4527226"/>
              <a:gd name="connsiteY53-1838" fmla="*/ 1307268 h 6062148"/>
              <a:gd name="connsiteX54-1839" fmla="*/ 465766 w 4527226"/>
              <a:gd name="connsiteY54-1840" fmla="*/ 1192968 h 6062148"/>
              <a:gd name="connsiteX55-1841" fmla="*/ 503866 w 4527226"/>
              <a:gd name="connsiteY55-1842" fmla="*/ 1055808 h 6062148"/>
              <a:gd name="connsiteX56-1843" fmla="*/ 557206 w 4527226"/>
              <a:gd name="connsiteY56-1844" fmla="*/ 888168 h 6062148"/>
              <a:gd name="connsiteX57-1845" fmla="*/ 503866 w 4527226"/>
              <a:gd name="connsiteY57-1846" fmla="*/ 888168 h 6062148"/>
              <a:gd name="connsiteX58-1847" fmla="*/ 412426 w 4527226"/>
              <a:gd name="connsiteY58-1848" fmla="*/ 834828 h 6062148"/>
              <a:gd name="connsiteX59-1849" fmla="*/ 328606 w 4527226"/>
              <a:gd name="connsiteY59-1850" fmla="*/ 789108 h 6062148"/>
              <a:gd name="connsiteX60-1851" fmla="*/ 260026 w 4527226"/>
              <a:gd name="connsiteY60-1852" fmla="*/ 773868 h 6062148"/>
              <a:gd name="connsiteX61-1853" fmla="*/ 214306 w 4527226"/>
              <a:gd name="connsiteY61-1854" fmla="*/ 751008 h 6062148"/>
              <a:gd name="connsiteX62-1855" fmla="*/ 260026 w 4527226"/>
              <a:gd name="connsiteY62-1856" fmla="*/ 674808 h 6062148"/>
              <a:gd name="connsiteX63-1857" fmla="*/ 374326 w 4527226"/>
              <a:gd name="connsiteY63-1858" fmla="*/ 606228 h 6062148"/>
              <a:gd name="connsiteX64-1859" fmla="*/ 557206 w 4527226"/>
              <a:gd name="connsiteY64-1860" fmla="*/ 507168 h 6062148"/>
              <a:gd name="connsiteX65-1861" fmla="*/ 656266 w 4527226"/>
              <a:gd name="connsiteY65-1862" fmla="*/ 423348 h 6062148"/>
              <a:gd name="connsiteX66-1863" fmla="*/ 892486 w 4527226"/>
              <a:gd name="connsiteY66-1864" fmla="*/ 232848 h 6062148"/>
              <a:gd name="connsiteX67-1865" fmla="*/ 1174426 w 4527226"/>
              <a:gd name="connsiteY67-1866" fmla="*/ 80448 h 6062148"/>
              <a:gd name="connsiteX68-1867" fmla="*/ 1593526 w 4527226"/>
              <a:gd name="connsiteY68-1868" fmla="*/ 11868 h 6062148"/>
              <a:gd name="connsiteX69-1869" fmla="*/ 1944046 w 4527226"/>
              <a:gd name="connsiteY69-1870" fmla="*/ 4248 h 6062148"/>
              <a:gd name="connsiteX70-1871" fmla="*/ 2172646 w 4527226"/>
              <a:gd name="connsiteY70-1872" fmla="*/ 4248 h 6062148"/>
              <a:gd name="connsiteX71-1873" fmla="*/ 2393626 w 4527226"/>
              <a:gd name="connsiteY71-1874" fmla="*/ 57588 h 6062148"/>
              <a:gd name="connsiteX72-1875" fmla="*/ 2667946 w 4527226"/>
              <a:gd name="connsiteY72-1876" fmla="*/ 133788 h 6062148"/>
              <a:gd name="connsiteX73-1877" fmla="*/ 2820346 w 4527226"/>
              <a:gd name="connsiteY73-1878" fmla="*/ 202368 h 6062148"/>
              <a:gd name="connsiteX74-1879" fmla="*/ 3102286 w 4527226"/>
              <a:gd name="connsiteY74-1880" fmla="*/ 400488 h 6062148"/>
              <a:gd name="connsiteX75-1881" fmla="*/ 3285166 w 4527226"/>
              <a:gd name="connsiteY75-1882" fmla="*/ 651948 h 6062148"/>
              <a:gd name="connsiteX76-1883" fmla="*/ 3407086 w 4527226"/>
              <a:gd name="connsiteY76-1884" fmla="*/ 918648 h 6062148"/>
              <a:gd name="connsiteX77-1885" fmla="*/ 3475666 w 4527226"/>
              <a:gd name="connsiteY77-1886" fmla="*/ 1238688 h 6062148"/>
              <a:gd name="connsiteX78-1887" fmla="*/ 3506146 w 4527226"/>
              <a:gd name="connsiteY78-1888" fmla="*/ 1543488 h 6062148"/>
              <a:gd name="connsiteX79-1889" fmla="*/ 3506146 w 4527226"/>
              <a:gd name="connsiteY79-1890" fmla="*/ 1962588 h 6062148"/>
              <a:gd name="connsiteX80-1891" fmla="*/ 3338506 w 4527226"/>
              <a:gd name="connsiteY80-1892" fmla="*/ 2305488 h 6062148"/>
              <a:gd name="connsiteX81-1893" fmla="*/ 3254686 w 4527226"/>
              <a:gd name="connsiteY81-1894" fmla="*/ 2473128 h 6062148"/>
              <a:gd name="connsiteX82-1895" fmla="*/ 3132766 w 4527226"/>
              <a:gd name="connsiteY82-1896" fmla="*/ 2663628 h 6062148"/>
              <a:gd name="connsiteX83-1897" fmla="*/ 3071806 w 4527226"/>
              <a:gd name="connsiteY83-1898" fmla="*/ 2838888 h 6062148"/>
              <a:gd name="connsiteX84-1899" fmla="*/ 3064186 w 4527226"/>
              <a:gd name="connsiteY84-1900" fmla="*/ 2915088 h 6062148"/>
              <a:gd name="connsiteX85-1901" fmla="*/ 3018466 w 4527226"/>
              <a:gd name="connsiteY85-1902" fmla="*/ 3014148 h 6062148"/>
              <a:gd name="connsiteX86-1903" fmla="*/ 2980366 w 4527226"/>
              <a:gd name="connsiteY86-1904" fmla="*/ 3082728 h 6062148"/>
              <a:gd name="connsiteX87-1905" fmla="*/ 2957506 w 4527226"/>
              <a:gd name="connsiteY87-1906" fmla="*/ 3120828 h 6062148"/>
              <a:gd name="connsiteX88-1907" fmla="*/ 2957506 w 4527226"/>
              <a:gd name="connsiteY88-1908" fmla="*/ 3555168 h 6062148"/>
              <a:gd name="connsiteX89-1909" fmla="*/ 3010846 w 4527226"/>
              <a:gd name="connsiteY89-1910" fmla="*/ 3539928 h 6062148"/>
              <a:gd name="connsiteX90-1911" fmla="*/ 3109906 w 4527226"/>
              <a:gd name="connsiteY90-1912" fmla="*/ 3570408 h 6062148"/>
              <a:gd name="connsiteX91-1913" fmla="*/ 3140386 w 4527226"/>
              <a:gd name="connsiteY91-1914" fmla="*/ 3631368 h 6062148"/>
              <a:gd name="connsiteX92-1915" fmla="*/ 3117526 w 4527226"/>
              <a:gd name="connsiteY92-1916" fmla="*/ 3738048 h 6062148"/>
              <a:gd name="connsiteX93-1917" fmla="*/ 3125146 w 4527226"/>
              <a:gd name="connsiteY93-1918" fmla="*/ 4103808 h 6062148"/>
              <a:gd name="connsiteX94-1919" fmla="*/ 3163246 w 4527226"/>
              <a:gd name="connsiteY94-1920" fmla="*/ 4157148 h 6062148"/>
              <a:gd name="connsiteX95-1921" fmla="*/ 3201346 w 4527226"/>
              <a:gd name="connsiteY95-1922" fmla="*/ 4164768 h 6062148"/>
              <a:gd name="connsiteX96-1923" fmla="*/ 3231826 w 4527226"/>
              <a:gd name="connsiteY96-1924" fmla="*/ 4172388 h 6062148"/>
              <a:gd name="connsiteX97-1925" fmla="*/ 3285166 w 4527226"/>
              <a:gd name="connsiteY97-1926" fmla="*/ 4294308 h 6062148"/>
              <a:gd name="connsiteX98-1927" fmla="*/ 3300406 w 4527226"/>
              <a:gd name="connsiteY98-1928" fmla="*/ 4347648 h 6062148"/>
              <a:gd name="connsiteX99-1929" fmla="*/ 3330886 w 4527226"/>
              <a:gd name="connsiteY99-1930" fmla="*/ 4408608 h 6062148"/>
              <a:gd name="connsiteX100-1931" fmla="*/ 3551866 w 4527226"/>
              <a:gd name="connsiteY100-1932" fmla="*/ 4644828 h 6062148"/>
              <a:gd name="connsiteX101-1933" fmla="*/ 3887146 w 4527226"/>
              <a:gd name="connsiteY101-1934" fmla="*/ 5025828 h 6062148"/>
              <a:gd name="connsiteX102-1935" fmla="*/ 4100506 w 4527226"/>
              <a:gd name="connsiteY102-1936" fmla="*/ 5300148 h 6062148"/>
              <a:gd name="connsiteX103-1937" fmla="*/ 4367206 w 4527226"/>
              <a:gd name="connsiteY103-1938" fmla="*/ 5726868 h 6062148"/>
              <a:gd name="connsiteX104-1939" fmla="*/ 4527226 w 4527226"/>
              <a:gd name="connsiteY104-1940" fmla="*/ 6046908 h 6062148"/>
              <a:gd name="connsiteX0-1941" fmla="*/ 381946 w 4527226"/>
              <a:gd name="connsiteY0-1942" fmla="*/ 5924988 h 6046908"/>
              <a:gd name="connsiteX1-1943" fmla="*/ 442906 w 4527226"/>
              <a:gd name="connsiteY1-1944" fmla="*/ 5780208 h 6046908"/>
              <a:gd name="connsiteX2-1945" fmla="*/ 473386 w 4527226"/>
              <a:gd name="connsiteY2-1946" fmla="*/ 5665908 h 6046908"/>
              <a:gd name="connsiteX3-1947" fmla="*/ 511486 w 4527226"/>
              <a:gd name="connsiteY3-1948" fmla="*/ 5612568 h 6046908"/>
              <a:gd name="connsiteX4-1949" fmla="*/ 541966 w 4527226"/>
              <a:gd name="connsiteY4-1950" fmla="*/ 5521128 h 6046908"/>
              <a:gd name="connsiteX5-1951" fmla="*/ 564826 w 4527226"/>
              <a:gd name="connsiteY5-1952" fmla="*/ 5353488 h 6046908"/>
              <a:gd name="connsiteX6-1953" fmla="*/ 602926 w 4527226"/>
              <a:gd name="connsiteY6-1954" fmla="*/ 5223948 h 6046908"/>
              <a:gd name="connsiteX7-1955" fmla="*/ 625786 w 4527226"/>
              <a:gd name="connsiteY7-1956" fmla="*/ 5178228 h 6046908"/>
              <a:gd name="connsiteX8-1957" fmla="*/ 701986 w 4527226"/>
              <a:gd name="connsiteY8-1958" fmla="*/ 5071548 h 6046908"/>
              <a:gd name="connsiteX9-1959" fmla="*/ 717226 w 4527226"/>
              <a:gd name="connsiteY9-1960" fmla="*/ 5063928 h 6046908"/>
              <a:gd name="connsiteX10-1961" fmla="*/ 709606 w 4527226"/>
              <a:gd name="connsiteY10-1962" fmla="*/ 5025828 h 6046908"/>
              <a:gd name="connsiteX11-1963" fmla="*/ 701986 w 4527226"/>
              <a:gd name="connsiteY11-1964" fmla="*/ 5002968 h 6046908"/>
              <a:gd name="connsiteX12-1965" fmla="*/ 968686 w 4527226"/>
              <a:gd name="connsiteY12-1966" fmla="*/ 4682928 h 6046908"/>
              <a:gd name="connsiteX13-1967" fmla="*/ 961066 w 4527226"/>
              <a:gd name="connsiteY13-1968" fmla="*/ 4644828 h 6046908"/>
              <a:gd name="connsiteX14-1969" fmla="*/ 1342066 w 4527226"/>
              <a:gd name="connsiteY14-1970" fmla="*/ 4172388 h 6046908"/>
              <a:gd name="connsiteX15-1971" fmla="*/ 1258246 w 4527226"/>
              <a:gd name="connsiteY15-1972" fmla="*/ 4012368 h 6046908"/>
              <a:gd name="connsiteX16-1973" fmla="*/ 1204906 w 4527226"/>
              <a:gd name="connsiteY16-1974" fmla="*/ 3928548 h 6046908"/>
              <a:gd name="connsiteX17-1975" fmla="*/ 1174426 w 4527226"/>
              <a:gd name="connsiteY17-1976" fmla="*/ 3768528 h 6046908"/>
              <a:gd name="connsiteX18-1977" fmla="*/ 1151566 w 4527226"/>
              <a:gd name="connsiteY18-1978" fmla="*/ 3699948 h 6046908"/>
              <a:gd name="connsiteX19-1979" fmla="*/ 1143946 w 4527226"/>
              <a:gd name="connsiteY19-1980" fmla="*/ 3669468 h 6046908"/>
              <a:gd name="connsiteX20-1981" fmla="*/ 1067746 w 4527226"/>
              <a:gd name="connsiteY20-1982" fmla="*/ 3661848 h 6046908"/>
              <a:gd name="connsiteX21-1983" fmla="*/ 938206 w 4527226"/>
              <a:gd name="connsiteY21-1984" fmla="*/ 3669468 h 6046908"/>
              <a:gd name="connsiteX22-1985" fmla="*/ 831526 w 4527226"/>
              <a:gd name="connsiteY22-1986" fmla="*/ 3692328 h 6046908"/>
              <a:gd name="connsiteX23-1987" fmla="*/ 610546 w 4527226"/>
              <a:gd name="connsiteY23-1988" fmla="*/ 3738048 h 6046908"/>
              <a:gd name="connsiteX24-1989" fmla="*/ 389566 w 4527226"/>
              <a:gd name="connsiteY24-1990" fmla="*/ 3638988 h 6046908"/>
              <a:gd name="connsiteX25-1991" fmla="*/ 381946 w 4527226"/>
              <a:gd name="connsiteY25-1992" fmla="*/ 3326568 h 6046908"/>
              <a:gd name="connsiteX26-1993" fmla="*/ 420046 w 4527226"/>
              <a:gd name="connsiteY26-1994" fmla="*/ 3227508 h 6046908"/>
              <a:gd name="connsiteX27-1995" fmla="*/ 389566 w 4527226"/>
              <a:gd name="connsiteY27-1996" fmla="*/ 3166548 h 6046908"/>
              <a:gd name="connsiteX28-1997" fmla="*/ 351466 w 4527226"/>
              <a:gd name="connsiteY28-1998" fmla="*/ 3105588 h 6046908"/>
              <a:gd name="connsiteX29-1999" fmla="*/ 397186 w 4527226"/>
              <a:gd name="connsiteY29-2000" fmla="*/ 3021768 h 6046908"/>
              <a:gd name="connsiteX30-2001" fmla="*/ 488626 w 4527226"/>
              <a:gd name="connsiteY30-2002" fmla="*/ 2998908 h 6046908"/>
              <a:gd name="connsiteX31-2003" fmla="*/ 471956 w 4527226"/>
              <a:gd name="connsiteY31-2004" fmla="*/ 2942709 h 6046908"/>
              <a:gd name="connsiteX32-2005" fmla="*/ 435286 w 4527226"/>
              <a:gd name="connsiteY32-2006" fmla="*/ 2930328 h 6046908"/>
              <a:gd name="connsiteX33-2007" fmla="*/ 389566 w 4527226"/>
              <a:gd name="connsiteY33-2008" fmla="*/ 2930328 h 6046908"/>
              <a:gd name="connsiteX34-2009" fmla="*/ 314000 w 4527226"/>
              <a:gd name="connsiteY34-2010" fmla="*/ 2893495 h 6046908"/>
              <a:gd name="connsiteX35-2011" fmla="*/ 320986 w 4527226"/>
              <a:gd name="connsiteY35-2012" fmla="*/ 2846508 h 6046908"/>
              <a:gd name="connsiteX36-2013" fmla="*/ 328606 w 4527226"/>
              <a:gd name="connsiteY36-2014" fmla="*/ 2793168 h 6046908"/>
              <a:gd name="connsiteX37-2015" fmla="*/ 313366 w 4527226"/>
              <a:gd name="connsiteY37-2016" fmla="*/ 2732208 h 6046908"/>
              <a:gd name="connsiteX38-2017" fmla="*/ 267646 w 4527226"/>
              <a:gd name="connsiteY38-2018" fmla="*/ 2671248 h 6046908"/>
              <a:gd name="connsiteX39-2019" fmla="*/ 176206 w 4527226"/>
              <a:gd name="connsiteY39-2020" fmla="*/ 2656008 h 6046908"/>
              <a:gd name="connsiteX40-2021" fmla="*/ 54286 w 4527226"/>
              <a:gd name="connsiteY40-2022" fmla="*/ 2610288 h 6046908"/>
              <a:gd name="connsiteX41-2023" fmla="*/ 7931 w 4527226"/>
              <a:gd name="connsiteY41-2024" fmla="*/ 2563298 h 6046908"/>
              <a:gd name="connsiteX42-2025" fmla="*/ 8566 w 4527226"/>
              <a:gd name="connsiteY42-2026" fmla="*/ 2488368 h 6046908"/>
              <a:gd name="connsiteX43-2027" fmla="*/ 92386 w 4527226"/>
              <a:gd name="connsiteY43-2028" fmla="*/ 2335968 h 6046908"/>
              <a:gd name="connsiteX44-2029" fmla="*/ 221926 w 4527226"/>
              <a:gd name="connsiteY44-2030" fmla="*/ 2175948 h 6046908"/>
              <a:gd name="connsiteX45-2031" fmla="*/ 282886 w 4527226"/>
              <a:gd name="connsiteY45-2032" fmla="*/ 2084508 h 6046908"/>
              <a:gd name="connsiteX46-2033" fmla="*/ 328606 w 4527226"/>
              <a:gd name="connsiteY46-2034" fmla="*/ 1977828 h 6046908"/>
              <a:gd name="connsiteX47-2035" fmla="*/ 359086 w 4527226"/>
              <a:gd name="connsiteY47-2036" fmla="*/ 1871148 h 6046908"/>
              <a:gd name="connsiteX48-2037" fmla="*/ 374326 w 4527226"/>
              <a:gd name="connsiteY48-2038" fmla="*/ 1810188 h 6046908"/>
              <a:gd name="connsiteX49-2039" fmla="*/ 343846 w 4527226"/>
              <a:gd name="connsiteY49-2040" fmla="*/ 1756848 h 6046908"/>
              <a:gd name="connsiteX50-2041" fmla="*/ 328606 w 4527226"/>
              <a:gd name="connsiteY50-2042" fmla="*/ 1680648 h 6046908"/>
              <a:gd name="connsiteX51-2043" fmla="*/ 412426 w 4527226"/>
              <a:gd name="connsiteY51-2044" fmla="*/ 1474908 h 6046908"/>
              <a:gd name="connsiteX52-2045" fmla="*/ 442906 w 4527226"/>
              <a:gd name="connsiteY52-2046" fmla="*/ 1307268 h 6046908"/>
              <a:gd name="connsiteX53-2047" fmla="*/ 465766 w 4527226"/>
              <a:gd name="connsiteY53-2048" fmla="*/ 1192968 h 6046908"/>
              <a:gd name="connsiteX54-2049" fmla="*/ 503866 w 4527226"/>
              <a:gd name="connsiteY54-2050" fmla="*/ 1055808 h 6046908"/>
              <a:gd name="connsiteX55-2051" fmla="*/ 557206 w 4527226"/>
              <a:gd name="connsiteY55-2052" fmla="*/ 888168 h 6046908"/>
              <a:gd name="connsiteX56-2053" fmla="*/ 503866 w 4527226"/>
              <a:gd name="connsiteY56-2054" fmla="*/ 888168 h 6046908"/>
              <a:gd name="connsiteX57-2055" fmla="*/ 412426 w 4527226"/>
              <a:gd name="connsiteY57-2056" fmla="*/ 834828 h 6046908"/>
              <a:gd name="connsiteX58-2057" fmla="*/ 328606 w 4527226"/>
              <a:gd name="connsiteY58-2058" fmla="*/ 789108 h 6046908"/>
              <a:gd name="connsiteX59-2059" fmla="*/ 260026 w 4527226"/>
              <a:gd name="connsiteY59-2060" fmla="*/ 773868 h 6046908"/>
              <a:gd name="connsiteX60-2061" fmla="*/ 214306 w 4527226"/>
              <a:gd name="connsiteY60-2062" fmla="*/ 751008 h 6046908"/>
              <a:gd name="connsiteX61-2063" fmla="*/ 260026 w 4527226"/>
              <a:gd name="connsiteY61-2064" fmla="*/ 674808 h 6046908"/>
              <a:gd name="connsiteX62-2065" fmla="*/ 374326 w 4527226"/>
              <a:gd name="connsiteY62-2066" fmla="*/ 606228 h 6046908"/>
              <a:gd name="connsiteX63-2067" fmla="*/ 557206 w 4527226"/>
              <a:gd name="connsiteY63-2068" fmla="*/ 507168 h 6046908"/>
              <a:gd name="connsiteX64-2069" fmla="*/ 656266 w 4527226"/>
              <a:gd name="connsiteY64-2070" fmla="*/ 423348 h 6046908"/>
              <a:gd name="connsiteX65-2071" fmla="*/ 892486 w 4527226"/>
              <a:gd name="connsiteY65-2072" fmla="*/ 232848 h 6046908"/>
              <a:gd name="connsiteX66-2073" fmla="*/ 1174426 w 4527226"/>
              <a:gd name="connsiteY66-2074" fmla="*/ 80448 h 6046908"/>
              <a:gd name="connsiteX67-2075" fmla="*/ 1593526 w 4527226"/>
              <a:gd name="connsiteY67-2076" fmla="*/ 11868 h 6046908"/>
              <a:gd name="connsiteX68-2077" fmla="*/ 1944046 w 4527226"/>
              <a:gd name="connsiteY68-2078" fmla="*/ 4248 h 6046908"/>
              <a:gd name="connsiteX69-2079" fmla="*/ 2172646 w 4527226"/>
              <a:gd name="connsiteY69-2080" fmla="*/ 4248 h 6046908"/>
              <a:gd name="connsiteX70-2081" fmla="*/ 2393626 w 4527226"/>
              <a:gd name="connsiteY70-2082" fmla="*/ 57588 h 6046908"/>
              <a:gd name="connsiteX71-2083" fmla="*/ 2667946 w 4527226"/>
              <a:gd name="connsiteY71-2084" fmla="*/ 133788 h 6046908"/>
              <a:gd name="connsiteX72-2085" fmla="*/ 2820346 w 4527226"/>
              <a:gd name="connsiteY72-2086" fmla="*/ 202368 h 6046908"/>
              <a:gd name="connsiteX73-2087" fmla="*/ 3102286 w 4527226"/>
              <a:gd name="connsiteY73-2088" fmla="*/ 400488 h 6046908"/>
              <a:gd name="connsiteX74-2089" fmla="*/ 3285166 w 4527226"/>
              <a:gd name="connsiteY74-2090" fmla="*/ 651948 h 6046908"/>
              <a:gd name="connsiteX75-2091" fmla="*/ 3407086 w 4527226"/>
              <a:gd name="connsiteY75-2092" fmla="*/ 918648 h 6046908"/>
              <a:gd name="connsiteX76-2093" fmla="*/ 3475666 w 4527226"/>
              <a:gd name="connsiteY76-2094" fmla="*/ 1238688 h 6046908"/>
              <a:gd name="connsiteX77-2095" fmla="*/ 3506146 w 4527226"/>
              <a:gd name="connsiteY77-2096" fmla="*/ 1543488 h 6046908"/>
              <a:gd name="connsiteX78-2097" fmla="*/ 3506146 w 4527226"/>
              <a:gd name="connsiteY78-2098" fmla="*/ 1962588 h 6046908"/>
              <a:gd name="connsiteX79-2099" fmla="*/ 3338506 w 4527226"/>
              <a:gd name="connsiteY79-2100" fmla="*/ 2305488 h 6046908"/>
              <a:gd name="connsiteX80-2101" fmla="*/ 3254686 w 4527226"/>
              <a:gd name="connsiteY80-2102" fmla="*/ 2473128 h 6046908"/>
              <a:gd name="connsiteX81-2103" fmla="*/ 3132766 w 4527226"/>
              <a:gd name="connsiteY81-2104" fmla="*/ 2663628 h 6046908"/>
              <a:gd name="connsiteX82-2105" fmla="*/ 3071806 w 4527226"/>
              <a:gd name="connsiteY82-2106" fmla="*/ 2838888 h 6046908"/>
              <a:gd name="connsiteX83-2107" fmla="*/ 3064186 w 4527226"/>
              <a:gd name="connsiteY83-2108" fmla="*/ 2915088 h 6046908"/>
              <a:gd name="connsiteX84-2109" fmla="*/ 3018466 w 4527226"/>
              <a:gd name="connsiteY84-2110" fmla="*/ 3014148 h 6046908"/>
              <a:gd name="connsiteX85-2111" fmla="*/ 2980366 w 4527226"/>
              <a:gd name="connsiteY85-2112" fmla="*/ 3082728 h 6046908"/>
              <a:gd name="connsiteX86-2113" fmla="*/ 2957506 w 4527226"/>
              <a:gd name="connsiteY86-2114" fmla="*/ 3120828 h 6046908"/>
              <a:gd name="connsiteX87-2115" fmla="*/ 2957506 w 4527226"/>
              <a:gd name="connsiteY87-2116" fmla="*/ 3555168 h 6046908"/>
              <a:gd name="connsiteX88-2117" fmla="*/ 3010846 w 4527226"/>
              <a:gd name="connsiteY88-2118" fmla="*/ 3539928 h 6046908"/>
              <a:gd name="connsiteX89-2119" fmla="*/ 3109906 w 4527226"/>
              <a:gd name="connsiteY89-2120" fmla="*/ 3570408 h 6046908"/>
              <a:gd name="connsiteX90-2121" fmla="*/ 3140386 w 4527226"/>
              <a:gd name="connsiteY90-2122" fmla="*/ 3631368 h 6046908"/>
              <a:gd name="connsiteX91-2123" fmla="*/ 3117526 w 4527226"/>
              <a:gd name="connsiteY91-2124" fmla="*/ 3738048 h 6046908"/>
              <a:gd name="connsiteX92-2125" fmla="*/ 3125146 w 4527226"/>
              <a:gd name="connsiteY92-2126" fmla="*/ 4103808 h 6046908"/>
              <a:gd name="connsiteX93-2127" fmla="*/ 3163246 w 4527226"/>
              <a:gd name="connsiteY93-2128" fmla="*/ 4157148 h 6046908"/>
              <a:gd name="connsiteX94-2129" fmla="*/ 3201346 w 4527226"/>
              <a:gd name="connsiteY94-2130" fmla="*/ 4164768 h 6046908"/>
              <a:gd name="connsiteX95-2131" fmla="*/ 3231826 w 4527226"/>
              <a:gd name="connsiteY95-2132" fmla="*/ 4172388 h 6046908"/>
              <a:gd name="connsiteX96-2133" fmla="*/ 3285166 w 4527226"/>
              <a:gd name="connsiteY96-2134" fmla="*/ 4294308 h 6046908"/>
              <a:gd name="connsiteX97-2135" fmla="*/ 3300406 w 4527226"/>
              <a:gd name="connsiteY97-2136" fmla="*/ 4347648 h 6046908"/>
              <a:gd name="connsiteX98-2137" fmla="*/ 3330886 w 4527226"/>
              <a:gd name="connsiteY98-2138" fmla="*/ 4408608 h 6046908"/>
              <a:gd name="connsiteX99-2139" fmla="*/ 3551866 w 4527226"/>
              <a:gd name="connsiteY99-2140" fmla="*/ 4644828 h 6046908"/>
              <a:gd name="connsiteX100-2141" fmla="*/ 3887146 w 4527226"/>
              <a:gd name="connsiteY100-2142" fmla="*/ 5025828 h 6046908"/>
              <a:gd name="connsiteX101-2143" fmla="*/ 4100506 w 4527226"/>
              <a:gd name="connsiteY101-2144" fmla="*/ 5300148 h 6046908"/>
              <a:gd name="connsiteX102-2145" fmla="*/ 4367206 w 4527226"/>
              <a:gd name="connsiteY102-2146" fmla="*/ 5726868 h 6046908"/>
              <a:gd name="connsiteX103-2147" fmla="*/ 4527226 w 4527226"/>
              <a:gd name="connsiteY103-2148" fmla="*/ 6046908 h 6046908"/>
              <a:gd name="connsiteX0-2149" fmla="*/ 442906 w 4527226"/>
              <a:gd name="connsiteY0-2150" fmla="*/ 5780208 h 6046908"/>
              <a:gd name="connsiteX1-2151" fmla="*/ 473386 w 4527226"/>
              <a:gd name="connsiteY1-2152" fmla="*/ 5665908 h 6046908"/>
              <a:gd name="connsiteX2-2153" fmla="*/ 511486 w 4527226"/>
              <a:gd name="connsiteY2-2154" fmla="*/ 5612568 h 6046908"/>
              <a:gd name="connsiteX3-2155" fmla="*/ 541966 w 4527226"/>
              <a:gd name="connsiteY3-2156" fmla="*/ 5521128 h 6046908"/>
              <a:gd name="connsiteX4-2157" fmla="*/ 564826 w 4527226"/>
              <a:gd name="connsiteY4-2158" fmla="*/ 5353488 h 6046908"/>
              <a:gd name="connsiteX5-2159" fmla="*/ 602926 w 4527226"/>
              <a:gd name="connsiteY5-2160" fmla="*/ 5223948 h 6046908"/>
              <a:gd name="connsiteX6-2161" fmla="*/ 625786 w 4527226"/>
              <a:gd name="connsiteY6-2162" fmla="*/ 5178228 h 6046908"/>
              <a:gd name="connsiteX7-2163" fmla="*/ 701986 w 4527226"/>
              <a:gd name="connsiteY7-2164" fmla="*/ 5071548 h 6046908"/>
              <a:gd name="connsiteX8-2165" fmla="*/ 717226 w 4527226"/>
              <a:gd name="connsiteY8-2166" fmla="*/ 5063928 h 6046908"/>
              <a:gd name="connsiteX9-2167" fmla="*/ 709606 w 4527226"/>
              <a:gd name="connsiteY9-2168" fmla="*/ 5025828 h 6046908"/>
              <a:gd name="connsiteX10-2169" fmla="*/ 701986 w 4527226"/>
              <a:gd name="connsiteY10-2170" fmla="*/ 5002968 h 6046908"/>
              <a:gd name="connsiteX11-2171" fmla="*/ 968686 w 4527226"/>
              <a:gd name="connsiteY11-2172" fmla="*/ 4682928 h 6046908"/>
              <a:gd name="connsiteX12-2173" fmla="*/ 961066 w 4527226"/>
              <a:gd name="connsiteY12-2174" fmla="*/ 4644828 h 6046908"/>
              <a:gd name="connsiteX13-2175" fmla="*/ 1342066 w 4527226"/>
              <a:gd name="connsiteY13-2176" fmla="*/ 4172388 h 6046908"/>
              <a:gd name="connsiteX14-2177" fmla="*/ 1258246 w 4527226"/>
              <a:gd name="connsiteY14-2178" fmla="*/ 4012368 h 6046908"/>
              <a:gd name="connsiteX15-2179" fmla="*/ 1204906 w 4527226"/>
              <a:gd name="connsiteY15-2180" fmla="*/ 3928548 h 6046908"/>
              <a:gd name="connsiteX16-2181" fmla="*/ 1174426 w 4527226"/>
              <a:gd name="connsiteY16-2182" fmla="*/ 3768528 h 6046908"/>
              <a:gd name="connsiteX17-2183" fmla="*/ 1151566 w 4527226"/>
              <a:gd name="connsiteY17-2184" fmla="*/ 3699948 h 6046908"/>
              <a:gd name="connsiteX18-2185" fmla="*/ 1143946 w 4527226"/>
              <a:gd name="connsiteY18-2186" fmla="*/ 3669468 h 6046908"/>
              <a:gd name="connsiteX19-2187" fmla="*/ 1067746 w 4527226"/>
              <a:gd name="connsiteY19-2188" fmla="*/ 3661848 h 6046908"/>
              <a:gd name="connsiteX20-2189" fmla="*/ 938206 w 4527226"/>
              <a:gd name="connsiteY20-2190" fmla="*/ 3669468 h 6046908"/>
              <a:gd name="connsiteX21-2191" fmla="*/ 831526 w 4527226"/>
              <a:gd name="connsiteY21-2192" fmla="*/ 3692328 h 6046908"/>
              <a:gd name="connsiteX22-2193" fmla="*/ 610546 w 4527226"/>
              <a:gd name="connsiteY22-2194" fmla="*/ 3738048 h 6046908"/>
              <a:gd name="connsiteX23-2195" fmla="*/ 389566 w 4527226"/>
              <a:gd name="connsiteY23-2196" fmla="*/ 3638988 h 6046908"/>
              <a:gd name="connsiteX24-2197" fmla="*/ 381946 w 4527226"/>
              <a:gd name="connsiteY24-2198" fmla="*/ 3326568 h 6046908"/>
              <a:gd name="connsiteX25-2199" fmla="*/ 420046 w 4527226"/>
              <a:gd name="connsiteY25-2200" fmla="*/ 3227508 h 6046908"/>
              <a:gd name="connsiteX26-2201" fmla="*/ 389566 w 4527226"/>
              <a:gd name="connsiteY26-2202" fmla="*/ 3166548 h 6046908"/>
              <a:gd name="connsiteX27-2203" fmla="*/ 351466 w 4527226"/>
              <a:gd name="connsiteY27-2204" fmla="*/ 3105588 h 6046908"/>
              <a:gd name="connsiteX28-2205" fmla="*/ 397186 w 4527226"/>
              <a:gd name="connsiteY28-2206" fmla="*/ 3021768 h 6046908"/>
              <a:gd name="connsiteX29-2207" fmla="*/ 488626 w 4527226"/>
              <a:gd name="connsiteY29-2208" fmla="*/ 2998908 h 6046908"/>
              <a:gd name="connsiteX30-2209" fmla="*/ 471956 w 4527226"/>
              <a:gd name="connsiteY30-2210" fmla="*/ 2942709 h 6046908"/>
              <a:gd name="connsiteX31-2211" fmla="*/ 435286 w 4527226"/>
              <a:gd name="connsiteY31-2212" fmla="*/ 2930328 h 6046908"/>
              <a:gd name="connsiteX32-2213" fmla="*/ 389566 w 4527226"/>
              <a:gd name="connsiteY32-2214" fmla="*/ 2930328 h 6046908"/>
              <a:gd name="connsiteX33-2215" fmla="*/ 314000 w 4527226"/>
              <a:gd name="connsiteY33-2216" fmla="*/ 2893495 h 6046908"/>
              <a:gd name="connsiteX34-2217" fmla="*/ 320986 w 4527226"/>
              <a:gd name="connsiteY34-2218" fmla="*/ 2846508 h 6046908"/>
              <a:gd name="connsiteX35-2219" fmla="*/ 328606 w 4527226"/>
              <a:gd name="connsiteY35-2220" fmla="*/ 2793168 h 6046908"/>
              <a:gd name="connsiteX36-2221" fmla="*/ 313366 w 4527226"/>
              <a:gd name="connsiteY36-2222" fmla="*/ 2732208 h 6046908"/>
              <a:gd name="connsiteX37-2223" fmla="*/ 267646 w 4527226"/>
              <a:gd name="connsiteY37-2224" fmla="*/ 2671248 h 6046908"/>
              <a:gd name="connsiteX38-2225" fmla="*/ 176206 w 4527226"/>
              <a:gd name="connsiteY38-2226" fmla="*/ 2656008 h 6046908"/>
              <a:gd name="connsiteX39-2227" fmla="*/ 54286 w 4527226"/>
              <a:gd name="connsiteY39-2228" fmla="*/ 2610288 h 6046908"/>
              <a:gd name="connsiteX40-2229" fmla="*/ 7931 w 4527226"/>
              <a:gd name="connsiteY40-2230" fmla="*/ 2563298 h 6046908"/>
              <a:gd name="connsiteX41-2231" fmla="*/ 8566 w 4527226"/>
              <a:gd name="connsiteY41-2232" fmla="*/ 2488368 h 6046908"/>
              <a:gd name="connsiteX42-2233" fmla="*/ 92386 w 4527226"/>
              <a:gd name="connsiteY42-2234" fmla="*/ 2335968 h 6046908"/>
              <a:gd name="connsiteX43-2235" fmla="*/ 221926 w 4527226"/>
              <a:gd name="connsiteY43-2236" fmla="*/ 2175948 h 6046908"/>
              <a:gd name="connsiteX44-2237" fmla="*/ 282886 w 4527226"/>
              <a:gd name="connsiteY44-2238" fmla="*/ 2084508 h 6046908"/>
              <a:gd name="connsiteX45-2239" fmla="*/ 328606 w 4527226"/>
              <a:gd name="connsiteY45-2240" fmla="*/ 1977828 h 6046908"/>
              <a:gd name="connsiteX46-2241" fmla="*/ 359086 w 4527226"/>
              <a:gd name="connsiteY46-2242" fmla="*/ 1871148 h 6046908"/>
              <a:gd name="connsiteX47-2243" fmla="*/ 374326 w 4527226"/>
              <a:gd name="connsiteY47-2244" fmla="*/ 1810188 h 6046908"/>
              <a:gd name="connsiteX48-2245" fmla="*/ 343846 w 4527226"/>
              <a:gd name="connsiteY48-2246" fmla="*/ 1756848 h 6046908"/>
              <a:gd name="connsiteX49-2247" fmla="*/ 328606 w 4527226"/>
              <a:gd name="connsiteY49-2248" fmla="*/ 1680648 h 6046908"/>
              <a:gd name="connsiteX50-2249" fmla="*/ 412426 w 4527226"/>
              <a:gd name="connsiteY50-2250" fmla="*/ 1474908 h 6046908"/>
              <a:gd name="connsiteX51-2251" fmla="*/ 442906 w 4527226"/>
              <a:gd name="connsiteY51-2252" fmla="*/ 1307268 h 6046908"/>
              <a:gd name="connsiteX52-2253" fmla="*/ 465766 w 4527226"/>
              <a:gd name="connsiteY52-2254" fmla="*/ 1192968 h 6046908"/>
              <a:gd name="connsiteX53-2255" fmla="*/ 503866 w 4527226"/>
              <a:gd name="connsiteY53-2256" fmla="*/ 1055808 h 6046908"/>
              <a:gd name="connsiteX54-2257" fmla="*/ 557206 w 4527226"/>
              <a:gd name="connsiteY54-2258" fmla="*/ 888168 h 6046908"/>
              <a:gd name="connsiteX55-2259" fmla="*/ 503866 w 4527226"/>
              <a:gd name="connsiteY55-2260" fmla="*/ 888168 h 6046908"/>
              <a:gd name="connsiteX56-2261" fmla="*/ 412426 w 4527226"/>
              <a:gd name="connsiteY56-2262" fmla="*/ 834828 h 6046908"/>
              <a:gd name="connsiteX57-2263" fmla="*/ 328606 w 4527226"/>
              <a:gd name="connsiteY57-2264" fmla="*/ 789108 h 6046908"/>
              <a:gd name="connsiteX58-2265" fmla="*/ 260026 w 4527226"/>
              <a:gd name="connsiteY58-2266" fmla="*/ 773868 h 6046908"/>
              <a:gd name="connsiteX59-2267" fmla="*/ 214306 w 4527226"/>
              <a:gd name="connsiteY59-2268" fmla="*/ 751008 h 6046908"/>
              <a:gd name="connsiteX60-2269" fmla="*/ 260026 w 4527226"/>
              <a:gd name="connsiteY60-2270" fmla="*/ 674808 h 6046908"/>
              <a:gd name="connsiteX61-2271" fmla="*/ 374326 w 4527226"/>
              <a:gd name="connsiteY61-2272" fmla="*/ 606228 h 6046908"/>
              <a:gd name="connsiteX62-2273" fmla="*/ 557206 w 4527226"/>
              <a:gd name="connsiteY62-2274" fmla="*/ 507168 h 6046908"/>
              <a:gd name="connsiteX63-2275" fmla="*/ 656266 w 4527226"/>
              <a:gd name="connsiteY63-2276" fmla="*/ 423348 h 6046908"/>
              <a:gd name="connsiteX64-2277" fmla="*/ 892486 w 4527226"/>
              <a:gd name="connsiteY64-2278" fmla="*/ 232848 h 6046908"/>
              <a:gd name="connsiteX65-2279" fmla="*/ 1174426 w 4527226"/>
              <a:gd name="connsiteY65-2280" fmla="*/ 80448 h 6046908"/>
              <a:gd name="connsiteX66-2281" fmla="*/ 1593526 w 4527226"/>
              <a:gd name="connsiteY66-2282" fmla="*/ 11868 h 6046908"/>
              <a:gd name="connsiteX67-2283" fmla="*/ 1944046 w 4527226"/>
              <a:gd name="connsiteY67-2284" fmla="*/ 4248 h 6046908"/>
              <a:gd name="connsiteX68-2285" fmla="*/ 2172646 w 4527226"/>
              <a:gd name="connsiteY68-2286" fmla="*/ 4248 h 6046908"/>
              <a:gd name="connsiteX69-2287" fmla="*/ 2393626 w 4527226"/>
              <a:gd name="connsiteY69-2288" fmla="*/ 57588 h 6046908"/>
              <a:gd name="connsiteX70-2289" fmla="*/ 2667946 w 4527226"/>
              <a:gd name="connsiteY70-2290" fmla="*/ 133788 h 6046908"/>
              <a:gd name="connsiteX71-2291" fmla="*/ 2820346 w 4527226"/>
              <a:gd name="connsiteY71-2292" fmla="*/ 202368 h 6046908"/>
              <a:gd name="connsiteX72-2293" fmla="*/ 3102286 w 4527226"/>
              <a:gd name="connsiteY72-2294" fmla="*/ 400488 h 6046908"/>
              <a:gd name="connsiteX73-2295" fmla="*/ 3285166 w 4527226"/>
              <a:gd name="connsiteY73-2296" fmla="*/ 651948 h 6046908"/>
              <a:gd name="connsiteX74-2297" fmla="*/ 3407086 w 4527226"/>
              <a:gd name="connsiteY74-2298" fmla="*/ 918648 h 6046908"/>
              <a:gd name="connsiteX75-2299" fmla="*/ 3475666 w 4527226"/>
              <a:gd name="connsiteY75-2300" fmla="*/ 1238688 h 6046908"/>
              <a:gd name="connsiteX76-2301" fmla="*/ 3506146 w 4527226"/>
              <a:gd name="connsiteY76-2302" fmla="*/ 1543488 h 6046908"/>
              <a:gd name="connsiteX77-2303" fmla="*/ 3506146 w 4527226"/>
              <a:gd name="connsiteY77-2304" fmla="*/ 1962588 h 6046908"/>
              <a:gd name="connsiteX78-2305" fmla="*/ 3338506 w 4527226"/>
              <a:gd name="connsiteY78-2306" fmla="*/ 2305488 h 6046908"/>
              <a:gd name="connsiteX79-2307" fmla="*/ 3254686 w 4527226"/>
              <a:gd name="connsiteY79-2308" fmla="*/ 2473128 h 6046908"/>
              <a:gd name="connsiteX80-2309" fmla="*/ 3132766 w 4527226"/>
              <a:gd name="connsiteY80-2310" fmla="*/ 2663628 h 6046908"/>
              <a:gd name="connsiteX81-2311" fmla="*/ 3071806 w 4527226"/>
              <a:gd name="connsiteY81-2312" fmla="*/ 2838888 h 6046908"/>
              <a:gd name="connsiteX82-2313" fmla="*/ 3064186 w 4527226"/>
              <a:gd name="connsiteY82-2314" fmla="*/ 2915088 h 6046908"/>
              <a:gd name="connsiteX83-2315" fmla="*/ 3018466 w 4527226"/>
              <a:gd name="connsiteY83-2316" fmla="*/ 3014148 h 6046908"/>
              <a:gd name="connsiteX84-2317" fmla="*/ 2980366 w 4527226"/>
              <a:gd name="connsiteY84-2318" fmla="*/ 3082728 h 6046908"/>
              <a:gd name="connsiteX85-2319" fmla="*/ 2957506 w 4527226"/>
              <a:gd name="connsiteY85-2320" fmla="*/ 3120828 h 6046908"/>
              <a:gd name="connsiteX86-2321" fmla="*/ 2957506 w 4527226"/>
              <a:gd name="connsiteY86-2322" fmla="*/ 3555168 h 6046908"/>
              <a:gd name="connsiteX87-2323" fmla="*/ 3010846 w 4527226"/>
              <a:gd name="connsiteY87-2324" fmla="*/ 3539928 h 6046908"/>
              <a:gd name="connsiteX88-2325" fmla="*/ 3109906 w 4527226"/>
              <a:gd name="connsiteY88-2326" fmla="*/ 3570408 h 6046908"/>
              <a:gd name="connsiteX89-2327" fmla="*/ 3140386 w 4527226"/>
              <a:gd name="connsiteY89-2328" fmla="*/ 3631368 h 6046908"/>
              <a:gd name="connsiteX90-2329" fmla="*/ 3117526 w 4527226"/>
              <a:gd name="connsiteY90-2330" fmla="*/ 3738048 h 6046908"/>
              <a:gd name="connsiteX91-2331" fmla="*/ 3125146 w 4527226"/>
              <a:gd name="connsiteY91-2332" fmla="*/ 4103808 h 6046908"/>
              <a:gd name="connsiteX92-2333" fmla="*/ 3163246 w 4527226"/>
              <a:gd name="connsiteY92-2334" fmla="*/ 4157148 h 6046908"/>
              <a:gd name="connsiteX93-2335" fmla="*/ 3201346 w 4527226"/>
              <a:gd name="connsiteY93-2336" fmla="*/ 4164768 h 6046908"/>
              <a:gd name="connsiteX94-2337" fmla="*/ 3231826 w 4527226"/>
              <a:gd name="connsiteY94-2338" fmla="*/ 4172388 h 6046908"/>
              <a:gd name="connsiteX95-2339" fmla="*/ 3285166 w 4527226"/>
              <a:gd name="connsiteY95-2340" fmla="*/ 4294308 h 6046908"/>
              <a:gd name="connsiteX96-2341" fmla="*/ 3300406 w 4527226"/>
              <a:gd name="connsiteY96-2342" fmla="*/ 4347648 h 6046908"/>
              <a:gd name="connsiteX97-2343" fmla="*/ 3330886 w 4527226"/>
              <a:gd name="connsiteY97-2344" fmla="*/ 4408608 h 6046908"/>
              <a:gd name="connsiteX98-2345" fmla="*/ 3551866 w 4527226"/>
              <a:gd name="connsiteY98-2346" fmla="*/ 4644828 h 6046908"/>
              <a:gd name="connsiteX99-2347" fmla="*/ 3887146 w 4527226"/>
              <a:gd name="connsiteY99-2348" fmla="*/ 5025828 h 6046908"/>
              <a:gd name="connsiteX100-2349" fmla="*/ 4100506 w 4527226"/>
              <a:gd name="connsiteY100-2350" fmla="*/ 5300148 h 6046908"/>
              <a:gd name="connsiteX101-2351" fmla="*/ 4367206 w 4527226"/>
              <a:gd name="connsiteY101-2352" fmla="*/ 5726868 h 6046908"/>
              <a:gd name="connsiteX102-2353" fmla="*/ 4527226 w 4527226"/>
              <a:gd name="connsiteY102-2354" fmla="*/ 6046908 h 6046908"/>
              <a:gd name="connsiteX0-2355" fmla="*/ 473386 w 4527226"/>
              <a:gd name="connsiteY0-2356" fmla="*/ 5665908 h 6046908"/>
              <a:gd name="connsiteX1-2357" fmla="*/ 511486 w 4527226"/>
              <a:gd name="connsiteY1-2358" fmla="*/ 5612568 h 6046908"/>
              <a:gd name="connsiteX2-2359" fmla="*/ 541966 w 4527226"/>
              <a:gd name="connsiteY2-2360" fmla="*/ 5521128 h 6046908"/>
              <a:gd name="connsiteX3-2361" fmla="*/ 564826 w 4527226"/>
              <a:gd name="connsiteY3-2362" fmla="*/ 5353488 h 6046908"/>
              <a:gd name="connsiteX4-2363" fmla="*/ 602926 w 4527226"/>
              <a:gd name="connsiteY4-2364" fmla="*/ 5223948 h 6046908"/>
              <a:gd name="connsiteX5-2365" fmla="*/ 625786 w 4527226"/>
              <a:gd name="connsiteY5-2366" fmla="*/ 5178228 h 6046908"/>
              <a:gd name="connsiteX6-2367" fmla="*/ 701986 w 4527226"/>
              <a:gd name="connsiteY6-2368" fmla="*/ 5071548 h 6046908"/>
              <a:gd name="connsiteX7-2369" fmla="*/ 717226 w 4527226"/>
              <a:gd name="connsiteY7-2370" fmla="*/ 5063928 h 6046908"/>
              <a:gd name="connsiteX8-2371" fmla="*/ 709606 w 4527226"/>
              <a:gd name="connsiteY8-2372" fmla="*/ 5025828 h 6046908"/>
              <a:gd name="connsiteX9-2373" fmla="*/ 701986 w 4527226"/>
              <a:gd name="connsiteY9-2374" fmla="*/ 5002968 h 6046908"/>
              <a:gd name="connsiteX10-2375" fmla="*/ 968686 w 4527226"/>
              <a:gd name="connsiteY10-2376" fmla="*/ 4682928 h 6046908"/>
              <a:gd name="connsiteX11-2377" fmla="*/ 961066 w 4527226"/>
              <a:gd name="connsiteY11-2378" fmla="*/ 4644828 h 6046908"/>
              <a:gd name="connsiteX12-2379" fmla="*/ 1342066 w 4527226"/>
              <a:gd name="connsiteY12-2380" fmla="*/ 4172388 h 6046908"/>
              <a:gd name="connsiteX13-2381" fmla="*/ 1258246 w 4527226"/>
              <a:gd name="connsiteY13-2382" fmla="*/ 4012368 h 6046908"/>
              <a:gd name="connsiteX14-2383" fmla="*/ 1204906 w 4527226"/>
              <a:gd name="connsiteY14-2384" fmla="*/ 3928548 h 6046908"/>
              <a:gd name="connsiteX15-2385" fmla="*/ 1174426 w 4527226"/>
              <a:gd name="connsiteY15-2386" fmla="*/ 3768528 h 6046908"/>
              <a:gd name="connsiteX16-2387" fmla="*/ 1151566 w 4527226"/>
              <a:gd name="connsiteY16-2388" fmla="*/ 3699948 h 6046908"/>
              <a:gd name="connsiteX17-2389" fmla="*/ 1143946 w 4527226"/>
              <a:gd name="connsiteY17-2390" fmla="*/ 3669468 h 6046908"/>
              <a:gd name="connsiteX18-2391" fmla="*/ 1067746 w 4527226"/>
              <a:gd name="connsiteY18-2392" fmla="*/ 3661848 h 6046908"/>
              <a:gd name="connsiteX19-2393" fmla="*/ 938206 w 4527226"/>
              <a:gd name="connsiteY19-2394" fmla="*/ 3669468 h 6046908"/>
              <a:gd name="connsiteX20-2395" fmla="*/ 831526 w 4527226"/>
              <a:gd name="connsiteY20-2396" fmla="*/ 3692328 h 6046908"/>
              <a:gd name="connsiteX21-2397" fmla="*/ 610546 w 4527226"/>
              <a:gd name="connsiteY21-2398" fmla="*/ 3738048 h 6046908"/>
              <a:gd name="connsiteX22-2399" fmla="*/ 389566 w 4527226"/>
              <a:gd name="connsiteY22-2400" fmla="*/ 3638988 h 6046908"/>
              <a:gd name="connsiteX23-2401" fmla="*/ 381946 w 4527226"/>
              <a:gd name="connsiteY23-2402" fmla="*/ 3326568 h 6046908"/>
              <a:gd name="connsiteX24-2403" fmla="*/ 420046 w 4527226"/>
              <a:gd name="connsiteY24-2404" fmla="*/ 3227508 h 6046908"/>
              <a:gd name="connsiteX25-2405" fmla="*/ 389566 w 4527226"/>
              <a:gd name="connsiteY25-2406" fmla="*/ 3166548 h 6046908"/>
              <a:gd name="connsiteX26-2407" fmla="*/ 351466 w 4527226"/>
              <a:gd name="connsiteY26-2408" fmla="*/ 3105588 h 6046908"/>
              <a:gd name="connsiteX27-2409" fmla="*/ 397186 w 4527226"/>
              <a:gd name="connsiteY27-2410" fmla="*/ 3021768 h 6046908"/>
              <a:gd name="connsiteX28-2411" fmla="*/ 488626 w 4527226"/>
              <a:gd name="connsiteY28-2412" fmla="*/ 2998908 h 6046908"/>
              <a:gd name="connsiteX29-2413" fmla="*/ 471956 w 4527226"/>
              <a:gd name="connsiteY29-2414" fmla="*/ 2942709 h 6046908"/>
              <a:gd name="connsiteX30-2415" fmla="*/ 435286 w 4527226"/>
              <a:gd name="connsiteY30-2416" fmla="*/ 2930328 h 6046908"/>
              <a:gd name="connsiteX31-2417" fmla="*/ 389566 w 4527226"/>
              <a:gd name="connsiteY31-2418" fmla="*/ 2930328 h 6046908"/>
              <a:gd name="connsiteX32-2419" fmla="*/ 314000 w 4527226"/>
              <a:gd name="connsiteY32-2420" fmla="*/ 2893495 h 6046908"/>
              <a:gd name="connsiteX33-2421" fmla="*/ 320986 w 4527226"/>
              <a:gd name="connsiteY33-2422" fmla="*/ 2846508 h 6046908"/>
              <a:gd name="connsiteX34-2423" fmla="*/ 328606 w 4527226"/>
              <a:gd name="connsiteY34-2424" fmla="*/ 2793168 h 6046908"/>
              <a:gd name="connsiteX35-2425" fmla="*/ 313366 w 4527226"/>
              <a:gd name="connsiteY35-2426" fmla="*/ 2732208 h 6046908"/>
              <a:gd name="connsiteX36-2427" fmla="*/ 267646 w 4527226"/>
              <a:gd name="connsiteY36-2428" fmla="*/ 2671248 h 6046908"/>
              <a:gd name="connsiteX37-2429" fmla="*/ 176206 w 4527226"/>
              <a:gd name="connsiteY37-2430" fmla="*/ 2656008 h 6046908"/>
              <a:gd name="connsiteX38-2431" fmla="*/ 54286 w 4527226"/>
              <a:gd name="connsiteY38-2432" fmla="*/ 2610288 h 6046908"/>
              <a:gd name="connsiteX39-2433" fmla="*/ 7931 w 4527226"/>
              <a:gd name="connsiteY39-2434" fmla="*/ 2563298 h 6046908"/>
              <a:gd name="connsiteX40-2435" fmla="*/ 8566 w 4527226"/>
              <a:gd name="connsiteY40-2436" fmla="*/ 2488368 h 6046908"/>
              <a:gd name="connsiteX41-2437" fmla="*/ 92386 w 4527226"/>
              <a:gd name="connsiteY41-2438" fmla="*/ 2335968 h 6046908"/>
              <a:gd name="connsiteX42-2439" fmla="*/ 221926 w 4527226"/>
              <a:gd name="connsiteY42-2440" fmla="*/ 2175948 h 6046908"/>
              <a:gd name="connsiteX43-2441" fmla="*/ 282886 w 4527226"/>
              <a:gd name="connsiteY43-2442" fmla="*/ 2084508 h 6046908"/>
              <a:gd name="connsiteX44-2443" fmla="*/ 328606 w 4527226"/>
              <a:gd name="connsiteY44-2444" fmla="*/ 1977828 h 6046908"/>
              <a:gd name="connsiteX45-2445" fmla="*/ 359086 w 4527226"/>
              <a:gd name="connsiteY45-2446" fmla="*/ 1871148 h 6046908"/>
              <a:gd name="connsiteX46-2447" fmla="*/ 374326 w 4527226"/>
              <a:gd name="connsiteY46-2448" fmla="*/ 1810188 h 6046908"/>
              <a:gd name="connsiteX47-2449" fmla="*/ 343846 w 4527226"/>
              <a:gd name="connsiteY47-2450" fmla="*/ 1756848 h 6046908"/>
              <a:gd name="connsiteX48-2451" fmla="*/ 328606 w 4527226"/>
              <a:gd name="connsiteY48-2452" fmla="*/ 1680648 h 6046908"/>
              <a:gd name="connsiteX49-2453" fmla="*/ 412426 w 4527226"/>
              <a:gd name="connsiteY49-2454" fmla="*/ 1474908 h 6046908"/>
              <a:gd name="connsiteX50-2455" fmla="*/ 442906 w 4527226"/>
              <a:gd name="connsiteY50-2456" fmla="*/ 1307268 h 6046908"/>
              <a:gd name="connsiteX51-2457" fmla="*/ 465766 w 4527226"/>
              <a:gd name="connsiteY51-2458" fmla="*/ 1192968 h 6046908"/>
              <a:gd name="connsiteX52-2459" fmla="*/ 503866 w 4527226"/>
              <a:gd name="connsiteY52-2460" fmla="*/ 1055808 h 6046908"/>
              <a:gd name="connsiteX53-2461" fmla="*/ 557206 w 4527226"/>
              <a:gd name="connsiteY53-2462" fmla="*/ 888168 h 6046908"/>
              <a:gd name="connsiteX54-2463" fmla="*/ 503866 w 4527226"/>
              <a:gd name="connsiteY54-2464" fmla="*/ 888168 h 6046908"/>
              <a:gd name="connsiteX55-2465" fmla="*/ 412426 w 4527226"/>
              <a:gd name="connsiteY55-2466" fmla="*/ 834828 h 6046908"/>
              <a:gd name="connsiteX56-2467" fmla="*/ 328606 w 4527226"/>
              <a:gd name="connsiteY56-2468" fmla="*/ 789108 h 6046908"/>
              <a:gd name="connsiteX57-2469" fmla="*/ 260026 w 4527226"/>
              <a:gd name="connsiteY57-2470" fmla="*/ 773868 h 6046908"/>
              <a:gd name="connsiteX58-2471" fmla="*/ 214306 w 4527226"/>
              <a:gd name="connsiteY58-2472" fmla="*/ 751008 h 6046908"/>
              <a:gd name="connsiteX59-2473" fmla="*/ 260026 w 4527226"/>
              <a:gd name="connsiteY59-2474" fmla="*/ 674808 h 6046908"/>
              <a:gd name="connsiteX60-2475" fmla="*/ 374326 w 4527226"/>
              <a:gd name="connsiteY60-2476" fmla="*/ 606228 h 6046908"/>
              <a:gd name="connsiteX61-2477" fmla="*/ 557206 w 4527226"/>
              <a:gd name="connsiteY61-2478" fmla="*/ 507168 h 6046908"/>
              <a:gd name="connsiteX62-2479" fmla="*/ 656266 w 4527226"/>
              <a:gd name="connsiteY62-2480" fmla="*/ 423348 h 6046908"/>
              <a:gd name="connsiteX63-2481" fmla="*/ 892486 w 4527226"/>
              <a:gd name="connsiteY63-2482" fmla="*/ 232848 h 6046908"/>
              <a:gd name="connsiteX64-2483" fmla="*/ 1174426 w 4527226"/>
              <a:gd name="connsiteY64-2484" fmla="*/ 80448 h 6046908"/>
              <a:gd name="connsiteX65-2485" fmla="*/ 1593526 w 4527226"/>
              <a:gd name="connsiteY65-2486" fmla="*/ 11868 h 6046908"/>
              <a:gd name="connsiteX66-2487" fmla="*/ 1944046 w 4527226"/>
              <a:gd name="connsiteY66-2488" fmla="*/ 4248 h 6046908"/>
              <a:gd name="connsiteX67-2489" fmla="*/ 2172646 w 4527226"/>
              <a:gd name="connsiteY67-2490" fmla="*/ 4248 h 6046908"/>
              <a:gd name="connsiteX68-2491" fmla="*/ 2393626 w 4527226"/>
              <a:gd name="connsiteY68-2492" fmla="*/ 57588 h 6046908"/>
              <a:gd name="connsiteX69-2493" fmla="*/ 2667946 w 4527226"/>
              <a:gd name="connsiteY69-2494" fmla="*/ 133788 h 6046908"/>
              <a:gd name="connsiteX70-2495" fmla="*/ 2820346 w 4527226"/>
              <a:gd name="connsiteY70-2496" fmla="*/ 202368 h 6046908"/>
              <a:gd name="connsiteX71-2497" fmla="*/ 3102286 w 4527226"/>
              <a:gd name="connsiteY71-2498" fmla="*/ 400488 h 6046908"/>
              <a:gd name="connsiteX72-2499" fmla="*/ 3285166 w 4527226"/>
              <a:gd name="connsiteY72-2500" fmla="*/ 651948 h 6046908"/>
              <a:gd name="connsiteX73-2501" fmla="*/ 3407086 w 4527226"/>
              <a:gd name="connsiteY73-2502" fmla="*/ 918648 h 6046908"/>
              <a:gd name="connsiteX74-2503" fmla="*/ 3475666 w 4527226"/>
              <a:gd name="connsiteY74-2504" fmla="*/ 1238688 h 6046908"/>
              <a:gd name="connsiteX75-2505" fmla="*/ 3506146 w 4527226"/>
              <a:gd name="connsiteY75-2506" fmla="*/ 1543488 h 6046908"/>
              <a:gd name="connsiteX76-2507" fmla="*/ 3506146 w 4527226"/>
              <a:gd name="connsiteY76-2508" fmla="*/ 1962588 h 6046908"/>
              <a:gd name="connsiteX77-2509" fmla="*/ 3338506 w 4527226"/>
              <a:gd name="connsiteY77-2510" fmla="*/ 2305488 h 6046908"/>
              <a:gd name="connsiteX78-2511" fmla="*/ 3254686 w 4527226"/>
              <a:gd name="connsiteY78-2512" fmla="*/ 2473128 h 6046908"/>
              <a:gd name="connsiteX79-2513" fmla="*/ 3132766 w 4527226"/>
              <a:gd name="connsiteY79-2514" fmla="*/ 2663628 h 6046908"/>
              <a:gd name="connsiteX80-2515" fmla="*/ 3071806 w 4527226"/>
              <a:gd name="connsiteY80-2516" fmla="*/ 2838888 h 6046908"/>
              <a:gd name="connsiteX81-2517" fmla="*/ 3064186 w 4527226"/>
              <a:gd name="connsiteY81-2518" fmla="*/ 2915088 h 6046908"/>
              <a:gd name="connsiteX82-2519" fmla="*/ 3018466 w 4527226"/>
              <a:gd name="connsiteY82-2520" fmla="*/ 3014148 h 6046908"/>
              <a:gd name="connsiteX83-2521" fmla="*/ 2980366 w 4527226"/>
              <a:gd name="connsiteY83-2522" fmla="*/ 3082728 h 6046908"/>
              <a:gd name="connsiteX84-2523" fmla="*/ 2957506 w 4527226"/>
              <a:gd name="connsiteY84-2524" fmla="*/ 3120828 h 6046908"/>
              <a:gd name="connsiteX85-2525" fmla="*/ 2957506 w 4527226"/>
              <a:gd name="connsiteY85-2526" fmla="*/ 3555168 h 6046908"/>
              <a:gd name="connsiteX86-2527" fmla="*/ 3010846 w 4527226"/>
              <a:gd name="connsiteY86-2528" fmla="*/ 3539928 h 6046908"/>
              <a:gd name="connsiteX87-2529" fmla="*/ 3109906 w 4527226"/>
              <a:gd name="connsiteY87-2530" fmla="*/ 3570408 h 6046908"/>
              <a:gd name="connsiteX88-2531" fmla="*/ 3140386 w 4527226"/>
              <a:gd name="connsiteY88-2532" fmla="*/ 3631368 h 6046908"/>
              <a:gd name="connsiteX89-2533" fmla="*/ 3117526 w 4527226"/>
              <a:gd name="connsiteY89-2534" fmla="*/ 3738048 h 6046908"/>
              <a:gd name="connsiteX90-2535" fmla="*/ 3125146 w 4527226"/>
              <a:gd name="connsiteY90-2536" fmla="*/ 4103808 h 6046908"/>
              <a:gd name="connsiteX91-2537" fmla="*/ 3163246 w 4527226"/>
              <a:gd name="connsiteY91-2538" fmla="*/ 4157148 h 6046908"/>
              <a:gd name="connsiteX92-2539" fmla="*/ 3201346 w 4527226"/>
              <a:gd name="connsiteY92-2540" fmla="*/ 4164768 h 6046908"/>
              <a:gd name="connsiteX93-2541" fmla="*/ 3231826 w 4527226"/>
              <a:gd name="connsiteY93-2542" fmla="*/ 4172388 h 6046908"/>
              <a:gd name="connsiteX94-2543" fmla="*/ 3285166 w 4527226"/>
              <a:gd name="connsiteY94-2544" fmla="*/ 4294308 h 6046908"/>
              <a:gd name="connsiteX95-2545" fmla="*/ 3300406 w 4527226"/>
              <a:gd name="connsiteY95-2546" fmla="*/ 4347648 h 6046908"/>
              <a:gd name="connsiteX96-2547" fmla="*/ 3330886 w 4527226"/>
              <a:gd name="connsiteY96-2548" fmla="*/ 4408608 h 6046908"/>
              <a:gd name="connsiteX97-2549" fmla="*/ 3551866 w 4527226"/>
              <a:gd name="connsiteY97-2550" fmla="*/ 4644828 h 6046908"/>
              <a:gd name="connsiteX98-2551" fmla="*/ 3887146 w 4527226"/>
              <a:gd name="connsiteY98-2552" fmla="*/ 5025828 h 6046908"/>
              <a:gd name="connsiteX99-2553" fmla="*/ 4100506 w 4527226"/>
              <a:gd name="connsiteY99-2554" fmla="*/ 5300148 h 6046908"/>
              <a:gd name="connsiteX100-2555" fmla="*/ 4367206 w 4527226"/>
              <a:gd name="connsiteY100-2556" fmla="*/ 5726868 h 6046908"/>
              <a:gd name="connsiteX101-2557" fmla="*/ 4527226 w 4527226"/>
              <a:gd name="connsiteY101-2558" fmla="*/ 6046908 h 6046908"/>
              <a:gd name="connsiteX0-2559" fmla="*/ 511486 w 4527226"/>
              <a:gd name="connsiteY0-2560" fmla="*/ 5612568 h 6046908"/>
              <a:gd name="connsiteX1-2561" fmla="*/ 541966 w 4527226"/>
              <a:gd name="connsiteY1-2562" fmla="*/ 5521128 h 6046908"/>
              <a:gd name="connsiteX2-2563" fmla="*/ 564826 w 4527226"/>
              <a:gd name="connsiteY2-2564" fmla="*/ 5353488 h 6046908"/>
              <a:gd name="connsiteX3-2565" fmla="*/ 602926 w 4527226"/>
              <a:gd name="connsiteY3-2566" fmla="*/ 5223948 h 6046908"/>
              <a:gd name="connsiteX4-2567" fmla="*/ 625786 w 4527226"/>
              <a:gd name="connsiteY4-2568" fmla="*/ 5178228 h 6046908"/>
              <a:gd name="connsiteX5-2569" fmla="*/ 701986 w 4527226"/>
              <a:gd name="connsiteY5-2570" fmla="*/ 5071548 h 6046908"/>
              <a:gd name="connsiteX6-2571" fmla="*/ 717226 w 4527226"/>
              <a:gd name="connsiteY6-2572" fmla="*/ 5063928 h 6046908"/>
              <a:gd name="connsiteX7-2573" fmla="*/ 709606 w 4527226"/>
              <a:gd name="connsiteY7-2574" fmla="*/ 5025828 h 6046908"/>
              <a:gd name="connsiteX8-2575" fmla="*/ 701986 w 4527226"/>
              <a:gd name="connsiteY8-2576" fmla="*/ 5002968 h 6046908"/>
              <a:gd name="connsiteX9-2577" fmla="*/ 968686 w 4527226"/>
              <a:gd name="connsiteY9-2578" fmla="*/ 4682928 h 6046908"/>
              <a:gd name="connsiteX10-2579" fmla="*/ 961066 w 4527226"/>
              <a:gd name="connsiteY10-2580" fmla="*/ 4644828 h 6046908"/>
              <a:gd name="connsiteX11-2581" fmla="*/ 1342066 w 4527226"/>
              <a:gd name="connsiteY11-2582" fmla="*/ 4172388 h 6046908"/>
              <a:gd name="connsiteX12-2583" fmla="*/ 1258246 w 4527226"/>
              <a:gd name="connsiteY12-2584" fmla="*/ 4012368 h 6046908"/>
              <a:gd name="connsiteX13-2585" fmla="*/ 1204906 w 4527226"/>
              <a:gd name="connsiteY13-2586" fmla="*/ 3928548 h 6046908"/>
              <a:gd name="connsiteX14-2587" fmla="*/ 1174426 w 4527226"/>
              <a:gd name="connsiteY14-2588" fmla="*/ 3768528 h 6046908"/>
              <a:gd name="connsiteX15-2589" fmla="*/ 1151566 w 4527226"/>
              <a:gd name="connsiteY15-2590" fmla="*/ 3699948 h 6046908"/>
              <a:gd name="connsiteX16-2591" fmla="*/ 1143946 w 4527226"/>
              <a:gd name="connsiteY16-2592" fmla="*/ 3669468 h 6046908"/>
              <a:gd name="connsiteX17-2593" fmla="*/ 1067746 w 4527226"/>
              <a:gd name="connsiteY17-2594" fmla="*/ 3661848 h 6046908"/>
              <a:gd name="connsiteX18-2595" fmla="*/ 938206 w 4527226"/>
              <a:gd name="connsiteY18-2596" fmla="*/ 3669468 h 6046908"/>
              <a:gd name="connsiteX19-2597" fmla="*/ 831526 w 4527226"/>
              <a:gd name="connsiteY19-2598" fmla="*/ 3692328 h 6046908"/>
              <a:gd name="connsiteX20-2599" fmla="*/ 610546 w 4527226"/>
              <a:gd name="connsiteY20-2600" fmla="*/ 3738048 h 6046908"/>
              <a:gd name="connsiteX21-2601" fmla="*/ 389566 w 4527226"/>
              <a:gd name="connsiteY21-2602" fmla="*/ 3638988 h 6046908"/>
              <a:gd name="connsiteX22-2603" fmla="*/ 381946 w 4527226"/>
              <a:gd name="connsiteY22-2604" fmla="*/ 3326568 h 6046908"/>
              <a:gd name="connsiteX23-2605" fmla="*/ 420046 w 4527226"/>
              <a:gd name="connsiteY23-2606" fmla="*/ 3227508 h 6046908"/>
              <a:gd name="connsiteX24-2607" fmla="*/ 389566 w 4527226"/>
              <a:gd name="connsiteY24-2608" fmla="*/ 3166548 h 6046908"/>
              <a:gd name="connsiteX25-2609" fmla="*/ 351466 w 4527226"/>
              <a:gd name="connsiteY25-2610" fmla="*/ 3105588 h 6046908"/>
              <a:gd name="connsiteX26-2611" fmla="*/ 397186 w 4527226"/>
              <a:gd name="connsiteY26-2612" fmla="*/ 3021768 h 6046908"/>
              <a:gd name="connsiteX27-2613" fmla="*/ 488626 w 4527226"/>
              <a:gd name="connsiteY27-2614" fmla="*/ 2998908 h 6046908"/>
              <a:gd name="connsiteX28-2615" fmla="*/ 471956 w 4527226"/>
              <a:gd name="connsiteY28-2616" fmla="*/ 2942709 h 6046908"/>
              <a:gd name="connsiteX29-2617" fmla="*/ 435286 w 4527226"/>
              <a:gd name="connsiteY29-2618" fmla="*/ 2930328 h 6046908"/>
              <a:gd name="connsiteX30-2619" fmla="*/ 389566 w 4527226"/>
              <a:gd name="connsiteY30-2620" fmla="*/ 2930328 h 6046908"/>
              <a:gd name="connsiteX31-2621" fmla="*/ 314000 w 4527226"/>
              <a:gd name="connsiteY31-2622" fmla="*/ 2893495 h 6046908"/>
              <a:gd name="connsiteX32-2623" fmla="*/ 320986 w 4527226"/>
              <a:gd name="connsiteY32-2624" fmla="*/ 2846508 h 6046908"/>
              <a:gd name="connsiteX33-2625" fmla="*/ 328606 w 4527226"/>
              <a:gd name="connsiteY33-2626" fmla="*/ 2793168 h 6046908"/>
              <a:gd name="connsiteX34-2627" fmla="*/ 313366 w 4527226"/>
              <a:gd name="connsiteY34-2628" fmla="*/ 2732208 h 6046908"/>
              <a:gd name="connsiteX35-2629" fmla="*/ 267646 w 4527226"/>
              <a:gd name="connsiteY35-2630" fmla="*/ 2671248 h 6046908"/>
              <a:gd name="connsiteX36-2631" fmla="*/ 176206 w 4527226"/>
              <a:gd name="connsiteY36-2632" fmla="*/ 2656008 h 6046908"/>
              <a:gd name="connsiteX37-2633" fmla="*/ 54286 w 4527226"/>
              <a:gd name="connsiteY37-2634" fmla="*/ 2610288 h 6046908"/>
              <a:gd name="connsiteX38-2635" fmla="*/ 7931 w 4527226"/>
              <a:gd name="connsiteY38-2636" fmla="*/ 2563298 h 6046908"/>
              <a:gd name="connsiteX39-2637" fmla="*/ 8566 w 4527226"/>
              <a:gd name="connsiteY39-2638" fmla="*/ 2488368 h 6046908"/>
              <a:gd name="connsiteX40-2639" fmla="*/ 92386 w 4527226"/>
              <a:gd name="connsiteY40-2640" fmla="*/ 2335968 h 6046908"/>
              <a:gd name="connsiteX41-2641" fmla="*/ 221926 w 4527226"/>
              <a:gd name="connsiteY41-2642" fmla="*/ 2175948 h 6046908"/>
              <a:gd name="connsiteX42-2643" fmla="*/ 282886 w 4527226"/>
              <a:gd name="connsiteY42-2644" fmla="*/ 2084508 h 6046908"/>
              <a:gd name="connsiteX43-2645" fmla="*/ 328606 w 4527226"/>
              <a:gd name="connsiteY43-2646" fmla="*/ 1977828 h 6046908"/>
              <a:gd name="connsiteX44-2647" fmla="*/ 359086 w 4527226"/>
              <a:gd name="connsiteY44-2648" fmla="*/ 1871148 h 6046908"/>
              <a:gd name="connsiteX45-2649" fmla="*/ 374326 w 4527226"/>
              <a:gd name="connsiteY45-2650" fmla="*/ 1810188 h 6046908"/>
              <a:gd name="connsiteX46-2651" fmla="*/ 343846 w 4527226"/>
              <a:gd name="connsiteY46-2652" fmla="*/ 1756848 h 6046908"/>
              <a:gd name="connsiteX47-2653" fmla="*/ 328606 w 4527226"/>
              <a:gd name="connsiteY47-2654" fmla="*/ 1680648 h 6046908"/>
              <a:gd name="connsiteX48-2655" fmla="*/ 412426 w 4527226"/>
              <a:gd name="connsiteY48-2656" fmla="*/ 1474908 h 6046908"/>
              <a:gd name="connsiteX49-2657" fmla="*/ 442906 w 4527226"/>
              <a:gd name="connsiteY49-2658" fmla="*/ 1307268 h 6046908"/>
              <a:gd name="connsiteX50-2659" fmla="*/ 465766 w 4527226"/>
              <a:gd name="connsiteY50-2660" fmla="*/ 1192968 h 6046908"/>
              <a:gd name="connsiteX51-2661" fmla="*/ 503866 w 4527226"/>
              <a:gd name="connsiteY51-2662" fmla="*/ 1055808 h 6046908"/>
              <a:gd name="connsiteX52-2663" fmla="*/ 557206 w 4527226"/>
              <a:gd name="connsiteY52-2664" fmla="*/ 888168 h 6046908"/>
              <a:gd name="connsiteX53-2665" fmla="*/ 503866 w 4527226"/>
              <a:gd name="connsiteY53-2666" fmla="*/ 888168 h 6046908"/>
              <a:gd name="connsiteX54-2667" fmla="*/ 412426 w 4527226"/>
              <a:gd name="connsiteY54-2668" fmla="*/ 834828 h 6046908"/>
              <a:gd name="connsiteX55-2669" fmla="*/ 328606 w 4527226"/>
              <a:gd name="connsiteY55-2670" fmla="*/ 789108 h 6046908"/>
              <a:gd name="connsiteX56-2671" fmla="*/ 260026 w 4527226"/>
              <a:gd name="connsiteY56-2672" fmla="*/ 773868 h 6046908"/>
              <a:gd name="connsiteX57-2673" fmla="*/ 214306 w 4527226"/>
              <a:gd name="connsiteY57-2674" fmla="*/ 751008 h 6046908"/>
              <a:gd name="connsiteX58-2675" fmla="*/ 260026 w 4527226"/>
              <a:gd name="connsiteY58-2676" fmla="*/ 674808 h 6046908"/>
              <a:gd name="connsiteX59-2677" fmla="*/ 374326 w 4527226"/>
              <a:gd name="connsiteY59-2678" fmla="*/ 606228 h 6046908"/>
              <a:gd name="connsiteX60-2679" fmla="*/ 557206 w 4527226"/>
              <a:gd name="connsiteY60-2680" fmla="*/ 507168 h 6046908"/>
              <a:gd name="connsiteX61-2681" fmla="*/ 656266 w 4527226"/>
              <a:gd name="connsiteY61-2682" fmla="*/ 423348 h 6046908"/>
              <a:gd name="connsiteX62-2683" fmla="*/ 892486 w 4527226"/>
              <a:gd name="connsiteY62-2684" fmla="*/ 232848 h 6046908"/>
              <a:gd name="connsiteX63-2685" fmla="*/ 1174426 w 4527226"/>
              <a:gd name="connsiteY63-2686" fmla="*/ 80448 h 6046908"/>
              <a:gd name="connsiteX64-2687" fmla="*/ 1593526 w 4527226"/>
              <a:gd name="connsiteY64-2688" fmla="*/ 11868 h 6046908"/>
              <a:gd name="connsiteX65-2689" fmla="*/ 1944046 w 4527226"/>
              <a:gd name="connsiteY65-2690" fmla="*/ 4248 h 6046908"/>
              <a:gd name="connsiteX66-2691" fmla="*/ 2172646 w 4527226"/>
              <a:gd name="connsiteY66-2692" fmla="*/ 4248 h 6046908"/>
              <a:gd name="connsiteX67-2693" fmla="*/ 2393626 w 4527226"/>
              <a:gd name="connsiteY67-2694" fmla="*/ 57588 h 6046908"/>
              <a:gd name="connsiteX68-2695" fmla="*/ 2667946 w 4527226"/>
              <a:gd name="connsiteY68-2696" fmla="*/ 133788 h 6046908"/>
              <a:gd name="connsiteX69-2697" fmla="*/ 2820346 w 4527226"/>
              <a:gd name="connsiteY69-2698" fmla="*/ 202368 h 6046908"/>
              <a:gd name="connsiteX70-2699" fmla="*/ 3102286 w 4527226"/>
              <a:gd name="connsiteY70-2700" fmla="*/ 400488 h 6046908"/>
              <a:gd name="connsiteX71-2701" fmla="*/ 3285166 w 4527226"/>
              <a:gd name="connsiteY71-2702" fmla="*/ 651948 h 6046908"/>
              <a:gd name="connsiteX72-2703" fmla="*/ 3407086 w 4527226"/>
              <a:gd name="connsiteY72-2704" fmla="*/ 918648 h 6046908"/>
              <a:gd name="connsiteX73-2705" fmla="*/ 3475666 w 4527226"/>
              <a:gd name="connsiteY73-2706" fmla="*/ 1238688 h 6046908"/>
              <a:gd name="connsiteX74-2707" fmla="*/ 3506146 w 4527226"/>
              <a:gd name="connsiteY74-2708" fmla="*/ 1543488 h 6046908"/>
              <a:gd name="connsiteX75-2709" fmla="*/ 3506146 w 4527226"/>
              <a:gd name="connsiteY75-2710" fmla="*/ 1962588 h 6046908"/>
              <a:gd name="connsiteX76-2711" fmla="*/ 3338506 w 4527226"/>
              <a:gd name="connsiteY76-2712" fmla="*/ 2305488 h 6046908"/>
              <a:gd name="connsiteX77-2713" fmla="*/ 3254686 w 4527226"/>
              <a:gd name="connsiteY77-2714" fmla="*/ 2473128 h 6046908"/>
              <a:gd name="connsiteX78-2715" fmla="*/ 3132766 w 4527226"/>
              <a:gd name="connsiteY78-2716" fmla="*/ 2663628 h 6046908"/>
              <a:gd name="connsiteX79-2717" fmla="*/ 3071806 w 4527226"/>
              <a:gd name="connsiteY79-2718" fmla="*/ 2838888 h 6046908"/>
              <a:gd name="connsiteX80-2719" fmla="*/ 3064186 w 4527226"/>
              <a:gd name="connsiteY80-2720" fmla="*/ 2915088 h 6046908"/>
              <a:gd name="connsiteX81-2721" fmla="*/ 3018466 w 4527226"/>
              <a:gd name="connsiteY81-2722" fmla="*/ 3014148 h 6046908"/>
              <a:gd name="connsiteX82-2723" fmla="*/ 2980366 w 4527226"/>
              <a:gd name="connsiteY82-2724" fmla="*/ 3082728 h 6046908"/>
              <a:gd name="connsiteX83-2725" fmla="*/ 2957506 w 4527226"/>
              <a:gd name="connsiteY83-2726" fmla="*/ 3120828 h 6046908"/>
              <a:gd name="connsiteX84-2727" fmla="*/ 2957506 w 4527226"/>
              <a:gd name="connsiteY84-2728" fmla="*/ 3555168 h 6046908"/>
              <a:gd name="connsiteX85-2729" fmla="*/ 3010846 w 4527226"/>
              <a:gd name="connsiteY85-2730" fmla="*/ 3539928 h 6046908"/>
              <a:gd name="connsiteX86-2731" fmla="*/ 3109906 w 4527226"/>
              <a:gd name="connsiteY86-2732" fmla="*/ 3570408 h 6046908"/>
              <a:gd name="connsiteX87-2733" fmla="*/ 3140386 w 4527226"/>
              <a:gd name="connsiteY87-2734" fmla="*/ 3631368 h 6046908"/>
              <a:gd name="connsiteX88-2735" fmla="*/ 3117526 w 4527226"/>
              <a:gd name="connsiteY88-2736" fmla="*/ 3738048 h 6046908"/>
              <a:gd name="connsiteX89-2737" fmla="*/ 3125146 w 4527226"/>
              <a:gd name="connsiteY89-2738" fmla="*/ 4103808 h 6046908"/>
              <a:gd name="connsiteX90-2739" fmla="*/ 3163246 w 4527226"/>
              <a:gd name="connsiteY90-2740" fmla="*/ 4157148 h 6046908"/>
              <a:gd name="connsiteX91-2741" fmla="*/ 3201346 w 4527226"/>
              <a:gd name="connsiteY91-2742" fmla="*/ 4164768 h 6046908"/>
              <a:gd name="connsiteX92-2743" fmla="*/ 3231826 w 4527226"/>
              <a:gd name="connsiteY92-2744" fmla="*/ 4172388 h 6046908"/>
              <a:gd name="connsiteX93-2745" fmla="*/ 3285166 w 4527226"/>
              <a:gd name="connsiteY93-2746" fmla="*/ 4294308 h 6046908"/>
              <a:gd name="connsiteX94-2747" fmla="*/ 3300406 w 4527226"/>
              <a:gd name="connsiteY94-2748" fmla="*/ 4347648 h 6046908"/>
              <a:gd name="connsiteX95-2749" fmla="*/ 3330886 w 4527226"/>
              <a:gd name="connsiteY95-2750" fmla="*/ 4408608 h 6046908"/>
              <a:gd name="connsiteX96-2751" fmla="*/ 3551866 w 4527226"/>
              <a:gd name="connsiteY96-2752" fmla="*/ 4644828 h 6046908"/>
              <a:gd name="connsiteX97-2753" fmla="*/ 3887146 w 4527226"/>
              <a:gd name="connsiteY97-2754" fmla="*/ 5025828 h 6046908"/>
              <a:gd name="connsiteX98-2755" fmla="*/ 4100506 w 4527226"/>
              <a:gd name="connsiteY98-2756" fmla="*/ 5300148 h 6046908"/>
              <a:gd name="connsiteX99-2757" fmla="*/ 4367206 w 4527226"/>
              <a:gd name="connsiteY99-2758" fmla="*/ 5726868 h 6046908"/>
              <a:gd name="connsiteX100-2759" fmla="*/ 4527226 w 4527226"/>
              <a:gd name="connsiteY100-2760" fmla="*/ 6046908 h 6046908"/>
              <a:gd name="connsiteX0-2761" fmla="*/ 541966 w 4527226"/>
              <a:gd name="connsiteY0-2762" fmla="*/ 5521128 h 6046908"/>
              <a:gd name="connsiteX1-2763" fmla="*/ 564826 w 4527226"/>
              <a:gd name="connsiteY1-2764" fmla="*/ 5353488 h 6046908"/>
              <a:gd name="connsiteX2-2765" fmla="*/ 602926 w 4527226"/>
              <a:gd name="connsiteY2-2766" fmla="*/ 5223948 h 6046908"/>
              <a:gd name="connsiteX3-2767" fmla="*/ 625786 w 4527226"/>
              <a:gd name="connsiteY3-2768" fmla="*/ 5178228 h 6046908"/>
              <a:gd name="connsiteX4-2769" fmla="*/ 701986 w 4527226"/>
              <a:gd name="connsiteY4-2770" fmla="*/ 5071548 h 6046908"/>
              <a:gd name="connsiteX5-2771" fmla="*/ 717226 w 4527226"/>
              <a:gd name="connsiteY5-2772" fmla="*/ 5063928 h 6046908"/>
              <a:gd name="connsiteX6-2773" fmla="*/ 709606 w 4527226"/>
              <a:gd name="connsiteY6-2774" fmla="*/ 5025828 h 6046908"/>
              <a:gd name="connsiteX7-2775" fmla="*/ 701986 w 4527226"/>
              <a:gd name="connsiteY7-2776" fmla="*/ 5002968 h 6046908"/>
              <a:gd name="connsiteX8-2777" fmla="*/ 968686 w 4527226"/>
              <a:gd name="connsiteY8-2778" fmla="*/ 4682928 h 6046908"/>
              <a:gd name="connsiteX9-2779" fmla="*/ 961066 w 4527226"/>
              <a:gd name="connsiteY9-2780" fmla="*/ 4644828 h 6046908"/>
              <a:gd name="connsiteX10-2781" fmla="*/ 1342066 w 4527226"/>
              <a:gd name="connsiteY10-2782" fmla="*/ 4172388 h 6046908"/>
              <a:gd name="connsiteX11-2783" fmla="*/ 1258246 w 4527226"/>
              <a:gd name="connsiteY11-2784" fmla="*/ 4012368 h 6046908"/>
              <a:gd name="connsiteX12-2785" fmla="*/ 1204906 w 4527226"/>
              <a:gd name="connsiteY12-2786" fmla="*/ 3928548 h 6046908"/>
              <a:gd name="connsiteX13-2787" fmla="*/ 1174426 w 4527226"/>
              <a:gd name="connsiteY13-2788" fmla="*/ 3768528 h 6046908"/>
              <a:gd name="connsiteX14-2789" fmla="*/ 1151566 w 4527226"/>
              <a:gd name="connsiteY14-2790" fmla="*/ 3699948 h 6046908"/>
              <a:gd name="connsiteX15-2791" fmla="*/ 1143946 w 4527226"/>
              <a:gd name="connsiteY15-2792" fmla="*/ 3669468 h 6046908"/>
              <a:gd name="connsiteX16-2793" fmla="*/ 1067746 w 4527226"/>
              <a:gd name="connsiteY16-2794" fmla="*/ 3661848 h 6046908"/>
              <a:gd name="connsiteX17-2795" fmla="*/ 938206 w 4527226"/>
              <a:gd name="connsiteY17-2796" fmla="*/ 3669468 h 6046908"/>
              <a:gd name="connsiteX18-2797" fmla="*/ 831526 w 4527226"/>
              <a:gd name="connsiteY18-2798" fmla="*/ 3692328 h 6046908"/>
              <a:gd name="connsiteX19-2799" fmla="*/ 610546 w 4527226"/>
              <a:gd name="connsiteY19-2800" fmla="*/ 3738048 h 6046908"/>
              <a:gd name="connsiteX20-2801" fmla="*/ 389566 w 4527226"/>
              <a:gd name="connsiteY20-2802" fmla="*/ 3638988 h 6046908"/>
              <a:gd name="connsiteX21-2803" fmla="*/ 381946 w 4527226"/>
              <a:gd name="connsiteY21-2804" fmla="*/ 3326568 h 6046908"/>
              <a:gd name="connsiteX22-2805" fmla="*/ 420046 w 4527226"/>
              <a:gd name="connsiteY22-2806" fmla="*/ 3227508 h 6046908"/>
              <a:gd name="connsiteX23-2807" fmla="*/ 389566 w 4527226"/>
              <a:gd name="connsiteY23-2808" fmla="*/ 3166548 h 6046908"/>
              <a:gd name="connsiteX24-2809" fmla="*/ 351466 w 4527226"/>
              <a:gd name="connsiteY24-2810" fmla="*/ 3105588 h 6046908"/>
              <a:gd name="connsiteX25-2811" fmla="*/ 397186 w 4527226"/>
              <a:gd name="connsiteY25-2812" fmla="*/ 3021768 h 6046908"/>
              <a:gd name="connsiteX26-2813" fmla="*/ 488626 w 4527226"/>
              <a:gd name="connsiteY26-2814" fmla="*/ 2998908 h 6046908"/>
              <a:gd name="connsiteX27-2815" fmla="*/ 471956 w 4527226"/>
              <a:gd name="connsiteY27-2816" fmla="*/ 2942709 h 6046908"/>
              <a:gd name="connsiteX28-2817" fmla="*/ 435286 w 4527226"/>
              <a:gd name="connsiteY28-2818" fmla="*/ 2930328 h 6046908"/>
              <a:gd name="connsiteX29-2819" fmla="*/ 389566 w 4527226"/>
              <a:gd name="connsiteY29-2820" fmla="*/ 2930328 h 6046908"/>
              <a:gd name="connsiteX30-2821" fmla="*/ 314000 w 4527226"/>
              <a:gd name="connsiteY30-2822" fmla="*/ 2893495 h 6046908"/>
              <a:gd name="connsiteX31-2823" fmla="*/ 320986 w 4527226"/>
              <a:gd name="connsiteY31-2824" fmla="*/ 2846508 h 6046908"/>
              <a:gd name="connsiteX32-2825" fmla="*/ 328606 w 4527226"/>
              <a:gd name="connsiteY32-2826" fmla="*/ 2793168 h 6046908"/>
              <a:gd name="connsiteX33-2827" fmla="*/ 313366 w 4527226"/>
              <a:gd name="connsiteY33-2828" fmla="*/ 2732208 h 6046908"/>
              <a:gd name="connsiteX34-2829" fmla="*/ 267646 w 4527226"/>
              <a:gd name="connsiteY34-2830" fmla="*/ 2671248 h 6046908"/>
              <a:gd name="connsiteX35-2831" fmla="*/ 176206 w 4527226"/>
              <a:gd name="connsiteY35-2832" fmla="*/ 2656008 h 6046908"/>
              <a:gd name="connsiteX36-2833" fmla="*/ 54286 w 4527226"/>
              <a:gd name="connsiteY36-2834" fmla="*/ 2610288 h 6046908"/>
              <a:gd name="connsiteX37-2835" fmla="*/ 7931 w 4527226"/>
              <a:gd name="connsiteY37-2836" fmla="*/ 2563298 h 6046908"/>
              <a:gd name="connsiteX38-2837" fmla="*/ 8566 w 4527226"/>
              <a:gd name="connsiteY38-2838" fmla="*/ 2488368 h 6046908"/>
              <a:gd name="connsiteX39-2839" fmla="*/ 92386 w 4527226"/>
              <a:gd name="connsiteY39-2840" fmla="*/ 2335968 h 6046908"/>
              <a:gd name="connsiteX40-2841" fmla="*/ 221926 w 4527226"/>
              <a:gd name="connsiteY40-2842" fmla="*/ 2175948 h 6046908"/>
              <a:gd name="connsiteX41-2843" fmla="*/ 282886 w 4527226"/>
              <a:gd name="connsiteY41-2844" fmla="*/ 2084508 h 6046908"/>
              <a:gd name="connsiteX42-2845" fmla="*/ 328606 w 4527226"/>
              <a:gd name="connsiteY42-2846" fmla="*/ 1977828 h 6046908"/>
              <a:gd name="connsiteX43-2847" fmla="*/ 359086 w 4527226"/>
              <a:gd name="connsiteY43-2848" fmla="*/ 1871148 h 6046908"/>
              <a:gd name="connsiteX44-2849" fmla="*/ 374326 w 4527226"/>
              <a:gd name="connsiteY44-2850" fmla="*/ 1810188 h 6046908"/>
              <a:gd name="connsiteX45-2851" fmla="*/ 343846 w 4527226"/>
              <a:gd name="connsiteY45-2852" fmla="*/ 1756848 h 6046908"/>
              <a:gd name="connsiteX46-2853" fmla="*/ 328606 w 4527226"/>
              <a:gd name="connsiteY46-2854" fmla="*/ 1680648 h 6046908"/>
              <a:gd name="connsiteX47-2855" fmla="*/ 412426 w 4527226"/>
              <a:gd name="connsiteY47-2856" fmla="*/ 1474908 h 6046908"/>
              <a:gd name="connsiteX48-2857" fmla="*/ 442906 w 4527226"/>
              <a:gd name="connsiteY48-2858" fmla="*/ 1307268 h 6046908"/>
              <a:gd name="connsiteX49-2859" fmla="*/ 465766 w 4527226"/>
              <a:gd name="connsiteY49-2860" fmla="*/ 1192968 h 6046908"/>
              <a:gd name="connsiteX50-2861" fmla="*/ 503866 w 4527226"/>
              <a:gd name="connsiteY50-2862" fmla="*/ 1055808 h 6046908"/>
              <a:gd name="connsiteX51-2863" fmla="*/ 557206 w 4527226"/>
              <a:gd name="connsiteY51-2864" fmla="*/ 888168 h 6046908"/>
              <a:gd name="connsiteX52-2865" fmla="*/ 503866 w 4527226"/>
              <a:gd name="connsiteY52-2866" fmla="*/ 888168 h 6046908"/>
              <a:gd name="connsiteX53-2867" fmla="*/ 412426 w 4527226"/>
              <a:gd name="connsiteY53-2868" fmla="*/ 834828 h 6046908"/>
              <a:gd name="connsiteX54-2869" fmla="*/ 328606 w 4527226"/>
              <a:gd name="connsiteY54-2870" fmla="*/ 789108 h 6046908"/>
              <a:gd name="connsiteX55-2871" fmla="*/ 260026 w 4527226"/>
              <a:gd name="connsiteY55-2872" fmla="*/ 773868 h 6046908"/>
              <a:gd name="connsiteX56-2873" fmla="*/ 214306 w 4527226"/>
              <a:gd name="connsiteY56-2874" fmla="*/ 751008 h 6046908"/>
              <a:gd name="connsiteX57-2875" fmla="*/ 260026 w 4527226"/>
              <a:gd name="connsiteY57-2876" fmla="*/ 674808 h 6046908"/>
              <a:gd name="connsiteX58-2877" fmla="*/ 374326 w 4527226"/>
              <a:gd name="connsiteY58-2878" fmla="*/ 606228 h 6046908"/>
              <a:gd name="connsiteX59-2879" fmla="*/ 557206 w 4527226"/>
              <a:gd name="connsiteY59-2880" fmla="*/ 507168 h 6046908"/>
              <a:gd name="connsiteX60-2881" fmla="*/ 656266 w 4527226"/>
              <a:gd name="connsiteY60-2882" fmla="*/ 423348 h 6046908"/>
              <a:gd name="connsiteX61-2883" fmla="*/ 892486 w 4527226"/>
              <a:gd name="connsiteY61-2884" fmla="*/ 232848 h 6046908"/>
              <a:gd name="connsiteX62-2885" fmla="*/ 1174426 w 4527226"/>
              <a:gd name="connsiteY62-2886" fmla="*/ 80448 h 6046908"/>
              <a:gd name="connsiteX63-2887" fmla="*/ 1593526 w 4527226"/>
              <a:gd name="connsiteY63-2888" fmla="*/ 11868 h 6046908"/>
              <a:gd name="connsiteX64-2889" fmla="*/ 1944046 w 4527226"/>
              <a:gd name="connsiteY64-2890" fmla="*/ 4248 h 6046908"/>
              <a:gd name="connsiteX65-2891" fmla="*/ 2172646 w 4527226"/>
              <a:gd name="connsiteY65-2892" fmla="*/ 4248 h 6046908"/>
              <a:gd name="connsiteX66-2893" fmla="*/ 2393626 w 4527226"/>
              <a:gd name="connsiteY66-2894" fmla="*/ 57588 h 6046908"/>
              <a:gd name="connsiteX67-2895" fmla="*/ 2667946 w 4527226"/>
              <a:gd name="connsiteY67-2896" fmla="*/ 133788 h 6046908"/>
              <a:gd name="connsiteX68-2897" fmla="*/ 2820346 w 4527226"/>
              <a:gd name="connsiteY68-2898" fmla="*/ 202368 h 6046908"/>
              <a:gd name="connsiteX69-2899" fmla="*/ 3102286 w 4527226"/>
              <a:gd name="connsiteY69-2900" fmla="*/ 400488 h 6046908"/>
              <a:gd name="connsiteX70-2901" fmla="*/ 3285166 w 4527226"/>
              <a:gd name="connsiteY70-2902" fmla="*/ 651948 h 6046908"/>
              <a:gd name="connsiteX71-2903" fmla="*/ 3407086 w 4527226"/>
              <a:gd name="connsiteY71-2904" fmla="*/ 918648 h 6046908"/>
              <a:gd name="connsiteX72-2905" fmla="*/ 3475666 w 4527226"/>
              <a:gd name="connsiteY72-2906" fmla="*/ 1238688 h 6046908"/>
              <a:gd name="connsiteX73-2907" fmla="*/ 3506146 w 4527226"/>
              <a:gd name="connsiteY73-2908" fmla="*/ 1543488 h 6046908"/>
              <a:gd name="connsiteX74-2909" fmla="*/ 3506146 w 4527226"/>
              <a:gd name="connsiteY74-2910" fmla="*/ 1962588 h 6046908"/>
              <a:gd name="connsiteX75-2911" fmla="*/ 3338506 w 4527226"/>
              <a:gd name="connsiteY75-2912" fmla="*/ 2305488 h 6046908"/>
              <a:gd name="connsiteX76-2913" fmla="*/ 3254686 w 4527226"/>
              <a:gd name="connsiteY76-2914" fmla="*/ 2473128 h 6046908"/>
              <a:gd name="connsiteX77-2915" fmla="*/ 3132766 w 4527226"/>
              <a:gd name="connsiteY77-2916" fmla="*/ 2663628 h 6046908"/>
              <a:gd name="connsiteX78-2917" fmla="*/ 3071806 w 4527226"/>
              <a:gd name="connsiteY78-2918" fmla="*/ 2838888 h 6046908"/>
              <a:gd name="connsiteX79-2919" fmla="*/ 3064186 w 4527226"/>
              <a:gd name="connsiteY79-2920" fmla="*/ 2915088 h 6046908"/>
              <a:gd name="connsiteX80-2921" fmla="*/ 3018466 w 4527226"/>
              <a:gd name="connsiteY80-2922" fmla="*/ 3014148 h 6046908"/>
              <a:gd name="connsiteX81-2923" fmla="*/ 2980366 w 4527226"/>
              <a:gd name="connsiteY81-2924" fmla="*/ 3082728 h 6046908"/>
              <a:gd name="connsiteX82-2925" fmla="*/ 2957506 w 4527226"/>
              <a:gd name="connsiteY82-2926" fmla="*/ 3120828 h 6046908"/>
              <a:gd name="connsiteX83-2927" fmla="*/ 2957506 w 4527226"/>
              <a:gd name="connsiteY83-2928" fmla="*/ 3555168 h 6046908"/>
              <a:gd name="connsiteX84-2929" fmla="*/ 3010846 w 4527226"/>
              <a:gd name="connsiteY84-2930" fmla="*/ 3539928 h 6046908"/>
              <a:gd name="connsiteX85-2931" fmla="*/ 3109906 w 4527226"/>
              <a:gd name="connsiteY85-2932" fmla="*/ 3570408 h 6046908"/>
              <a:gd name="connsiteX86-2933" fmla="*/ 3140386 w 4527226"/>
              <a:gd name="connsiteY86-2934" fmla="*/ 3631368 h 6046908"/>
              <a:gd name="connsiteX87-2935" fmla="*/ 3117526 w 4527226"/>
              <a:gd name="connsiteY87-2936" fmla="*/ 3738048 h 6046908"/>
              <a:gd name="connsiteX88-2937" fmla="*/ 3125146 w 4527226"/>
              <a:gd name="connsiteY88-2938" fmla="*/ 4103808 h 6046908"/>
              <a:gd name="connsiteX89-2939" fmla="*/ 3163246 w 4527226"/>
              <a:gd name="connsiteY89-2940" fmla="*/ 4157148 h 6046908"/>
              <a:gd name="connsiteX90-2941" fmla="*/ 3201346 w 4527226"/>
              <a:gd name="connsiteY90-2942" fmla="*/ 4164768 h 6046908"/>
              <a:gd name="connsiteX91-2943" fmla="*/ 3231826 w 4527226"/>
              <a:gd name="connsiteY91-2944" fmla="*/ 4172388 h 6046908"/>
              <a:gd name="connsiteX92-2945" fmla="*/ 3285166 w 4527226"/>
              <a:gd name="connsiteY92-2946" fmla="*/ 4294308 h 6046908"/>
              <a:gd name="connsiteX93-2947" fmla="*/ 3300406 w 4527226"/>
              <a:gd name="connsiteY93-2948" fmla="*/ 4347648 h 6046908"/>
              <a:gd name="connsiteX94-2949" fmla="*/ 3330886 w 4527226"/>
              <a:gd name="connsiteY94-2950" fmla="*/ 4408608 h 6046908"/>
              <a:gd name="connsiteX95-2951" fmla="*/ 3551866 w 4527226"/>
              <a:gd name="connsiteY95-2952" fmla="*/ 4644828 h 6046908"/>
              <a:gd name="connsiteX96-2953" fmla="*/ 3887146 w 4527226"/>
              <a:gd name="connsiteY96-2954" fmla="*/ 5025828 h 6046908"/>
              <a:gd name="connsiteX97-2955" fmla="*/ 4100506 w 4527226"/>
              <a:gd name="connsiteY97-2956" fmla="*/ 5300148 h 6046908"/>
              <a:gd name="connsiteX98-2957" fmla="*/ 4367206 w 4527226"/>
              <a:gd name="connsiteY98-2958" fmla="*/ 5726868 h 6046908"/>
              <a:gd name="connsiteX99-2959" fmla="*/ 4527226 w 4527226"/>
              <a:gd name="connsiteY99-2960" fmla="*/ 6046908 h 6046908"/>
              <a:gd name="connsiteX0-2961" fmla="*/ 564826 w 4527226"/>
              <a:gd name="connsiteY0-2962" fmla="*/ 5353488 h 6046908"/>
              <a:gd name="connsiteX1-2963" fmla="*/ 602926 w 4527226"/>
              <a:gd name="connsiteY1-2964" fmla="*/ 5223948 h 6046908"/>
              <a:gd name="connsiteX2-2965" fmla="*/ 625786 w 4527226"/>
              <a:gd name="connsiteY2-2966" fmla="*/ 5178228 h 6046908"/>
              <a:gd name="connsiteX3-2967" fmla="*/ 701986 w 4527226"/>
              <a:gd name="connsiteY3-2968" fmla="*/ 5071548 h 6046908"/>
              <a:gd name="connsiteX4-2969" fmla="*/ 717226 w 4527226"/>
              <a:gd name="connsiteY4-2970" fmla="*/ 5063928 h 6046908"/>
              <a:gd name="connsiteX5-2971" fmla="*/ 709606 w 4527226"/>
              <a:gd name="connsiteY5-2972" fmla="*/ 5025828 h 6046908"/>
              <a:gd name="connsiteX6-2973" fmla="*/ 701986 w 4527226"/>
              <a:gd name="connsiteY6-2974" fmla="*/ 5002968 h 6046908"/>
              <a:gd name="connsiteX7-2975" fmla="*/ 968686 w 4527226"/>
              <a:gd name="connsiteY7-2976" fmla="*/ 4682928 h 6046908"/>
              <a:gd name="connsiteX8-2977" fmla="*/ 961066 w 4527226"/>
              <a:gd name="connsiteY8-2978" fmla="*/ 4644828 h 6046908"/>
              <a:gd name="connsiteX9-2979" fmla="*/ 1342066 w 4527226"/>
              <a:gd name="connsiteY9-2980" fmla="*/ 4172388 h 6046908"/>
              <a:gd name="connsiteX10-2981" fmla="*/ 1258246 w 4527226"/>
              <a:gd name="connsiteY10-2982" fmla="*/ 4012368 h 6046908"/>
              <a:gd name="connsiteX11-2983" fmla="*/ 1204906 w 4527226"/>
              <a:gd name="connsiteY11-2984" fmla="*/ 3928548 h 6046908"/>
              <a:gd name="connsiteX12-2985" fmla="*/ 1174426 w 4527226"/>
              <a:gd name="connsiteY12-2986" fmla="*/ 3768528 h 6046908"/>
              <a:gd name="connsiteX13-2987" fmla="*/ 1151566 w 4527226"/>
              <a:gd name="connsiteY13-2988" fmla="*/ 3699948 h 6046908"/>
              <a:gd name="connsiteX14-2989" fmla="*/ 1143946 w 4527226"/>
              <a:gd name="connsiteY14-2990" fmla="*/ 3669468 h 6046908"/>
              <a:gd name="connsiteX15-2991" fmla="*/ 1067746 w 4527226"/>
              <a:gd name="connsiteY15-2992" fmla="*/ 3661848 h 6046908"/>
              <a:gd name="connsiteX16-2993" fmla="*/ 938206 w 4527226"/>
              <a:gd name="connsiteY16-2994" fmla="*/ 3669468 h 6046908"/>
              <a:gd name="connsiteX17-2995" fmla="*/ 831526 w 4527226"/>
              <a:gd name="connsiteY17-2996" fmla="*/ 3692328 h 6046908"/>
              <a:gd name="connsiteX18-2997" fmla="*/ 610546 w 4527226"/>
              <a:gd name="connsiteY18-2998" fmla="*/ 3738048 h 6046908"/>
              <a:gd name="connsiteX19-2999" fmla="*/ 389566 w 4527226"/>
              <a:gd name="connsiteY19-3000" fmla="*/ 3638988 h 6046908"/>
              <a:gd name="connsiteX20-3001" fmla="*/ 381946 w 4527226"/>
              <a:gd name="connsiteY20-3002" fmla="*/ 3326568 h 6046908"/>
              <a:gd name="connsiteX21-3003" fmla="*/ 420046 w 4527226"/>
              <a:gd name="connsiteY21-3004" fmla="*/ 3227508 h 6046908"/>
              <a:gd name="connsiteX22-3005" fmla="*/ 389566 w 4527226"/>
              <a:gd name="connsiteY22-3006" fmla="*/ 3166548 h 6046908"/>
              <a:gd name="connsiteX23-3007" fmla="*/ 351466 w 4527226"/>
              <a:gd name="connsiteY23-3008" fmla="*/ 3105588 h 6046908"/>
              <a:gd name="connsiteX24-3009" fmla="*/ 397186 w 4527226"/>
              <a:gd name="connsiteY24-3010" fmla="*/ 3021768 h 6046908"/>
              <a:gd name="connsiteX25-3011" fmla="*/ 488626 w 4527226"/>
              <a:gd name="connsiteY25-3012" fmla="*/ 2998908 h 6046908"/>
              <a:gd name="connsiteX26-3013" fmla="*/ 471956 w 4527226"/>
              <a:gd name="connsiteY26-3014" fmla="*/ 2942709 h 6046908"/>
              <a:gd name="connsiteX27-3015" fmla="*/ 435286 w 4527226"/>
              <a:gd name="connsiteY27-3016" fmla="*/ 2930328 h 6046908"/>
              <a:gd name="connsiteX28-3017" fmla="*/ 389566 w 4527226"/>
              <a:gd name="connsiteY28-3018" fmla="*/ 2930328 h 6046908"/>
              <a:gd name="connsiteX29-3019" fmla="*/ 314000 w 4527226"/>
              <a:gd name="connsiteY29-3020" fmla="*/ 2893495 h 6046908"/>
              <a:gd name="connsiteX30-3021" fmla="*/ 320986 w 4527226"/>
              <a:gd name="connsiteY30-3022" fmla="*/ 2846508 h 6046908"/>
              <a:gd name="connsiteX31-3023" fmla="*/ 328606 w 4527226"/>
              <a:gd name="connsiteY31-3024" fmla="*/ 2793168 h 6046908"/>
              <a:gd name="connsiteX32-3025" fmla="*/ 313366 w 4527226"/>
              <a:gd name="connsiteY32-3026" fmla="*/ 2732208 h 6046908"/>
              <a:gd name="connsiteX33-3027" fmla="*/ 267646 w 4527226"/>
              <a:gd name="connsiteY33-3028" fmla="*/ 2671248 h 6046908"/>
              <a:gd name="connsiteX34-3029" fmla="*/ 176206 w 4527226"/>
              <a:gd name="connsiteY34-3030" fmla="*/ 2656008 h 6046908"/>
              <a:gd name="connsiteX35-3031" fmla="*/ 54286 w 4527226"/>
              <a:gd name="connsiteY35-3032" fmla="*/ 2610288 h 6046908"/>
              <a:gd name="connsiteX36-3033" fmla="*/ 7931 w 4527226"/>
              <a:gd name="connsiteY36-3034" fmla="*/ 2563298 h 6046908"/>
              <a:gd name="connsiteX37-3035" fmla="*/ 8566 w 4527226"/>
              <a:gd name="connsiteY37-3036" fmla="*/ 2488368 h 6046908"/>
              <a:gd name="connsiteX38-3037" fmla="*/ 92386 w 4527226"/>
              <a:gd name="connsiteY38-3038" fmla="*/ 2335968 h 6046908"/>
              <a:gd name="connsiteX39-3039" fmla="*/ 221926 w 4527226"/>
              <a:gd name="connsiteY39-3040" fmla="*/ 2175948 h 6046908"/>
              <a:gd name="connsiteX40-3041" fmla="*/ 282886 w 4527226"/>
              <a:gd name="connsiteY40-3042" fmla="*/ 2084508 h 6046908"/>
              <a:gd name="connsiteX41-3043" fmla="*/ 328606 w 4527226"/>
              <a:gd name="connsiteY41-3044" fmla="*/ 1977828 h 6046908"/>
              <a:gd name="connsiteX42-3045" fmla="*/ 359086 w 4527226"/>
              <a:gd name="connsiteY42-3046" fmla="*/ 1871148 h 6046908"/>
              <a:gd name="connsiteX43-3047" fmla="*/ 374326 w 4527226"/>
              <a:gd name="connsiteY43-3048" fmla="*/ 1810188 h 6046908"/>
              <a:gd name="connsiteX44-3049" fmla="*/ 343846 w 4527226"/>
              <a:gd name="connsiteY44-3050" fmla="*/ 1756848 h 6046908"/>
              <a:gd name="connsiteX45-3051" fmla="*/ 328606 w 4527226"/>
              <a:gd name="connsiteY45-3052" fmla="*/ 1680648 h 6046908"/>
              <a:gd name="connsiteX46-3053" fmla="*/ 412426 w 4527226"/>
              <a:gd name="connsiteY46-3054" fmla="*/ 1474908 h 6046908"/>
              <a:gd name="connsiteX47-3055" fmla="*/ 442906 w 4527226"/>
              <a:gd name="connsiteY47-3056" fmla="*/ 1307268 h 6046908"/>
              <a:gd name="connsiteX48-3057" fmla="*/ 465766 w 4527226"/>
              <a:gd name="connsiteY48-3058" fmla="*/ 1192968 h 6046908"/>
              <a:gd name="connsiteX49-3059" fmla="*/ 503866 w 4527226"/>
              <a:gd name="connsiteY49-3060" fmla="*/ 1055808 h 6046908"/>
              <a:gd name="connsiteX50-3061" fmla="*/ 557206 w 4527226"/>
              <a:gd name="connsiteY50-3062" fmla="*/ 888168 h 6046908"/>
              <a:gd name="connsiteX51-3063" fmla="*/ 503866 w 4527226"/>
              <a:gd name="connsiteY51-3064" fmla="*/ 888168 h 6046908"/>
              <a:gd name="connsiteX52-3065" fmla="*/ 412426 w 4527226"/>
              <a:gd name="connsiteY52-3066" fmla="*/ 834828 h 6046908"/>
              <a:gd name="connsiteX53-3067" fmla="*/ 328606 w 4527226"/>
              <a:gd name="connsiteY53-3068" fmla="*/ 789108 h 6046908"/>
              <a:gd name="connsiteX54-3069" fmla="*/ 260026 w 4527226"/>
              <a:gd name="connsiteY54-3070" fmla="*/ 773868 h 6046908"/>
              <a:gd name="connsiteX55-3071" fmla="*/ 214306 w 4527226"/>
              <a:gd name="connsiteY55-3072" fmla="*/ 751008 h 6046908"/>
              <a:gd name="connsiteX56-3073" fmla="*/ 260026 w 4527226"/>
              <a:gd name="connsiteY56-3074" fmla="*/ 674808 h 6046908"/>
              <a:gd name="connsiteX57-3075" fmla="*/ 374326 w 4527226"/>
              <a:gd name="connsiteY57-3076" fmla="*/ 606228 h 6046908"/>
              <a:gd name="connsiteX58-3077" fmla="*/ 557206 w 4527226"/>
              <a:gd name="connsiteY58-3078" fmla="*/ 507168 h 6046908"/>
              <a:gd name="connsiteX59-3079" fmla="*/ 656266 w 4527226"/>
              <a:gd name="connsiteY59-3080" fmla="*/ 423348 h 6046908"/>
              <a:gd name="connsiteX60-3081" fmla="*/ 892486 w 4527226"/>
              <a:gd name="connsiteY60-3082" fmla="*/ 232848 h 6046908"/>
              <a:gd name="connsiteX61-3083" fmla="*/ 1174426 w 4527226"/>
              <a:gd name="connsiteY61-3084" fmla="*/ 80448 h 6046908"/>
              <a:gd name="connsiteX62-3085" fmla="*/ 1593526 w 4527226"/>
              <a:gd name="connsiteY62-3086" fmla="*/ 11868 h 6046908"/>
              <a:gd name="connsiteX63-3087" fmla="*/ 1944046 w 4527226"/>
              <a:gd name="connsiteY63-3088" fmla="*/ 4248 h 6046908"/>
              <a:gd name="connsiteX64-3089" fmla="*/ 2172646 w 4527226"/>
              <a:gd name="connsiteY64-3090" fmla="*/ 4248 h 6046908"/>
              <a:gd name="connsiteX65-3091" fmla="*/ 2393626 w 4527226"/>
              <a:gd name="connsiteY65-3092" fmla="*/ 57588 h 6046908"/>
              <a:gd name="connsiteX66-3093" fmla="*/ 2667946 w 4527226"/>
              <a:gd name="connsiteY66-3094" fmla="*/ 133788 h 6046908"/>
              <a:gd name="connsiteX67-3095" fmla="*/ 2820346 w 4527226"/>
              <a:gd name="connsiteY67-3096" fmla="*/ 202368 h 6046908"/>
              <a:gd name="connsiteX68-3097" fmla="*/ 3102286 w 4527226"/>
              <a:gd name="connsiteY68-3098" fmla="*/ 400488 h 6046908"/>
              <a:gd name="connsiteX69-3099" fmla="*/ 3285166 w 4527226"/>
              <a:gd name="connsiteY69-3100" fmla="*/ 651948 h 6046908"/>
              <a:gd name="connsiteX70-3101" fmla="*/ 3407086 w 4527226"/>
              <a:gd name="connsiteY70-3102" fmla="*/ 918648 h 6046908"/>
              <a:gd name="connsiteX71-3103" fmla="*/ 3475666 w 4527226"/>
              <a:gd name="connsiteY71-3104" fmla="*/ 1238688 h 6046908"/>
              <a:gd name="connsiteX72-3105" fmla="*/ 3506146 w 4527226"/>
              <a:gd name="connsiteY72-3106" fmla="*/ 1543488 h 6046908"/>
              <a:gd name="connsiteX73-3107" fmla="*/ 3506146 w 4527226"/>
              <a:gd name="connsiteY73-3108" fmla="*/ 1962588 h 6046908"/>
              <a:gd name="connsiteX74-3109" fmla="*/ 3338506 w 4527226"/>
              <a:gd name="connsiteY74-3110" fmla="*/ 2305488 h 6046908"/>
              <a:gd name="connsiteX75-3111" fmla="*/ 3254686 w 4527226"/>
              <a:gd name="connsiteY75-3112" fmla="*/ 2473128 h 6046908"/>
              <a:gd name="connsiteX76-3113" fmla="*/ 3132766 w 4527226"/>
              <a:gd name="connsiteY76-3114" fmla="*/ 2663628 h 6046908"/>
              <a:gd name="connsiteX77-3115" fmla="*/ 3071806 w 4527226"/>
              <a:gd name="connsiteY77-3116" fmla="*/ 2838888 h 6046908"/>
              <a:gd name="connsiteX78-3117" fmla="*/ 3064186 w 4527226"/>
              <a:gd name="connsiteY78-3118" fmla="*/ 2915088 h 6046908"/>
              <a:gd name="connsiteX79-3119" fmla="*/ 3018466 w 4527226"/>
              <a:gd name="connsiteY79-3120" fmla="*/ 3014148 h 6046908"/>
              <a:gd name="connsiteX80-3121" fmla="*/ 2980366 w 4527226"/>
              <a:gd name="connsiteY80-3122" fmla="*/ 3082728 h 6046908"/>
              <a:gd name="connsiteX81-3123" fmla="*/ 2957506 w 4527226"/>
              <a:gd name="connsiteY81-3124" fmla="*/ 3120828 h 6046908"/>
              <a:gd name="connsiteX82-3125" fmla="*/ 2957506 w 4527226"/>
              <a:gd name="connsiteY82-3126" fmla="*/ 3555168 h 6046908"/>
              <a:gd name="connsiteX83-3127" fmla="*/ 3010846 w 4527226"/>
              <a:gd name="connsiteY83-3128" fmla="*/ 3539928 h 6046908"/>
              <a:gd name="connsiteX84-3129" fmla="*/ 3109906 w 4527226"/>
              <a:gd name="connsiteY84-3130" fmla="*/ 3570408 h 6046908"/>
              <a:gd name="connsiteX85-3131" fmla="*/ 3140386 w 4527226"/>
              <a:gd name="connsiteY85-3132" fmla="*/ 3631368 h 6046908"/>
              <a:gd name="connsiteX86-3133" fmla="*/ 3117526 w 4527226"/>
              <a:gd name="connsiteY86-3134" fmla="*/ 3738048 h 6046908"/>
              <a:gd name="connsiteX87-3135" fmla="*/ 3125146 w 4527226"/>
              <a:gd name="connsiteY87-3136" fmla="*/ 4103808 h 6046908"/>
              <a:gd name="connsiteX88-3137" fmla="*/ 3163246 w 4527226"/>
              <a:gd name="connsiteY88-3138" fmla="*/ 4157148 h 6046908"/>
              <a:gd name="connsiteX89-3139" fmla="*/ 3201346 w 4527226"/>
              <a:gd name="connsiteY89-3140" fmla="*/ 4164768 h 6046908"/>
              <a:gd name="connsiteX90-3141" fmla="*/ 3231826 w 4527226"/>
              <a:gd name="connsiteY90-3142" fmla="*/ 4172388 h 6046908"/>
              <a:gd name="connsiteX91-3143" fmla="*/ 3285166 w 4527226"/>
              <a:gd name="connsiteY91-3144" fmla="*/ 4294308 h 6046908"/>
              <a:gd name="connsiteX92-3145" fmla="*/ 3300406 w 4527226"/>
              <a:gd name="connsiteY92-3146" fmla="*/ 4347648 h 6046908"/>
              <a:gd name="connsiteX93-3147" fmla="*/ 3330886 w 4527226"/>
              <a:gd name="connsiteY93-3148" fmla="*/ 4408608 h 6046908"/>
              <a:gd name="connsiteX94-3149" fmla="*/ 3551866 w 4527226"/>
              <a:gd name="connsiteY94-3150" fmla="*/ 4644828 h 6046908"/>
              <a:gd name="connsiteX95-3151" fmla="*/ 3887146 w 4527226"/>
              <a:gd name="connsiteY95-3152" fmla="*/ 5025828 h 6046908"/>
              <a:gd name="connsiteX96-3153" fmla="*/ 4100506 w 4527226"/>
              <a:gd name="connsiteY96-3154" fmla="*/ 5300148 h 6046908"/>
              <a:gd name="connsiteX97-3155" fmla="*/ 4367206 w 4527226"/>
              <a:gd name="connsiteY97-3156" fmla="*/ 5726868 h 6046908"/>
              <a:gd name="connsiteX98-3157" fmla="*/ 4527226 w 4527226"/>
              <a:gd name="connsiteY98-3158" fmla="*/ 6046908 h 6046908"/>
              <a:gd name="connsiteX0-3159" fmla="*/ 602926 w 4527226"/>
              <a:gd name="connsiteY0-3160" fmla="*/ 5223948 h 6046908"/>
              <a:gd name="connsiteX1-3161" fmla="*/ 625786 w 4527226"/>
              <a:gd name="connsiteY1-3162" fmla="*/ 5178228 h 6046908"/>
              <a:gd name="connsiteX2-3163" fmla="*/ 701986 w 4527226"/>
              <a:gd name="connsiteY2-3164" fmla="*/ 5071548 h 6046908"/>
              <a:gd name="connsiteX3-3165" fmla="*/ 717226 w 4527226"/>
              <a:gd name="connsiteY3-3166" fmla="*/ 5063928 h 6046908"/>
              <a:gd name="connsiteX4-3167" fmla="*/ 709606 w 4527226"/>
              <a:gd name="connsiteY4-3168" fmla="*/ 5025828 h 6046908"/>
              <a:gd name="connsiteX5-3169" fmla="*/ 701986 w 4527226"/>
              <a:gd name="connsiteY5-3170" fmla="*/ 5002968 h 6046908"/>
              <a:gd name="connsiteX6-3171" fmla="*/ 968686 w 4527226"/>
              <a:gd name="connsiteY6-3172" fmla="*/ 4682928 h 6046908"/>
              <a:gd name="connsiteX7-3173" fmla="*/ 961066 w 4527226"/>
              <a:gd name="connsiteY7-3174" fmla="*/ 4644828 h 6046908"/>
              <a:gd name="connsiteX8-3175" fmla="*/ 1342066 w 4527226"/>
              <a:gd name="connsiteY8-3176" fmla="*/ 4172388 h 6046908"/>
              <a:gd name="connsiteX9-3177" fmla="*/ 1258246 w 4527226"/>
              <a:gd name="connsiteY9-3178" fmla="*/ 4012368 h 6046908"/>
              <a:gd name="connsiteX10-3179" fmla="*/ 1204906 w 4527226"/>
              <a:gd name="connsiteY10-3180" fmla="*/ 3928548 h 6046908"/>
              <a:gd name="connsiteX11-3181" fmla="*/ 1174426 w 4527226"/>
              <a:gd name="connsiteY11-3182" fmla="*/ 3768528 h 6046908"/>
              <a:gd name="connsiteX12-3183" fmla="*/ 1151566 w 4527226"/>
              <a:gd name="connsiteY12-3184" fmla="*/ 3699948 h 6046908"/>
              <a:gd name="connsiteX13-3185" fmla="*/ 1143946 w 4527226"/>
              <a:gd name="connsiteY13-3186" fmla="*/ 3669468 h 6046908"/>
              <a:gd name="connsiteX14-3187" fmla="*/ 1067746 w 4527226"/>
              <a:gd name="connsiteY14-3188" fmla="*/ 3661848 h 6046908"/>
              <a:gd name="connsiteX15-3189" fmla="*/ 938206 w 4527226"/>
              <a:gd name="connsiteY15-3190" fmla="*/ 3669468 h 6046908"/>
              <a:gd name="connsiteX16-3191" fmla="*/ 831526 w 4527226"/>
              <a:gd name="connsiteY16-3192" fmla="*/ 3692328 h 6046908"/>
              <a:gd name="connsiteX17-3193" fmla="*/ 610546 w 4527226"/>
              <a:gd name="connsiteY17-3194" fmla="*/ 3738048 h 6046908"/>
              <a:gd name="connsiteX18-3195" fmla="*/ 389566 w 4527226"/>
              <a:gd name="connsiteY18-3196" fmla="*/ 3638988 h 6046908"/>
              <a:gd name="connsiteX19-3197" fmla="*/ 381946 w 4527226"/>
              <a:gd name="connsiteY19-3198" fmla="*/ 3326568 h 6046908"/>
              <a:gd name="connsiteX20-3199" fmla="*/ 420046 w 4527226"/>
              <a:gd name="connsiteY20-3200" fmla="*/ 3227508 h 6046908"/>
              <a:gd name="connsiteX21-3201" fmla="*/ 389566 w 4527226"/>
              <a:gd name="connsiteY21-3202" fmla="*/ 3166548 h 6046908"/>
              <a:gd name="connsiteX22-3203" fmla="*/ 351466 w 4527226"/>
              <a:gd name="connsiteY22-3204" fmla="*/ 3105588 h 6046908"/>
              <a:gd name="connsiteX23-3205" fmla="*/ 397186 w 4527226"/>
              <a:gd name="connsiteY23-3206" fmla="*/ 3021768 h 6046908"/>
              <a:gd name="connsiteX24-3207" fmla="*/ 488626 w 4527226"/>
              <a:gd name="connsiteY24-3208" fmla="*/ 2998908 h 6046908"/>
              <a:gd name="connsiteX25-3209" fmla="*/ 471956 w 4527226"/>
              <a:gd name="connsiteY25-3210" fmla="*/ 2942709 h 6046908"/>
              <a:gd name="connsiteX26-3211" fmla="*/ 435286 w 4527226"/>
              <a:gd name="connsiteY26-3212" fmla="*/ 2930328 h 6046908"/>
              <a:gd name="connsiteX27-3213" fmla="*/ 389566 w 4527226"/>
              <a:gd name="connsiteY27-3214" fmla="*/ 2930328 h 6046908"/>
              <a:gd name="connsiteX28-3215" fmla="*/ 314000 w 4527226"/>
              <a:gd name="connsiteY28-3216" fmla="*/ 2893495 h 6046908"/>
              <a:gd name="connsiteX29-3217" fmla="*/ 320986 w 4527226"/>
              <a:gd name="connsiteY29-3218" fmla="*/ 2846508 h 6046908"/>
              <a:gd name="connsiteX30-3219" fmla="*/ 328606 w 4527226"/>
              <a:gd name="connsiteY30-3220" fmla="*/ 2793168 h 6046908"/>
              <a:gd name="connsiteX31-3221" fmla="*/ 313366 w 4527226"/>
              <a:gd name="connsiteY31-3222" fmla="*/ 2732208 h 6046908"/>
              <a:gd name="connsiteX32-3223" fmla="*/ 267646 w 4527226"/>
              <a:gd name="connsiteY32-3224" fmla="*/ 2671248 h 6046908"/>
              <a:gd name="connsiteX33-3225" fmla="*/ 176206 w 4527226"/>
              <a:gd name="connsiteY33-3226" fmla="*/ 2656008 h 6046908"/>
              <a:gd name="connsiteX34-3227" fmla="*/ 54286 w 4527226"/>
              <a:gd name="connsiteY34-3228" fmla="*/ 2610288 h 6046908"/>
              <a:gd name="connsiteX35-3229" fmla="*/ 7931 w 4527226"/>
              <a:gd name="connsiteY35-3230" fmla="*/ 2563298 h 6046908"/>
              <a:gd name="connsiteX36-3231" fmla="*/ 8566 w 4527226"/>
              <a:gd name="connsiteY36-3232" fmla="*/ 2488368 h 6046908"/>
              <a:gd name="connsiteX37-3233" fmla="*/ 92386 w 4527226"/>
              <a:gd name="connsiteY37-3234" fmla="*/ 2335968 h 6046908"/>
              <a:gd name="connsiteX38-3235" fmla="*/ 221926 w 4527226"/>
              <a:gd name="connsiteY38-3236" fmla="*/ 2175948 h 6046908"/>
              <a:gd name="connsiteX39-3237" fmla="*/ 282886 w 4527226"/>
              <a:gd name="connsiteY39-3238" fmla="*/ 2084508 h 6046908"/>
              <a:gd name="connsiteX40-3239" fmla="*/ 328606 w 4527226"/>
              <a:gd name="connsiteY40-3240" fmla="*/ 1977828 h 6046908"/>
              <a:gd name="connsiteX41-3241" fmla="*/ 359086 w 4527226"/>
              <a:gd name="connsiteY41-3242" fmla="*/ 1871148 h 6046908"/>
              <a:gd name="connsiteX42-3243" fmla="*/ 374326 w 4527226"/>
              <a:gd name="connsiteY42-3244" fmla="*/ 1810188 h 6046908"/>
              <a:gd name="connsiteX43-3245" fmla="*/ 343846 w 4527226"/>
              <a:gd name="connsiteY43-3246" fmla="*/ 1756848 h 6046908"/>
              <a:gd name="connsiteX44-3247" fmla="*/ 328606 w 4527226"/>
              <a:gd name="connsiteY44-3248" fmla="*/ 1680648 h 6046908"/>
              <a:gd name="connsiteX45-3249" fmla="*/ 412426 w 4527226"/>
              <a:gd name="connsiteY45-3250" fmla="*/ 1474908 h 6046908"/>
              <a:gd name="connsiteX46-3251" fmla="*/ 442906 w 4527226"/>
              <a:gd name="connsiteY46-3252" fmla="*/ 1307268 h 6046908"/>
              <a:gd name="connsiteX47-3253" fmla="*/ 465766 w 4527226"/>
              <a:gd name="connsiteY47-3254" fmla="*/ 1192968 h 6046908"/>
              <a:gd name="connsiteX48-3255" fmla="*/ 503866 w 4527226"/>
              <a:gd name="connsiteY48-3256" fmla="*/ 1055808 h 6046908"/>
              <a:gd name="connsiteX49-3257" fmla="*/ 557206 w 4527226"/>
              <a:gd name="connsiteY49-3258" fmla="*/ 888168 h 6046908"/>
              <a:gd name="connsiteX50-3259" fmla="*/ 503866 w 4527226"/>
              <a:gd name="connsiteY50-3260" fmla="*/ 888168 h 6046908"/>
              <a:gd name="connsiteX51-3261" fmla="*/ 412426 w 4527226"/>
              <a:gd name="connsiteY51-3262" fmla="*/ 834828 h 6046908"/>
              <a:gd name="connsiteX52-3263" fmla="*/ 328606 w 4527226"/>
              <a:gd name="connsiteY52-3264" fmla="*/ 789108 h 6046908"/>
              <a:gd name="connsiteX53-3265" fmla="*/ 260026 w 4527226"/>
              <a:gd name="connsiteY53-3266" fmla="*/ 773868 h 6046908"/>
              <a:gd name="connsiteX54-3267" fmla="*/ 214306 w 4527226"/>
              <a:gd name="connsiteY54-3268" fmla="*/ 751008 h 6046908"/>
              <a:gd name="connsiteX55-3269" fmla="*/ 260026 w 4527226"/>
              <a:gd name="connsiteY55-3270" fmla="*/ 674808 h 6046908"/>
              <a:gd name="connsiteX56-3271" fmla="*/ 374326 w 4527226"/>
              <a:gd name="connsiteY56-3272" fmla="*/ 606228 h 6046908"/>
              <a:gd name="connsiteX57-3273" fmla="*/ 557206 w 4527226"/>
              <a:gd name="connsiteY57-3274" fmla="*/ 507168 h 6046908"/>
              <a:gd name="connsiteX58-3275" fmla="*/ 656266 w 4527226"/>
              <a:gd name="connsiteY58-3276" fmla="*/ 423348 h 6046908"/>
              <a:gd name="connsiteX59-3277" fmla="*/ 892486 w 4527226"/>
              <a:gd name="connsiteY59-3278" fmla="*/ 232848 h 6046908"/>
              <a:gd name="connsiteX60-3279" fmla="*/ 1174426 w 4527226"/>
              <a:gd name="connsiteY60-3280" fmla="*/ 80448 h 6046908"/>
              <a:gd name="connsiteX61-3281" fmla="*/ 1593526 w 4527226"/>
              <a:gd name="connsiteY61-3282" fmla="*/ 11868 h 6046908"/>
              <a:gd name="connsiteX62-3283" fmla="*/ 1944046 w 4527226"/>
              <a:gd name="connsiteY62-3284" fmla="*/ 4248 h 6046908"/>
              <a:gd name="connsiteX63-3285" fmla="*/ 2172646 w 4527226"/>
              <a:gd name="connsiteY63-3286" fmla="*/ 4248 h 6046908"/>
              <a:gd name="connsiteX64-3287" fmla="*/ 2393626 w 4527226"/>
              <a:gd name="connsiteY64-3288" fmla="*/ 57588 h 6046908"/>
              <a:gd name="connsiteX65-3289" fmla="*/ 2667946 w 4527226"/>
              <a:gd name="connsiteY65-3290" fmla="*/ 133788 h 6046908"/>
              <a:gd name="connsiteX66-3291" fmla="*/ 2820346 w 4527226"/>
              <a:gd name="connsiteY66-3292" fmla="*/ 202368 h 6046908"/>
              <a:gd name="connsiteX67-3293" fmla="*/ 3102286 w 4527226"/>
              <a:gd name="connsiteY67-3294" fmla="*/ 400488 h 6046908"/>
              <a:gd name="connsiteX68-3295" fmla="*/ 3285166 w 4527226"/>
              <a:gd name="connsiteY68-3296" fmla="*/ 651948 h 6046908"/>
              <a:gd name="connsiteX69-3297" fmla="*/ 3407086 w 4527226"/>
              <a:gd name="connsiteY69-3298" fmla="*/ 918648 h 6046908"/>
              <a:gd name="connsiteX70-3299" fmla="*/ 3475666 w 4527226"/>
              <a:gd name="connsiteY70-3300" fmla="*/ 1238688 h 6046908"/>
              <a:gd name="connsiteX71-3301" fmla="*/ 3506146 w 4527226"/>
              <a:gd name="connsiteY71-3302" fmla="*/ 1543488 h 6046908"/>
              <a:gd name="connsiteX72-3303" fmla="*/ 3506146 w 4527226"/>
              <a:gd name="connsiteY72-3304" fmla="*/ 1962588 h 6046908"/>
              <a:gd name="connsiteX73-3305" fmla="*/ 3338506 w 4527226"/>
              <a:gd name="connsiteY73-3306" fmla="*/ 2305488 h 6046908"/>
              <a:gd name="connsiteX74-3307" fmla="*/ 3254686 w 4527226"/>
              <a:gd name="connsiteY74-3308" fmla="*/ 2473128 h 6046908"/>
              <a:gd name="connsiteX75-3309" fmla="*/ 3132766 w 4527226"/>
              <a:gd name="connsiteY75-3310" fmla="*/ 2663628 h 6046908"/>
              <a:gd name="connsiteX76-3311" fmla="*/ 3071806 w 4527226"/>
              <a:gd name="connsiteY76-3312" fmla="*/ 2838888 h 6046908"/>
              <a:gd name="connsiteX77-3313" fmla="*/ 3064186 w 4527226"/>
              <a:gd name="connsiteY77-3314" fmla="*/ 2915088 h 6046908"/>
              <a:gd name="connsiteX78-3315" fmla="*/ 3018466 w 4527226"/>
              <a:gd name="connsiteY78-3316" fmla="*/ 3014148 h 6046908"/>
              <a:gd name="connsiteX79-3317" fmla="*/ 2980366 w 4527226"/>
              <a:gd name="connsiteY79-3318" fmla="*/ 3082728 h 6046908"/>
              <a:gd name="connsiteX80-3319" fmla="*/ 2957506 w 4527226"/>
              <a:gd name="connsiteY80-3320" fmla="*/ 3120828 h 6046908"/>
              <a:gd name="connsiteX81-3321" fmla="*/ 2957506 w 4527226"/>
              <a:gd name="connsiteY81-3322" fmla="*/ 3555168 h 6046908"/>
              <a:gd name="connsiteX82-3323" fmla="*/ 3010846 w 4527226"/>
              <a:gd name="connsiteY82-3324" fmla="*/ 3539928 h 6046908"/>
              <a:gd name="connsiteX83-3325" fmla="*/ 3109906 w 4527226"/>
              <a:gd name="connsiteY83-3326" fmla="*/ 3570408 h 6046908"/>
              <a:gd name="connsiteX84-3327" fmla="*/ 3140386 w 4527226"/>
              <a:gd name="connsiteY84-3328" fmla="*/ 3631368 h 6046908"/>
              <a:gd name="connsiteX85-3329" fmla="*/ 3117526 w 4527226"/>
              <a:gd name="connsiteY85-3330" fmla="*/ 3738048 h 6046908"/>
              <a:gd name="connsiteX86-3331" fmla="*/ 3125146 w 4527226"/>
              <a:gd name="connsiteY86-3332" fmla="*/ 4103808 h 6046908"/>
              <a:gd name="connsiteX87-3333" fmla="*/ 3163246 w 4527226"/>
              <a:gd name="connsiteY87-3334" fmla="*/ 4157148 h 6046908"/>
              <a:gd name="connsiteX88-3335" fmla="*/ 3201346 w 4527226"/>
              <a:gd name="connsiteY88-3336" fmla="*/ 4164768 h 6046908"/>
              <a:gd name="connsiteX89-3337" fmla="*/ 3231826 w 4527226"/>
              <a:gd name="connsiteY89-3338" fmla="*/ 4172388 h 6046908"/>
              <a:gd name="connsiteX90-3339" fmla="*/ 3285166 w 4527226"/>
              <a:gd name="connsiteY90-3340" fmla="*/ 4294308 h 6046908"/>
              <a:gd name="connsiteX91-3341" fmla="*/ 3300406 w 4527226"/>
              <a:gd name="connsiteY91-3342" fmla="*/ 4347648 h 6046908"/>
              <a:gd name="connsiteX92-3343" fmla="*/ 3330886 w 4527226"/>
              <a:gd name="connsiteY92-3344" fmla="*/ 4408608 h 6046908"/>
              <a:gd name="connsiteX93-3345" fmla="*/ 3551866 w 4527226"/>
              <a:gd name="connsiteY93-3346" fmla="*/ 4644828 h 6046908"/>
              <a:gd name="connsiteX94-3347" fmla="*/ 3887146 w 4527226"/>
              <a:gd name="connsiteY94-3348" fmla="*/ 5025828 h 6046908"/>
              <a:gd name="connsiteX95-3349" fmla="*/ 4100506 w 4527226"/>
              <a:gd name="connsiteY95-3350" fmla="*/ 5300148 h 6046908"/>
              <a:gd name="connsiteX96-3351" fmla="*/ 4367206 w 4527226"/>
              <a:gd name="connsiteY96-3352" fmla="*/ 5726868 h 6046908"/>
              <a:gd name="connsiteX97-3353" fmla="*/ 4527226 w 4527226"/>
              <a:gd name="connsiteY97-3354" fmla="*/ 6046908 h 6046908"/>
              <a:gd name="connsiteX0-3355" fmla="*/ 625786 w 4527226"/>
              <a:gd name="connsiteY0-3356" fmla="*/ 5178228 h 6046908"/>
              <a:gd name="connsiteX1-3357" fmla="*/ 701986 w 4527226"/>
              <a:gd name="connsiteY1-3358" fmla="*/ 5071548 h 6046908"/>
              <a:gd name="connsiteX2-3359" fmla="*/ 717226 w 4527226"/>
              <a:gd name="connsiteY2-3360" fmla="*/ 5063928 h 6046908"/>
              <a:gd name="connsiteX3-3361" fmla="*/ 709606 w 4527226"/>
              <a:gd name="connsiteY3-3362" fmla="*/ 5025828 h 6046908"/>
              <a:gd name="connsiteX4-3363" fmla="*/ 701986 w 4527226"/>
              <a:gd name="connsiteY4-3364" fmla="*/ 5002968 h 6046908"/>
              <a:gd name="connsiteX5-3365" fmla="*/ 968686 w 4527226"/>
              <a:gd name="connsiteY5-3366" fmla="*/ 4682928 h 6046908"/>
              <a:gd name="connsiteX6-3367" fmla="*/ 961066 w 4527226"/>
              <a:gd name="connsiteY6-3368" fmla="*/ 4644828 h 6046908"/>
              <a:gd name="connsiteX7-3369" fmla="*/ 1342066 w 4527226"/>
              <a:gd name="connsiteY7-3370" fmla="*/ 4172388 h 6046908"/>
              <a:gd name="connsiteX8-3371" fmla="*/ 1258246 w 4527226"/>
              <a:gd name="connsiteY8-3372" fmla="*/ 4012368 h 6046908"/>
              <a:gd name="connsiteX9-3373" fmla="*/ 1204906 w 4527226"/>
              <a:gd name="connsiteY9-3374" fmla="*/ 3928548 h 6046908"/>
              <a:gd name="connsiteX10-3375" fmla="*/ 1174426 w 4527226"/>
              <a:gd name="connsiteY10-3376" fmla="*/ 3768528 h 6046908"/>
              <a:gd name="connsiteX11-3377" fmla="*/ 1151566 w 4527226"/>
              <a:gd name="connsiteY11-3378" fmla="*/ 3699948 h 6046908"/>
              <a:gd name="connsiteX12-3379" fmla="*/ 1143946 w 4527226"/>
              <a:gd name="connsiteY12-3380" fmla="*/ 3669468 h 6046908"/>
              <a:gd name="connsiteX13-3381" fmla="*/ 1067746 w 4527226"/>
              <a:gd name="connsiteY13-3382" fmla="*/ 3661848 h 6046908"/>
              <a:gd name="connsiteX14-3383" fmla="*/ 938206 w 4527226"/>
              <a:gd name="connsiteY14-3384" fmla="*/ 3669468 h 6046908"/>
              <a:gd name="connsiteX15-3385" fmla="*/ 831526 w 4527226"/>
              <a:gd name="connsiteY15-3386" fmla="*/ 3692328 h 6046908"/>
              <a:gd name="connsiteX16-3387" fmla="*/ 610546 w 4527226"/>
              <a:gd name="connsiteY16-3388" fmla="*/ 3738048 h 6046908"/>
              <a:gd name="connsiteX17-3389" fmla="*/ 389566 w 4527226"/>
              <a:gd name="connsiteY17-3390" fmla="*/ 3638988 h 6046908"/>
              <a:gd name="connsiteX18-3391" fmla="*/ 381946 w 4527226"/>
              <a:gd name="connsiteY18-3392" fmla="*/ 3326568 h 6046908"/>
              <a:gd name="connsiteX19-3393" fmla="*/ 420046 w 4527226"/>
              <a:gd name="connsiteY19-3394" fmla="*/ 3227508 h 6046908"/>
              <a:gd name="connsiteX20-3395" fmla="*/ 389566 w 4527226"/>
              <a:gd name="connsiteY20-3396" fmla="*/ 3166548 h 6046908"/>
              <a:gd name="connsiteX21-3397" fmla="*/ 351466 w 4527226"/>
              <a:gd name="connsiteY21-3398" fmla="*/ 3105588 h 6046908"/>
              <a:gd name="connsiteX22-3399" fmla="*/ 397186 w 4527226"/>
              <a:gd name="connsiteY22-3400" fmla="*/ 3021768 h 6046908"/>
              <a:gd name="connsiteX23-3401" fmla="*/ 488626 w 4527226"/>
              <a:gd name="connsiteY23-3402" fmla="*/ 2998908 h 6046908"/>
              <a:gd name="connsiteX24-3403" fmla="*/ 471956 w 4527226"/>
              <a:gd name="connsiteY24-3404" fmla="*/ 2942709 h 6046908"/>
              <a:gd name="connsiteX25-3405" fmla="*/ 435286 w 4527226"/>
              <a:gd name="connsiteY25-3406" fmla="*/ 2930328 h 6046908"/>
              <a:gd name="connsiteX26-3407" fmla="*/ 389566 w 4527226"/>
              <a:gd name="connsiteY26-3408" fmla="*/ 2930328 h 6046908"/>
              <a:gd name="connsiteX27-3409" fmla="*/ 314000 w 4527226"/>
              <a:gd name="connsiteY27-3410" fmla="*/ 2893495 h 6046908"/>
              <a:gd name="connsiteX28-3411" fmla="*/ 320986 w 4527226"/>
              <a:gd name="connsiteY28-3412" fmla="*/ 2846508 h 6046908"/>
              <a:gd name="connsiteX29-3413" fmla="*/ 328606 w 4527226"/>
              <a:gd name="connsiteY29-3414" fmla="*/ 2793168 h 6046908"/>
              <a:gd name="connsiteX30-3415" fmla="*/ 313366 w 4527226"/>
              <a:gd name="connsiteY30-3416" fmla="*/ 2732208 h 6046908"/>
              <a:gd name="connsiteX31-3417" fmla="*/ 267646 w 4527226"/>
              <a:gd name="connsiteY31-3418" fmla="*/ 2671248 h 6046908"/>
              <a:gd name="connsiteX32-3419" fmla="*/ 176206 w 4527226"/>
              <a:gd name="connsiteY32-3420" fmla="*/ 2656008 h 6046908"/>
              <a:gd name="connsiteX33-3421" fmla="*/ 54286 w 4527226"/>
              <a:gd name="connsiteY33-3422" fmla="*/ 2610288 h 6046908"/>
              <a:gd name="connsiteX34-3423" fmla="*/ 7931 w 4527226"/>
              <a:gd name="connsiteY34-3424" fmla="*/ 2563298 h 6046908"/>
              <a:gd name="connsiteX35-3425" fmla="*/ 8566 w 4527226"/>
              <a:gd name="connsiteY35-3426" fmla="*/ 2488368 h 6046908"/>
              <a:gd name="connsiteX36-3427" fmla="*/ 92386 w 4527226"/>
              <a:gd name="connsiteY36-3428" fmla="*/ 2335968 h 6046908"/>
              <a:gd name="connsiteX37-3429" fmla="*/ 221926 w 4527226"/>
              <a:gd name="connsiteY37-3430" fmla="*/ 2175948 h 6046908"/>
              <a:gd name="connsiteX38-3431" fmla="*/ 282886 w 4527226"/>
              <a:gd name="connsiteY38-3432" fmla="*/ 2084508 h 6046908"/>
              <a:gd name="connsiteX39-3433" fmla="*/ 328606 w 4527226"/>
              <a:gd name="connsiteY39-3434" fmla="*/ 1977828 h 6046908"/>
              <a:gd name="connsiteX40-3435" fmla="*/ 359086 w 4527226"/>
              <a:gd name="connsiteY40-3436" fmla="*/ 1871148 h 6046908"/>
              <a:gd name="connsiteX41-3437" fmla="*/ 374326 w 4527226"/>
              <a:gd name="connsiteY41-3438" fmla="*/ 1810188 h 6046908"/>
              <a:gd name="connsiteX42-3439" fmla="*/ 343846 w 4527226"/>
              <a:gd name="connsiteY42-3440" fmla="*/ 1756848 h 6046908"/>
              <a:gd name="connsiteX43-3441" fmla="*/ 328606 w 4527226"/>
              <a:gd name="connsiteY43-3442" fmla="*/ 1680648 h 6046908"/>
              <a:gd name="connsiteX44-3443" fmla="*/ 412426 w 4527226"/>
              <a:gd name="connsiteY44-3444" fmla="*/ 1474908 h 6046908"/>
              <a:gd name="connsiteX45-3445" fmla="*/ 442906 w 4527226"/>
              <a:gd name="connsiteY45-3446" fmla="*/ 1307268 h 6046908"/>
              <a:gd name="connsiteX46-3447" fmla="*/ 465766 w 4527226"/>
              <a:gd name="connsiteY46-3448" fmla="*/ 1192968 h 6046908"/>
              <a:gd name="connsiteX47-3449" fmla="*/ 503866 w 4527226"/>
              <a:gd name="connsiteY47-3450" fmla="*/ 1055808 h 6046908"/>
              <a:gd name="connsiteX48-3451" fmla="*/ 557206 w 4527226"/>
              <a:gd name="connsiteY48-3452" fmla="*/ 888168 h 6046908"/>
              <a:gd name="connsiteX49-3453" fmla="*/ 503866 w 4527226"/>
              <a:gd name="connsiteY49-3454" fmla="*/ 888168 h 6046908"/>
              <a:gd name="connsiteX50-3455" fmla="*/ 412426 w 4527226"/>
              <a:gd name="connsiteY50-3456" fmla="*/ 834828 h 6046908"/>
              <a:gd name="connsiteX51-3457" fmla="*/ 328606 w 4527226"/>
              <a:gd name="connsiteY51-3458" fmla="*/ 789108 h 6046908"/>
              <a:gd name="connsiteX52-3459" fmla="*/ 260026 w 4527226"/>
              <a:gd name="connsiteY52-3460" fmla="*/ 773868 h 6046908"/>
              <a:gd name="connsiteX53-3461" fmla="*/ 214306 w 4527226"/>
              <a:gd name="connsiteY53-3462" fmla="*/ 751008 h 6046908"/>
              <a:gd name="connsiteX54-3463" fmla="*/ 260026 w 4527226"/>
              <a:gd name="connsiteY54-3464" fmla="*/ 674808 h 6046908"/>
              <a:gd name="connsiteX55-3465" fmla="*/ 374326 w 4527226"/>
              <a:gd name="connsiteY55-3466" fmla="*/ 606228 h 6046908"/>
              <a:gd name="connsiteX56-3467" fmla="*/ 557206 w 4527226"/>
              <a:gd name="connsiteY56-3468" fmla="*/ 507168 h 6046908"/>
              <a:gd name="connsiteX57-3469" fmla="*/ 656266 w 4527226"/>
              <a:gd name="connsiteY57-3470" fmla="*/ 423348 h 6046908"/>
              <a:gd name="connsiteX58-3471" fmla="*/ 892486 w 4527226"/>
              <a:gd name="connsiteY58-3472" fmla="*/ 232848 h 6046908"/>
              <a:gd name="connsiteX59-3473" fmla="*/ 1174426 w 4527226"/>
              <a:gd name="connsiteY59-3474" fmla="*/ 80448 h 6046908"/>
              <a:gd name="connsiteX60-3475" fmla="*/ 1593526 w 4527226"/>
              <a:gd name="connsiteY60-3476" fmla="*/ 11868 h 6046908"/>
              <a:gd name="connsiteX61-3477" fmla="*/ 1944046 w 4527226"/>
              <a:gd name="connsiteY61-3478" fmla="*/ 4248 h 6046908"/>
              <a:gd name="connsiteX62-3479" fmla="*/ 2172646 w 4527226"/>
              <a:gd name="connsiteY62-3480" fmla="*/ 4248 h 6046908"/>
              <a:gd name="connsiteX63-3481" fmla="*/ 2393626 w 4527226"/>
              <a:gd name="connsiteY63-3482" fmla="*/ 57588 h 6046908"/>
              <a:gd name="connsiteX64-3483" fmla="*/ 2667946 w 4527226"/>
              <a:gd name="connsiteY64-3484" fmla="*/ 133788 h 6046908"/>
              <a:gd name="connsiteX65-3485" fmla="*/ 2820346 w 4527226"/>
              <a:gd name="connsiteY65-3486" fmla="*/ 202368 h 6046908"/>
              <a:gd name="connsiteX66-3487" fmla="*/ 3102286 w 4527226"/>
              <a:gd name="connsiteY66-3488" fmla="*/ 400488 h 6046908"/>
              <a:gd name="connsiteX67-3489" fmla="*/ 3285166 w 4527226"/>
              <a:gd name="connsiteY67-3490" fmla="*/ 651948 h 6046908"/>
              <a:gd name="connsiteX68-3491" fmla="*/ 3407086 w 4527226"/>
              <a:gd name="connsiteY68-3492" fmla="*/ 918648 h 6046908"/>
              <a:gd name="connsiteX69-3493" fmla="*/ 3475666 w 4527226"/>
              <a:gd name="connsiteY69-3494" fmla="*/ 1238688 h 6046908"/>
              <a:gd name="connsiteX70-3495" fmla="*/ 3506146 w 4527226"/>
              <a:gd name="connsiteY70-3496" fmla="*/ 1543488 h 6046908"/>
              <a:gd name="connsiteX71-3497" fmla="*/ 3506146 w 4527226"/>
              <a:gd name="connsiteY71-3498" fmla="*/ 1962588 h 6046908"/>
              <a:gd name="connsiteX72-3499" fmla="*/ 3338506 w 4527226"/>
              <a:gd name="connsiteY72-3500" fmla="*/ 2305488 h 6046908"/>
              <a:gd name="connsiteX73-3501" fmla="*/ 3254686 w 4527226"/>
              <a:gd name="connsiteY73-3502" fmla="*/ 2473128 h 6046908"/>
              <a:gd name="connsiteX74-3503" fmla="*/ 3132766 w 4527226"/>
              <a:gd name="connsiteY74-3504" fmla="*/ 2663628 h 6046908"/>
              <a:gd name="connsiteX75-3505" fmla="*/ 3071806 w 4527226"/>
              <a:gd name="connsiteY75-3506" fmla="*/ 2838888 h 6046908"/>
              <a:gd name="connsiteX76-3507" fmla="*/ 3064186 w 4527226"/>
              <a:gd name="connsiteY76-3508" fmla="*/ 2915088 h 6046908"/>
              <a:gd name="connsiteX77-3509" fmla="*/ 3018466 w 4527226"/>
              <a:gd name="connsiteY77-3510" fmla="*/ 3014148 h 6046908"/>
              <a:gd name="connsiteX78-3511" fmla="*/ 2980366 w 4527226"/>
              <a:gd name="connsiteY78-3512" fmla="*/ 3082728 h 6046908"/>
              <a:gd name="connsiteX79-3513" fmla="*/ 2957506 w 4527226"/>
              <a:gd name="connsiteY79-3514" fmla="*/ 3120828 h 6046908"/>
              <a:gd name="connsiteX80-3515" fmla="*/ 2957506 w 4527226"/>
              <a:gd name="connsiteY80-3516" fmla="*/ 3555168 h 6046908"/>
              <a:gd name="connsiteX81-3517" fmla="*/ 3010846 w 4527226"/>
              <a:gd name="connsiteY81-3518" fmla="*/ 3539928 h 6046908"/>
              <a:gd name="connsiteX82-3519" fmla="*/ 3109906 w 4527226"/>
              <a:gd name="connsiteY82-3520" fmla="*/ 3570408 h 6046908"/>
              <a:gd name="connsiteX83-3521" fmla="*/ 3140386 w 4527226"/>
              <a:gd name="connsiteY83-3522" fmla="*/ 3631368 h 6046908"/>
              <a:gd name="connsiteX84-3523" fmla="*/ 3117526 w 4527226"/>
              <a:gd name="connsiteY84-3524" fmla="*/ 3738048 h 6046908"/>
              <a:gd name="connsiteX85-3525" fmla="*/ 3125146 w 4527226"/>
              <a:gd name="connsiteY85-3526" fmla="*/ 4103808 h 6046908"/>
              <a:gd name="connsiteX86-3527" fmla="*/ 3163246 w 4527226"/>
              <a:gd name="connsiteY86-3528" fmla="*/ 4157148 h 6046908"/>
              <a:gd name="connsiteX87-3529" fmla="*/ 3201346 w 4527226"/>
              <a:gd name="connsiteY87-3530" fmla="*/ 4164768 h 6046908"/>
              <a:gd name="connsiteX88-3531" fmla="*/ 3231826 w 4527226"/>
              <a:gd name="connsiteY88-3532" fmla="*/ 4172388 h 6046908"/>
              <a:gd name="connsiteX89-3533" fmla="*/ 3285166 w 4527226"/>
              <a:gd name="connsiteY89-3534" fmla="*/ 4294308 h 6046908"/>
              <a:gd name="connsiteX90-3535" fmla="*/ 3300406 w 4527226"/>
              <a:gd name="connsiteY90-3536" fmla="*/ 4347648 h 6046908"/>
              <a:gd name="connsiteX91-3537" fmla="*/ 3330886 w 4527226"/>
              <a:gd name="connsiteY91-3538" fmla="*/ 4408608 h 6046908"/>
              <a:gd name="connsiteX92-3539" fmla="*/ 3551866 w 4527226"/>
              <a:gd name="connsiteY92-3540" fmla="*/ 4644828 h 6046908"/>
              <a:gd name="connsiteX93-3541" fmla="*/ 3887146 w 4527226"/>
              <a:gd name="connsiteY93-3542" fmla="*/ 5025828 h 6046908"/>
              <a:gd name="connsiteX94-3543" fmla="*/ 4100506 w 4527226"/>
              <a:gd name="connsiteY94-3544" fmla="*/ 5300148 h 6046908"/>
              <a:gd name="connsiteX95-3545" fmla="*/ 4367206 w 4527226"/>
              <a:gd name="connsiteY95-3546" fmla="*/ 5726868 h 6046908"/>
              <a:gd name="connsiteX96-3547" fmla="*/ 4527226 w 4527226"/>
              <a:gd name="connsiteY96-3548" fmla="*/ 6046908 h 6046908"/>
              <a:gd name="connsiteX0-3549" fmla="*/ 701986 w 4527226"/>
              <a:gd name="connsiteY0-3550" fmla="*/ 5071548 h 6046908"/>
              <a:gd name="connsiteX1-3551" fmla="*/ 717226 w 4527226"/>
              <a:gd name="connsiteY1-3552" fmla="*/ 5063928 h 6046908"/>
              <a:gd name="connsiteX2-3553" fmla="*/ 709606 w 4527226"/>
              <a:gd name="connsiteY2-3554" fmla="*/ 5025828 h 6046908"/>
              <a:gd name="connsiteX3-3555" fmla="*/ 701986 w 4527226"/>
              <a:gd name="connsiteY3-3556" fmla="*/ 5002968 h 6046908"/>
              <a:gd name="connsiteX4-3557" fmla="*/ 968686 w 4527226"/>
              <a:gd name="connsiteY4-3558" fmla="*/ 4682928 h 6046908"/>
              <a:gd name="connsiteX5-3559" fmla="*/ 961066 w 4527226"/>
              <a:gd name="connsiteY5-3560" fmla="*/ 4644828 h 6046908"/>
              <a:gd name="connsiteX6-3561" fmla="*/ 1342066 w 4527226"/>
              <a:gd name="connsiteY6-3562" fmla="*/ 4172388 h 6046908"/>
              <a:gd name="connsiteX7-3563" fmla="*/ 1258246 w 4527226"/>
              <a:gd name="connsiteY7-3564" fmla="*/ 4012368 h 6046908"/>
              <a:gd name="connsiteX8-3565" fmla="*/ 1204906 w 4527226"/>
              <a:gd name="connsiteY8-3566" fmla="*/ 3928548 h 6046908"/>
              <a:gd name="connsiteX9-3567" fmla="*/ 1174426 w 4527226"/>
              <a:gd name="connsiteY9-3568" fmla="*/ 3768528 h 6046908"/>
              <a:gd name="connsiteX10-3569" fmla="*/ 1151566 w 4527226"/>
              <a:gd name="connsiteY10-3570" fmla="*/ 3699948 h 6046908"/>
              <a:gd name="connsiteX11-3571" fmla="*/ 1143946 w 4527226"/>
              <a:gd name="connsiteY11-3572" fmla="*/ 3669468 h 6046908"/>
              <a:gd name="connsiteX12-3573" fmla="*/ 1067746 w 4527226"/>
              <a:gd name="connsiteY12-3574" fmla="*/ 3661848 h 6046908"/>
              <a:gd name="connsiteX13-3575" fmla="*/ 938206 w 4527226"/>
              <a:gd name="connsiteY13-3576" fmla="*/ 3669468 h 6046908"/>
              <a:gd name="connsiteX14-3577" fmla="*/ 831526 w 4527226"/>
              <a:gd name="connsiteY14-3578" fmla="*/ 3692328 h 6046908"/>
              <a:gd name="connsiteX15-3579" fmla="*/ 610546 w 4527226"/>
              <a:gd name="connsiteY15-3580" fmla="*/ 3738048 h 6046908"/>
              <a:gd name="connsiteX16-3581" fmla="*/ 389566 w 4527226"/>
              <a:gd name="connsiteY16-3582" fmla="*/ 3638988 h 6046908"/>
              <a:gd name="connsiteX17-3583" fmla="*/ 381946 w 4527226"/>
              <a:gd name="connsiteY17-3584" fmla="*/ 3326568 h 6046908"/>
              <a:gd name="connsiteX18-3585" fmla="*/ 420046 w 4527226"/>
              <a:gd name="connsiteY18-3586" fmla="*/ 3227508 h 6046908"/>
              <a:gd name="connsiteX19-3587" fmla="*/ 389566 w 4527226"/>
              <a:gd name="connsiteY19-3588" fmla="*/ 3166548 h 6046908"/>
              <a:gd name="connsiteX20-3589" fmla="*/ 351466 w 4527226"/>
              <a:gd name="connsiteY20-3590" fmla="*/ 3105588 h 6046908"/>
              <a:gd name="connsiteX21-3591" fmla="*/ 397186 w 4527226"/>
              <a:gd name="connsiteY21-3592" fmla="*/ 3021768 h 6046908"/>
              <a:gd name="connsiteX22-3593" fmla="*/ 488626 w 4527226"/>
              <a:gd name="connsiteY22-3594" fmla="*/ 2998908 h 6046908"/>
              <a:gd name="connsiteX23-3595" fmla="*/ 471956 w 4527226"/>
              <a:gd name="connsiteY23-3596" fmla="*/ 2942709 h 6046908"/>
              <a:gd name="connsiteX24-3597" fmla="*/ 435286 w 4527226"/>
              <a:gd name="connsiteY24-3598" fmla="*/ 2930328 h 6046908"/>
              <a:gd name="connsiteX25-3599" fmla="*/ 389566 w 4527226"/>
              <a:gd name="connsiteY25-3600" fmla="*/ 2930328 h 6046908"/>
              <a:gd name="connsiteX26-3601" fmla="*/ 314000 w 4527226"/>
              <a:gd name="connsiteY26-3602" fmla="*/ 2893495 h 6046908"/>
              <a:gd name="connsiteX27-3603" fmla="*/ 320986 w 4527226"/>
              <a:gd name="connsiteY27-3604" fmla="*/ 2846508 h 6046908"/>
              <a:gd name="connsiteX28-3605" fmla="*/ 328606 w 4527226"/>
              <a:gd name="connsiteY28-3606" fmla="*/ 2793168 h 6046908"/>
              <a:gd name="connsiteX29-3607" fmla="*/ 313366 w 4527226"/>
              <a:gd name="connsiteY29-3608" fmla="*/ 2732208 h 6046908"/>
              <a:gd name="connsiteX30-3609" fmla="*/ 267646 w 4527226"/>
              <a:gd name="connsiteY30-3610" fmla="*/ 2671248 h 6046908"/>
              <a:gd name="connsiteX31-3611" fmla="*/ 176206 w 4527226"/>
              <a:gd name="connsiteY31-3612" fmla="*/ 2656008 h 6046908"/>
              <a:gd name="connsiteX32-3613" fmla="*/ 54286 w 4527226"/>
              <a:gd name="connsiteY32-3614" fmla="*/ 2610288 h 6046908"/>
              <a:gd name="connsiteX33-3615" fmla="*/ 7931 w 4527226"/>
              <a:gd name="connsiteY33-3616" fmla="*/ 2563298 h 6046908"/>
              <a:gd name="connsiteX34-3617" fmla="*/ 8566 w 4527226"/>
              <a:gd name="connsiteY34-3618" fmla="*/ 2488368 h 6046908"/>
              <a:gd name="connsiteX35-3619" fmla="*/ 92386 w 4527226"/>
              <a:gd name="connsiteY35-3620" fmla="*/ 2335968 h 6046908"/>
              <a:gd name="connsiteX36-3621" fmla="*/ 221926 w 4527226"/>
              <a:gd name="connsiteY36-3622" fmla="*/ 2175948 h 6046908"/>
              <a:gd name="connsiteX37-3623" fmla="*/ 282886 w 4527226"/>
              <a:gd name="connsiteY37-3624" fmla="*/ 2084508 h 6046908"/>
              <a:gd name="connsiteX38-3625" fmla="*/ 328606 w 4527226"/>
              <a:gd name="connsiteY38-3626" fmla="*/ 1977828 h 6046908"/>
              <a:gd name="connsiteX39-3627" fmla="*/ 359086 w 4527226"/>
              <a:gd name="connsiteY39-3628" fmla="*/ 1871148 h 6046908"/>
              <a:gd name="connsiteX40-3629" fmla="*/ 374326 w 4527226"/>
              <a:gd name="connsiteY40-3630" fmla="*/ 1810188 h 6046908"/>
              <a:gd name="connsiteX41-3631" fmla="*/ 343846 w 4527226"/>
              <a:gd name="connsiteY41-3632" fmla="*/ 1756848 h 6046908"/>
              <a:gd name="connsiteX42-3633" fmla="*/ 328606 w 4527226"/>
              <a:gd name="connsiteY42-3634" fmla="*/ 1680648 h 6046908"/>
              <a:gd name="connsiteX43-3635" fmla="*/ 412426 w 4527226"/>
              <a:gd name="connsiteY43-3636" fmla="*/ 1474908 h 6046908"/>
              <a:gd name="connsiteX44-3637" fmla="*/ 442906 w 4527226"/>
              <a:gd name="connsiteY44-3638" fmla="*/ 1307268 h 6046908"/>
              <a:gd name="connsiteX45-3639" fmla="*/ 465766 w 4527226"/>
              <a:gd name="connsiteY45-3640" fmla="*/ 1192968 h 6046908"/>
              <a:gd name="connsiteX46-3641" fmla="*/ 503866 w 4527226"/>
              <a:gd name="connsiteY46-3642" fmla="*/ 1055808 h 6046908"/>
              <a:gd name="connsiteX47-3643" fmla="*/ 557206 w 4527226"/>
              <a:gd name="connsiteY47-3644" fmla="*/ 888168 h 6046908"/>
              <a:gd name="connsiteX48-3645" fmla="*/ 503866 w 4527226"/>
              <a:gd name="connsiteY48-3646" fmla="*/ 888168 h 6046908"/>
              <a:gd name="connsiteX49-3647" fmla="*/ 412426 w 4527226"/>
              <a:gd name="connsiteY49-3648" fmla="*/ 834828 h 6046908"/>
              <a:gd name="connsiteX50-3649" fmla="*/ 328606 w 4527226"/>
              <a:gd name="connsiteY50-3650" fmla="*/ 789108 h 6046908"/>
              <a:gd name="connsiteX51-3651" fmla="*/ 260026 w 4527226"/>
              <a:gd name="connsiteY51-3652" fmla="*/ 773868 h 6046908"/>
              <a:gd name="connsiteX52-3653" fmla="*/ 214306 w 4527226"/>
              <a:gd name="connsiteY52-3654" fmla="*/ 751008 h 6046908"/>
              <a:gd name="connsiteX53-3655" fmla="*/ 260026 w 4527226"/>
              <a:gd name="connsiteY53-3656" fmla="*/ 674808 h 6046908"/>
              <a:gd name="connsiteX54-3657" fmla="*/ 374326 w 4527226"/>
              <a:gd name="connsiteY54-3658" fmla="*/ 606228 h 6046908"/>
              <a:gd name="connsiteX55-3659" fmla="*/ 557206 w 4527226"/>
              <a:gd name="connsiteY55-3660" fmla="*/ 507168 h 6046908"/>
              <a:gd name="connsiteX56-3661" fmla="*/ 656266 w 4527226"/>
              <a:gd name="connsiteY56-3662" fmla="*/ 423348 h 6046908"/>
              <a:gd name="connsiteX57-3663" fmla="*/ 892486 w 4527226"/>
              <a:gd name="connsiteY57-3664" fmla="*/ 232848 h 6046908"/>
              <a:gd name="connsiteX58-3665" fmla="*/ 1174426 w 4527226"/>
              <a:gd name="connsiteY58-3666" fmla="*/ 80448 h 6046908"/>
              <a:gd name="connsiteX59-3667" fmla="*/ 1593526 w 4527226"/>
              <a:gd name="connsiteY59-3668" fmla="*/ 11868 h 6046908"/>
              <a:gd name="connsiteX60-3669" fmla="*/ 1944046 w 4527226"/>
              <a:gd name="connsiteY60-3670" fmla="*/ 4248 h 6046908"/>
              <a:gd name="connsiteX61-3671" fmla="*/ 2172646 w 4527226"/>
              <a:gd name="connsiteY61-3672" fmla="*/ 4248 h 6046908"/>
              <a:gd name="connsiteX62-3673" fmla="*/ 2393626 w 4527226"/>
              <a:gd name="connsiteY62-3674" fmla="*/ 57588 h 6046908"/>
              <a:gd name="connsiteX63-3675" fmla="*/ 2667946 w 4527226"/>
              <a:gd name="connsiteY63-3676" fmla="*/ 133788 h 6046908"/>
              <a:gd name="connsiteX64-3677" fmla="*/ 2820346 w 4527226"/>
              <a:gd name="connsiteY64-3678" fmla="*/ 202368 h 6046908"/>
              <a:gd name="connsiteX65-3679" fmla="*/ 3102286 w 4527226"/>
              <a:gd name="connsiteY65-3680" fmla="*/ 400488 h 6046908"/>
              <a:gd name="connsiteX66-3681" fmla="*/ 3285166 w 4527226"/>
              <a:gd name="connsiteY66-3682" fmla="*/ 651948 h 6046908"/>
              <a:gd name="connsiteX67-3683" fmla="*/ 3407086 w 4527226"/>
              <a:gd name="connsiteY67-3684" fmla="*/ 918648 h 6046908"/>
              <a:gd name="connsiteX68-3685" fmla="*/ 3475666 w 4527226"/>
              <a:gd name="connsiteY68-3686" fmla="*/ 1238688 h 6046908"/>
              <a:gd name="connsiteX69-3687" fmla="*/ 3506146 w 4527226"/>
              <a:gd name="connsiteY69-3688" fmla="*/ 1543488 h 6046908"/>
              <a:gd name="connsiteX70-3689" fmla="*/ 3506146 w 4527226"/>
              <a:gd name="connsiteY70-3690" fmla="*/ 1962588 h 6046908"/>
              <a:gd name="connsiteX71-3691" fmla="*/ 3338506 w 4527226"/>
              <a:gd name="connsiteY71-3692" fmla="*/ 2305488 h 6046908"/>
              <a:gd name="connsiteX72-3693" fmla="*/ 3254686 w 4527226"/>
              <a:gd name="connsiteY72-3694" fmla="*/ 2473128 h 6046908"/>
              <a:gd name="connsiteX73-3695" fmla="*/ 3132766 w 4527226"/>
              <a:gd name="connsiteY73-3696" fmla="*/ 2663628 h 6046908"/>
              <a:gd name="connsiteX74-3697" fmla="*/ 3071806 w 4527226"/>
              <a:gd name="connsiteY74-3698" fmla="*/ 2838888 h 6046908"/>
              <a:gd name="connsiteX75-3699" fmla="*/ 3064186 w 4527226"/>
              <a:gd name="connsiteY75-3700" fmla="*/ 2915088 h 6046908"/>
              <a:gd name="connsiteX76-3701" fmla="*/ 3018466 w 4527226"/>
              <a:gd name="connsiteY76-3702" fmla="*/ 3014148 h 6046908"/>
              <a:gd name="connsiteX77-3703" fmla="*/ 2980366 w 4527226"/>
              <a:gd name="connsiteY77-3704" fmla="*/ 3082728 h 6046908"/>
              <a:gd name="connsiteX78-3705" fmla="*/ 2957506 w 4527226"/>
              <a:gd name="connsiteY78-3706" fmla="*/ 3120828 h 6046908"/>
              <a:gd name="connsiteX79-3707" fmla="*/ 2957506 w 4527226"/>
              <a:gd name="connsiteY79-3708" fmla="*/ 3555168 h 6046908"/>
              <a:gd name="connsiteX80-3709" fmla="*/ 3010846 w 4527226"/>
              <a:gd name="connsiteY80-3710" fmla="*/ 3539928 h 6046908"/>
              <a:gd name="connsiteX81-3711" fmla="*/ 3109906 w 4527226"/>
              <a:gd name="connsiteY81-3712" fmla="*/ 3570408 h 6046908"/>
              <a:gd name="connsiteX82-3713" fmla="*/ 3140386 w 4527226"/>
              <a:gd name="connsiteY82-3714" fmla="*/ 3631368 h 6046908"/>
              <a:gd name="connsiteX83-3715" fmla="*/ 3117526 w 4527226"/>
              <a:gd name="connsiteY83-3716" fmla="*/ 3738048 h 6046908"/>
              <a:gd name="connsiteX84-3717" fmla="*/ 3125146 w 4527226"/>
              <a:gd name="connsiteY84-3718" fmla="*/ 4103808 h 6046908"/>
              <a:gd name="connsiteX85-3719" fmla="*/ 3163246 w 4527226"/>
              <a:gd name="connsiteY85-3720" fmla="*/ 4157148 h 6046908"/>
              <a:gd name="connsiteX86-3721" fmla="*/ 3201346 w 4527226"/>
              <a:gd name="connsiteY86-3722" fmla="*/ 4164768 h 6046908"/>
              <a:gd name="connsiteX87-3723" fmla="*/ 3231826 w 4527226"/>
              <a:gd name="connsiteY87-3724" fmla="*/ 4172388 h 6046908"/>
              <a:gd name="connsiteX88-3725" fmla="*/ 3285166 w 4527226"/>
              <a:gd name="connsiteY88-3726" fmla="*/ 4294308 h 6046908"/>
              <a:gd name="connsiteX89-3727" fmla="*/ 3300406 w 4527226"/>
              <a:gd name="connsiteY89-3728" fmla="*/ 4347648 h 6046908"/>
              <a:gd name="connsiteX90-3729" fmla="*/ 3330886 w 4527226"/>
              <a:gd name="connsiteY90-3730" fmla="*/ 4408608 h 6046908"/>
              <a:gd name="connsiteX91-3731" fmla="*/ 3551866 w 4527226"/>
              <a:gd name="connsiteY91-3732" fmla="*/ 4644828 h 6046908"/>
              <a:gd name="connsiteX92-3733" fmla="*/ 3887146 w 4527226"/>
              <a:gd name="connsiteY92-3734" fmla="*/ 5025828 h 6046908"/>
              <a:gd name="connsiteX93-3735" fmla="*/ 4100506 w 4527226"/>
              <a:gd name="connsiteY93-3736" fmla="*/ 5300148 h 6046908"/>
              <a:gd name="connsiteX94-3737" fmla="*/ 4367206 w 4527226"/>
              <a:gd name="connsiteY94-3738" fmla="*/ 5726868 h 6046908"/>
              <a:gd name="connsiteX95-3739" fmla="*/ 4527226 w 4527226"/>
              <a:gd name="connsiteY95-3740" fmla="*/ 6046908 h 6046908"/>
              <a:gd name="connsiteX0-3741" fmla="*/ 717226 w 4527226"/>
              <a:gd name="connsiteY0-3742" fmla="*/ 5063928 h 6046908"/>
              <a:gd name="connsiteX1-3743" fmla="*/ 709606 w 4527226"/>
              <a:gd name="connsiteY1-3744" fmla="*/ 5025828 h 6046908"/>
              <a:gd name="connsiteX2-3745" fmla="*/ 701986 w 4527226"/>
              <a:gd name="connsiteY2-3746" fmla="*/ 5002968 h 6046908"/>
              <a:gd name="connsiteX3-3747" fmla="*/ 968686 w 4527226"/>
              <a:gd name="connsiteY3-3748" fmla="*/ 4682928 h 6046908"/>
              <a:gd name="connsiteX4-3749" fmla="*/ 961066 w 4527226"/>
              <a:gd name="connsiteY4-3750" fmla="*/ 4644828 h 6046908"/>
              <a:gd name="connsiteX5-3751" fmla="*/ 1342066 w 4527226"/>
              <a:gd name="connsiteY5-3752" fmla="*/ 4172388 h 6046908"/>
              <a:gd name="connsiteX6-3753" fmla="*/ 1258246 w 4527226"/>
              <a:gd name="connsiteY6-3754" fmla="*/ 4012368 h 6046908"/>
              <a:gd name="connsiteX7-3755" fmla="*/ 1204906 w 4527226"/>
              <a:gd name="connsiteY7-3756" fmla="*/ 3928548 h 6046908"/>
              <a:gd name="connsiteX8-3757" fmla="*/ 1174426 w 4527226"/>
              <a:gd name="connsiteY8-3758" fmla="*/ 3768528 h 6046908"/>
              <a:gd name="connsiteX9-3759" fmla="*/ 1151566 w 4527226"/>
              <a:gd name="connsiteY9-3760" fmla="*/ 3699948 h 6046908"/>
              <a:gd name="connsiteX10-3761" fmla="*/ 1143946 w 4527226"/>
              <a:gd name="connsiteY10-3762" fmla="*/ 3669468 h 6046908"/>
              <a:gd name="connsiteX11-3763" fmla="*/ 1067746 w 4527226"/>
              <a:gd name="connsiteY11-3764" fmla="*/ 3661848 h 6046908"/>
              <a:gd name="connsiteX12-3765" fmla="*/ 938206 w 4527226"/>
              <a:gd name="connsiteY12-3766" fmla="*/ 3669468 h 6046908"/>
              <a:gd name="connsiteX13-3767" fmla="*/ 831526 w 4527226"/>
              <a:gd name="connsiteY13-3768" fmla="*/ 3692328 h 6046908"/>
              <a:gd name="connsiteX14-3769" fmla="*/ 610546 w 4527226"/>
              <a:gd name="connsiteY14-3770" fmla="*/ 3738048 h 6046908"/>
              <a:gd name="connsiteX15-3771" fmla="*/ 389566 w 4527226"/>
              <a:gd name="connsiteY15-3772" fmla="*/ 3638988 h 6046908"/>
              <a:gd name="connsiteX16-3773" fmla="*/ 381946 w 4527226"/>
              <a:gd name="connsiteY16-3774" fmla="*/ 3326568 h 6046908"/>
              <a:gd name="connsiteX17-3775" fmla="*/ 420046 w 4527226"/>
              <a:gd name="connsiteY17-3776" fmla="*/ 3227508 h 6046908"/>
              <a:gd name="connsiteX18-3777" fmla="*/ 389566 w 4527226"/>
              <a:gd name="connsiteY18-3778" fmla="*/ 3166548 h 6046908"/>
              <a:gd name="connsiteX19-3779" fmla="*/ 351466 w 4527226"/>
              <a:gd name="connsiteY19-3780" fmla="*/ 3105588 h 6046908"/>
              <a:gd name="connsiteX20-3781" fmla="*/ 397186 w 4527226"/>
              <a:gd name="connsiteY20-3782" fmla="*/ 3021768 h 6046908"/>
              <a:gd name="connsiteX21-3783" fmla="*/ 488626 w 4527226"/>
              <a:gd name="connsiteY21-3784" fmla="*/ 2998908 h 6046908"/>
              <a:gd name="connsiteX22-3785" fmla="*/ 471956 w 4527226"/>
              <a:gd name="connsiteY22-3786" fmla="*/ 2942709 h 6046908"/>
              <a:gd name="connsiteX23-3787" fmla="*/ 435286 w 4527226"/>
              <a:gd name="connsiteY23-3788" fmla="*/ 2930328 h 6046908"/>
              <a:gd name="connsiteX24-3789" fmla="*/ 389566 w 4527226"/>
              <a:gd name="connsiteY24-3790" fmla="*/ 2930328 h 6046908"/>
              <a:gd name="connsiteX25-3791" fmla="*/ 314000 w 4527226"/>
              <a:gd name="connsiteY25-3792" fmla="*/ 2893495 h 6046908"/>
              <a:gd name="connsiteX26-3793" fmla="*/ 320986 w 4527226"/>
              <a:gd name="connsiteY26-3794" fmla="*/ 2846508 h 6046908"/>
              <a:gd name="connsiteX27-3795" fmla="*/ 328606 w 4527226"/>
              <a:gd name="connsiteY27-3796" fmla="*/ 2793168 h 6046908"/>
              <a:gd name="connsiteX28-3797" fmla="*/ 313366 w 4527226"/>
              <a:gd name="connsiteY28-3798" fmla="*/ 2732208 h 6046908"/>
              <a:gd name="connsiteX29-3799" fmla="*/ 267646 w 4527226"/>
              <a:gd name="connsiteY29-3800" fmla="*/ 2671248 h 6046908"/>
              <a:gd name="connsiteX30-3801" fmla="*/ 176206 w 4527226"/>
              <a:gd name="connsiteY30-3802" fmla="*/ 2656008 h 6046908"/>
              <a:gd name="connsiteX31-3803" fmla="*/ 54286 w 4527226"/>
              <a:gd name="connsiteY31-3804" fmla="*/ 2610288 h 6046908"/>
              <a:gd name="connsiteX32-3805" fmla="*/ 7931 w 4527226"/>
              <a:gd name="connsiteY32-3806" fmla="*/ 2563298 h 6046908"/>
              <a:gd name="connsiteX33-3807" fmla="*/ 8566 w 4527226"/>
              <a:gd name="connsiteY33-3808" fmla="*/ 2488368 h 6046908"/>
              <a:gd name="connsiteX34-3809" fmla="*/ 92386 w 4527226"/>
              <a:gd name="connsiteY34-3810" fmla="*/ 2335968 h 6046908"/>
              <a:gd name="connsiteX35-3811" fmla="*/ 221926 w 4527226"/>
              <a:gd name="connsiteY35-3812" fmla="*/ 2175948 h 6046908"/>
              <a:gd name="connsiteX36-3813" fmla="*/ 282886 w 4527226"/>
              <a:gd name="connsiteY36-3814" fmla="*/ 2084508 h 6046908"/>
              <a:gd name="connsiteX37-3815" fmla="*/ 328606 w 4527226"/>
              <a:gd name="connsiteY37-3816" fmla="*/ 1977828 h 6046908"/>
              <a:gd name="connsiteX38-3817" fmla="*/ 359086 w 4527226"/>
              <a:gd name="connsiteY38-3818" fmla="*/ 1871148 h 6046908"/>
              <a:gd name="connsiteX39-3819" fmla="*/ 374326 w 4527226"/>
              <a:gd name="connsiteY39-3820" fmla="*/ 1810188 h 6046908"/>
              <a:gd name="connsiteX40-3821" fmla="*/ 343846 w 4527226"/>
              <a:gd name="connsiteY40-3822" fmla="*/ 1756848 h 6046908"/>
              <a:gd name="connsiteX41-3823" fmla="*/ 328606 w 4527226"/>
              <a:gd name="connsiteY41-3824" fmla="*/ 1680648 h 6046908"/>
              <a:gd name="connsiteX42-3825" fmla="*/ 412426 w 4527226"/>
              <a:gd name="connsiteY42-3826" fmla="*/ 1474908 h 6046908"/>
              <a:gd name="connsiteX43-3827" fmla="*/ 442906 w 4527226"/>
              <a:gd name="connsiteY43-3828" fmla="*/ 1307268 h 6046908"/>
              <a:gd name="connsiteX44-3829" fmla="*/ 465766 w 4527226"/>
              <a:gd name="connsiteY44-3830" fmla="*/ 1192968 h 6046908"/>
              <a:gd name="connsiteX45-3831" fmla="*/ 503866 w 4527226"/>
              <a:gd name="connsiteY45-3832" fmla="*/ 1055808 h 6046908"/>
              <a:gd name="connsiteX46-3833" fmla="*/ 557206 w 4527226"/>
              <a:gd name="connsiteY46-3834" fmla="*/ 888168 h 6046908"/>
              <a:gd name="connsiteX47-3835" fmla="*/ 503866 w 4527226"/>
              <a:gd name="connsiteY47-3836" fmla="*/ 888168 h 6046908"/>
              <a:gd name="connsiteX48-3837" fmla="*/ 412426 w 4527226"/>
              <a:gd name="connsiteY48-3838" fmla="*/ 834828 h 6046908"/>
              <a:gd name="connsiteX49-3839" fmla="*/ 328606 w 4527226"/>
              <a:gd name="connsiteY49-3840" fmla="*/ 789108 h 6046908"/>
              <a:gd name="connsiteX50-3841" fmla="*/ 260026 w 4527226"/>
              <a:gd name="connsiteY50-3842" fmla="*/ 773868 h 6046908"/>
              <a:gd name="connsiteX51-3843" fmla="*/ 214306 w 4527226"/>
              <a:gd name="connsiteY51-3844" fmla="*/ 751008 h 6046908"/>
              <a:gd name="connsiteX52-3845" fmla="*/ 260026 w 4527226"/>
              <a:gd name="connsiteY52-3846" fmla="*/ 674808 h 6046908"/>
              <a:gd name="connsiteX53-3847" fmla="*/ 374326 w 4527226"/>
              <a:gd name="connsiteY53-3848" fmla="*/ 606228 h 6046908"/>
              <a:gd name="connsiteX54-3849" fmla="*/ 557206 w 4527226"/>
              <a:gd name="connsiteY54-3850" fmla="*/ 507168 h 6046908"/>
              <a:gd name="connsiteX55-3851" fmla="*/ 656266 w 4527226"/>
              <a:gd name="connsiteY55-3852" fmla="*/ 423348 h 6046908"/>
              <a:gd name="connsiteX56-3853" fmla="*/ 892486 w 4527226"/>
              <a:gd name="connsiteY56-3854" fmla="*/ 232848 h 6046908"/>
              <a:gd name="connsiteX57-3855" fmla="*/ 1174426 w 4527226"/>
              <a:gd name="connsiteY57-3856" fmla="*/ 80448 h 6046908"/>
              <a:gd name="connsiteX58-3857" fmla="*/ 1593526 w 4527226"/>
              <a:gd name="connsiteY58-3858" fmla="*/ 11868 h 6046908"/>
              <a:gd name="connsiteX59-3859" fmla="*/ 1944046 w 4527226"/>
              <a:gd name="connsiteY59-3860" fmla="*/ 4248 h 6046908"/>
              <a:gd name="connsiteX60-3861" fmla="*/ 2172646 w 4527226"/>
              <a:gd name="connsiteY60-3862" fmla="*/ 4248 h 6046908"/>
              <a:gd name="connsiteX61-3863" fmla="*/ 2393626 w 4527226"/>
              <a:gd name="connsiteY61-3864" fmla="*/ 57588 h 6046908"/>
              <a:gd name="connsiteX62-3865" fmla="*/ 2667946 w 4527226"/>
              <a:gd name="connsiteY62-3866" fmla="*/ 133788 h 6046908"/>
              <a:gd name="connsiteX63-3867" fmla="*/ 2820346 w 4527226"/>
              <a:gd name="connsiteY63-3868" fmla="*/ 202368 h 6046908"/>
              <a:gd name="connsiteX64-3869" fmla="*/ 3102286 w 4527226"/>
              <a:gd name="connsiteY64-3870" fmla="*/ 400488 h 6046908"/>
              <a:gd name="connsiteX65-3871" fmla="*/ 3285166 w 4527226"/>
              <a:gd name="connsiteY65-3872" fmla="*/ 651948 h 6046908"/>
              <a:gd name="connsiteX66-3873" fmla="*/ 3407086 w 4527226"/>
              <a:gd name="connsiteY66-3874" fmla="*/ 918648 h 6046908"/>
              <a:gd name="connsiteX67-3875" fmla="*/ 3475666 w 4527226"/>
              <a:gd name="connsiteY67-3876" fmla="*/ 1238688 h 6046908"/>
              <a:gd name="connsiteX68-3877" fmla="*/ 3506146 w 4527226"/>
              <a:gd name="connsiteY68-3878" fmla="*/ 1543488 h 6046908"/>
              <a:gd name="connsiteX69-3879" fmla="*/ 3506146 w 4527226"/>
              <a:gd name="connsiteY69-3880" fmla="*/ 1962588 h 6046908"/>
              <a:gd name="connsiteX70-3881" fmla="*/ 3338506 w 4527226"/>
              <a:gd name="connsiteY70-3882" fmla="*/ 2305488 h 6046908"/>
              <a:gd name="connsiteX71-3883" fmla="*/ 3254686 w 4527226"/>
              <a:gd name="connsiteY71-3884" fmla="*/ 2473128 h 6046908"/>
              <a:gd name="connsiteX72-3885" fmla="*/ 3132766 w 4527226"/>
              <a:gd name="connsiteY72-3886" fmla="*/ 2663628 h 6046908"/>
              <a:gd name="connsiteX73-3887" fmla="*/ 3071806 w 4527226"/>
              <a:gd name="connsiteY73-3888" fmla="*/ 2838888 h 6046908"/>
              <a:gd name="connsiteX74-3889" fmla="*/ 3064186 w 4527226"/>
              <a:gd name="connsiteY74-3890" fmla="*/ 2915088 h 6046908"/>
              <a:gd name="connsiteX75-3891" fmla="*/ 3018466 w 4527226"/>
              <a:gd name="connsiteY75-3892" fmla="*/ 3014148 h 6046908"/>
              <a:gd name="connsiteX76-3893" fmla="*/ 2980366 w 4527226"/>
              <a:gd name="connsiteY76-3894" fmla="*/ 3082728 h 6046908"/>
              <a:gd name="connsiteX77-3895" fmla="*/ 2957506 w 4527226"/>
              <a:gd name="connsiteY77-3896" fmla="*/ 3120828 h 6046908"/>
              <a:gd name="connsiteX78-3897" fmla="*/ 2957506 w 4527226"/>
              <a:gd name="connsiteY78-3898" fmla="*/ 3555168 h 6046908"/>
              <a:gd name="connsiteX79-3899" fmla="*/ 3010846 w 4527226"/>
              <a:gd name="connsiteY79-3900" fmla="*/ 3539928 h 6046908"/>
              <a:gd name="connsiteX80-3901" fmla="*/ 3109906 w 4527226"/>
              <a:gd name="connsiteY80-3902" fmla="*/ 3570408 h 6046908"/>
              <a:gd name="connsiteX81-3903" fmla="*/ 3140386 w 4527226"/>
              <a:gd name="connsiteY81-3904" fmla="*/ 3631368 h 6046908"/>
              <a:gd name="connsiteX82-3905" fmla="*/ 3117526 w 4527226"/>
              <a:gd name="connsiteY82-3906" fmla="*/ 3738048 h 6046908"/>
              <a:gd name="connsiteX83-3907" fmla="*/ 3125146 w 4527226"/>
              <a:gd name="connsiteY83-3908" fmla="*/ 4103808 h 6046908"/>
              <a:gd name="connsiteX84-3909" fmla="*/ 3163246 w 4527226"/>
              <a:gd name="connsiteY84-3910" fmla="*/ 4157148 h 6046908"/>
              <a:gd name="connsiteX85-3911" fmla="*/ 3201346 w 4527226"/>
              <a:gd name="connsiteY85-3912" fmla="*/ 4164768 h 6046908"/>
              <a:gd name="connsiteX86-3913" fmla="*/ 3231826 w 4527226"/>
              <a:gd name="connsiteY86-3914" fmla="*/ 4172388 h 6046908"/>
              <a:gd name="connsiteX87-3915" fmla="*/ 3285166 w 4527226"/>
              <a:gd name="connsiteY87-3916" fmla="*/ 4294308 h 6046908"/>
              <a:gd name="connsiteX88-3917" fmla="*/ 3300406 w 4527226"/>
              <a:gd name="connsiteY88-3918" fmla="*/ 4347648 h 6046908"/>
              <a:gd name="connsiteX89-3919" fmla="*/ 3330886 w 4527226"/>
              <a:gd name="connsiteY89-3920" fmla="*/ 4408608 h 6046908"/>
              <a:gd name="connsiteX90-3921" fmla="*/ 3551866 w 4527226"/>
              <a:gd name="connsiteY90-3922" fmla="*/ 4644828 h 6046908"/>
              <a:gd name="connsiteX91-3923" fmla="*/ 3887146 w 4527226"/>
              <a:gd name="connsiteY91-3924" fmla="*/ 5025828 h 6046908"/>
              <a:gd name="connsiteX92-3925" fmla="*/ 4100506 w 4527226"/>
              <a:gd name="connsiteY92-3926" fmla="*/ 5300148 h 6046908"/>
              <a:gd name="connsiteX93-3927" fmla="*/ 4367206 w 4527226"/>
              <a:gd name="connsiteY93-3928" fmla="*/ 5726868 h 6046908"/>
              <a:gd name="connsiteX94-3929" fmla="*/ 4527226 w 4527226"/>
              <a:gd name="connsiteY94-3930" fmla="*/ 6046908 h 6046908"/>
              <a:gd name="connsiteX0-3931" fmla="*/ 709606 w 4527226"/>
              <a:gd name="connsiteY0-3932" fmla="*/ 5025828 h 6046908"/>
              <a:gd name="connsiteX1-3933" fmla="*/ 701986 w 4527226"/>
              <a:gd name="connsiteY1-3934" fmla="*/ 5002968 h 6046908"/>
              <a:gd name="connsiteX2-3935" fmla="*/ 968686 w 4527226"/>
              <a:gd name="connsiteY2-3936" fmla="*/ 4682928 h 6046908"/>
              <a:gd name="connsiteX3-3937" fmla="*/ 961066 w 4527226"/>
              <a:gd name="connsiteY3-3938" fmla="*/ 4644828 h 6046908"/>
              <a:gd name="connsiteX4-3939" fmla="*/ 1342066 w 4527226"/>
              <a:gd name="connsiteY4-3940" fmla="*/ 4172388 h 6046908"/>
              <a:gd name="connsiteX5-3941" fmla="*/ 1258246 w 4527226"/>
              <a:gd name="connsiteY5-3942" fmla="*/ 4012368 h 6046908"/>
              <a:gd name="connsiteX6-3943" fmla="*/ 1204906 w 4527226"/>
              <a:gd name="connsiteY6-3944" fmla="*/ 3928548 h 6046908"/>
              <a:gd name="connsiteX7-3945" fmla="*/ 1174426 w 4527226"/>
              <a:gd name="connsiteY7-3946" fmla="*/ 3768528 h 6046908"/>
              <a:gd name="connsiteX8-3947" fmla="*/ 1151566 w 4527226"/>
              <a:gd name="connsiteY8-3948" fmla="*/ 3699948 h 6046908"/>
              <a:gd name="connsiteX9-3949" fmla="*/ 1143946 w 4527226"/>
              <a:gd name="connsiteY9-3950" fmla="*/ 3669468 h 6046908"/>
              <a:gd name="connsiteX10-3951" fmla="*/ 1067746 w 4527226"/>
              <a:gd name="connsiteY10-3952" fmla="*/ 3661848 h 6046908"/>
              <a:gd name="connsiteX11-3953" fmla="*/ 938206 w 4527226"/>
              <a:gd name="connsiteY11-3954" fmla="*/ 3669468 h 6046908"/>
              <a:gd name="connsiteX12-3955" fmla="*/ 831526 w 4527226"/>
              <a:gd name="connsiteY12-3956" fmla="*/ 3692328 h 6046908"/>
              <a:gd name="connsiteX13-3957" fmla="*/ 610546 w 4527226"/>
              <a:gd name="connsiteY13-3958" fmla="*/ 3738048 h 6046908"/>
              <a:gd name="connsiteX14-3959" fmla="*/ 389566 w 4527226"/>
              <a:gd name="connsiteY14-3960" fmla="*/ 3638988 h 6046908"/>
              <a:gd name="connsiteX15-3961" fmla="*/ 381946 w 4527226"/>
              <a:gd name="connsiteY15-3962" fmla="*/ 3326568 h 6046908"/>
              <a:gd name="connsiteX16-3963" fmla="*/ 420046 w 4527226"/>
              <a:gd name="connsiteY16-3964" fmla="*/ 3227508 h 6046908"/>
              <a:gd name="connsiteX17-3965" fmla="*/ 389566 w 4527226"/>
              <a:gd name="connsiteY17-3966" fmla="*/ 3166548 h 6046908"/>
              <a:gd name="connsiteX18-3967" fmla="*/ 351466 w 4527226"/>
              <a:gd name="connsiteY18-3968" fmla="*/ 3105588 h 6046908"/>
              <a:gd name="connsiteX19-3969" fmla="*/ 397186 w 4527226"/>
              <a:gd name="connsiteY19-3970" fmla="*/ 3021768 h 6046908"/>
              <a:gd name="connsiteX20-3971" fmla="*/ 488626 w 4527226"/>
              <a:gd name="connsiteY20-3972" fmla="*/ 2998908 h 6046908"/>
              <a:gd name="connsiteX21-3973" fmla="*/ 471956 w 4527226"/>
              <a:gd name="connsiteY21-3974" fmla="*/ 2942709 h 6046908"/>
              <a:gd name="connsiteX22-3975" fmla="*/ 435286 w 4527226"/>
              <a:gd name="connsiteY22-3976" fmla="*/ 2930328 h 6046908"/>
              <a:gd name="connsiteX23-3977" fmla="*/ 389566 w 4527226"/>
              <a:gd name="connsiteY23-3978" fmla="*/ 2930328 h 6046908"/>
              <a:gd name="connsiteX24-3979" fmla="*/ 314000 w 4527226"/>
              <a:gd name="connsiteY24-3980" fmla="*/ 2893495 h 6046908"/>
              <a:gd name="connsiteX25-3981" fmla="*/ 320986 w 4527226"/>
              <a:gd name="connsiteY25-3982" fmla="*/ 2846508 h 6046908"/>
              <a:gd name="connsiteX26-3983" fmla="*/ 328606 w 4527226"/>
              <a:gd name="connsiteY26-3984" fmla="*/ 2793168 h 6046908"/>
              <a:gd name="connsiteX27-3985" fmla="*/ 313366 w 4527226"/>
              <a:gd name="connsiteY27-3986" fmla="*/ 2732208 h 6046908"/>
              <a:gd name="connsiteX28-3987" fmla="*/ 267646 w 4527226"/>
              <a:gd name="connsiteY28-3988" fmla="*/ 2671248 h 6046908"/>
              <a:gd name="connsiteX29-3989" fmla="*/ 176206 w 4527226"/>
              <a:gd name="connsiteY29-3990" fmla="*/ 2656008 h 6046908"/>
              <a:gd name="connsiteX30-3991" fmla="*/ 54286 w 4527226"/>
              <a:gd name="connsiteY30-3992" fmla="*/ 2610288 h 6046908"/>
              <a:gd name="connsiteX31-3993" fmla="*/ 7931 w 4527226"/>
              <a:gd name="connsiteY31-3994" fmla="*/ 2563298 h 6046908"/>
              <a:gd name="connsiteX32-3995" fmla="*/ 8566 w 4527226"/>
              <a:gd name="connsiteY32-3996" fmla="*/ 2488368 h 6046908"/>
              <a:gd name="connsiteX33-3997" fmla="*/ 92386 w 4527226"/>
              <a:gd name="connsiteY33-3998" fmla="*/ 2335968 h 6046908"/>
              <a:gd name="connsiteX34-3999" fmla="*/ 221926 w 4527226"/>
              <a:gd name="connsiteY34-4000" fmla="*/ 2175948 h 6046908"/>
              <a:gd name="connsiteX35-4001" fmla="*/ 282886 w 4527226"/>
              <a:gd name="connsiteY35-4002" fmla="*/ 2084508 h 6046908"/>
              <a:gd name="connsiteX36-4003" fmla="*/ 328606 w 4527226"/>
              <a:gd name="connsiteY36-4004" fmla="*/ 1977828 h 6046908"/>
              <a:gd name="connsiteX37-4005" fmla="*/ 359086 w 4527226"/>
              <a:gd name="connsiteY37-4006" fmla="*/ 1871148 h 6046908"/>
              <a:gd name="connsiteX38-4007" fmla="*/ 374326 w 4527226"/>
              <a:gd name="connsiteY38-4008" fmla="*/ 1810188 h 6046908"/>
              <a:gd name="connsiteX39-4009" fmla="*/ 343846 w 4527226"/>
              <a:gd name="connsiteY39-4010" fmla="*/ 1756848 h 6046908"/>
              <a:gd name="connsiteX40-4011" fmla="*/ 328606 w 4527226"/>
              <a:gd name="connsiteY40-4012" fmla="*/ 1680648 h 6046908"/>
              <a:gd name="connsiteX41-4013" fmla="*/ 412426 w 4527226"/>
              <a:gd name="connsiteY41-4014" fmla="*/ 1474908 h 6046908"/>
              <a:gd name="connsiteX42-4015" fmla="*/ 442906 w 4527226"/>
              <a:gd name="connsiteY42-4016" fmla="*/ 1307268 h 6046908"/>
              <a:gd name="connsiteX43-4017" fmla="*/ 465766 w 4527226"/>
              <a:gd name="connsiteY43-4018" fmla="*/ 1192968 h 6046908"/>
              <a:gd name="connsiteX44-4019" fmla="*/ 503866 w 4527226"/>
              <a:gd name="connsiteY44-4020" fmla="*/ 1055808 h 6046908"/>
              <a:gd name="connsiteX45-4021" fmla="*/ 557206 w 4527226"/>
              <a:gd name="connsiteY45-4022" fmla="*/ 888168 h 6046908"/>
              <a:gd name="connsiteX46-4023" fmla="*/ 503866 w 4527226"/>
              <a:gd name="connsiteY46-4024" fmla="*/ 888168 h 6046908"/>
              <a:gd name="connsiteX47-4025" fmla="*/ 412426 w 4527226"/>
              <a:gd name="connsiteY47-4026" fmla="*/ 834828 h 6046908"/>
              <a:gd name="connsiteX48-4027" fmla="*/ 328606 w 4527226"/>
              <a:gd name="connsiteY48-4028" fmla="*/ 789108 h 6046908"/>
              <a:gd name="connsiteX49-4029" fmla="*/ 260026 w 4527226"/>
              <a:gd name="connsiteY49-4030" fmla="*/ 773868 h 6046908"/>
              <a:gd name="connsiteX50-4031" fmla="*/ 214306 w 4527226"/>
              <a:gd name="connsiteY50-4032" fmla="*/ 751008 h 6046908"/>
              <a:gd name="connsiteX51-4033" fmla="*/ 260026 w 4527226"/>
              <a:gd name="connsiteY51-4034" fmla="*/ 674808 h 6046908"/>
              <a:gd name="connsiteX52-4035" fmla="*/ 374326 w 4527226"/>
              <a:gd name="connsiteY52-4036" fmla="*/ 606228 h 6046908"/>
              <a:gd name="connsiteX53-4037" fmla="*/ 557206 w 4527226"/>
              <a:gd name="connsiteY53-4038" fmla="*/ 507168 h 6046908"/>
              <a:gd name="connsiteX54-4039" fmla="*/ 656266 w 4527226"/>
              <a:gd name="connsiteY54-4040" fmla="*/ 423348 h 6046908"/>
              <a:gd name="connsiteX55-4041" fmla="*/ 892486 w 4527226"/>
              <a:gd name="connsiteY55-4042" fmla="*/ 232848 h 6046908"/>
              <a:gd name="connsiteX56-4043" fmla="*/ 1174426 w 4527226"/>
              <a:gd name="connsiteY56-4044" fmla="*/ 80448 h 6046908"/>
              <a:gd name="connsiteX57-4045" fmla="*/ 1593526 w 4527226"/>
              <a:gd name="connsiteY57-4046" fmla="*/ 11868 h 6046908"/>
              <a:gd name="connsiteX58-4047" fmla="*/ 1944046 w 4527226"/>
              <a:gd name="connsiteY58-4048" fmla="*/ 4248 h 6046908"/>
              <a:gd name="connsiteX59-4049" fmla="*/ 2172646 w 4527226"/>
              <a:gd name="connsiteY59-4050" fmla="*/ 4248 h 6046908"/>
              <a:gd name="connsiteX60-4051" fmla="*/ 2393626 w 4527226"/>
              <a:gd name="connsiteY60-4052" fmla="*/ 57588 h 6046908"/>
              <a:gd name="connsiteX61-4053" fmla="*/ 2667946 w 4527226"/>
              <a:gd name="connsiteY61-4054" fmla="*/ 133788 h 6046908"/>
              <a:gd name="connsiteX62-4055" fmla="*/ 2820346 w 4527226"/>
              <a:gd name="connsiteY62-4056" fmla="*/ 202368 h 6046908"/>
              <a:gd name="connsiteX63-4057" fmla="*/ 3102286 w 4527226"/>
              <a:gd name="connsiteY63-4058" fmla="*/ 400488 h 6046908"/>
              <a:gd name="connsiteX64-4059" fmla="*/ 3285166 w 4527226"/>
              <a:gd name="connsiteY64-4060" fmla="*/ 651948 h 6046908"/>
              <a:gd name="connsiteX65-4061" fmla="*/ 3407086 w 4527226"/>
              <a:gd name="connsiteY65-4062" fmla="*/ 918648 h 6046908"/>
              <a:gd name="connsiteX66-4063" fmla="*/ 3475666 w 4527226"/>
              <a:gd name="connsiteY66-4064" fmla="*/ 1238688 h 6046908"/>
              <a:gd name="connsiteX67-4065" fmla="*/ 3506146 w 4527226"/>
              <a:gd name="connsiteY67-4066" fmla="*/ 1543488 h 6046908"/>
              <a:gd name="connsiteX68-4067" fmla="*/ 3506146 w 4527226"/>
              <a:gd name="connsiteY68-4068" fmla="*/ 1962588 h 6046908"/>
              <a:gd name="connsiteX69-4069" fmla="*/ 3338506 w 4527226"/>
              <a:gd name="connsiteY69-4070" fmla="*/ 2305488 h 6046908"/>
              <a:gd name="connsiteX70-4071" fmla="*/ 3254686 w 4527226"/>
              <a:gd name="connsiteY70-4072" fmla="*/ 2473128 h 6046908"/>
              <a:gd name="connsiteX71-4073" fmla="*/ 3132766 w 4527226"/>
              <a:gd name="connsiteY71-4074" fmla="*/ 2663628 h 6046908"/>
              <a:gd name="connsiteX72-4075" fmla="*/ 3071806 w 4527226"/>
              <a:gd name="connsiteY72-4076" fmla="*/ 2838888 h 6046908"/>
              <a:gd name="connsiteX73-4077" fmla="*/ 3064186 w 4527226"/>
              <a:gd name="connsiteY73-4078" fmla="*/ 2915088 h 6046908"/>
              <a:gd name="connsiteX74-4079" fmla="*/ 3018466 w 4527226"/>
              <a:gd name="connsiteY74-4080" fmla="*/ 3014148 h 6046908"/>
              <a:gd name="connsiteX75-4081" fmla="*/ 2980366 w 4527226"/>
              <a:gd name="connsiteY75-4082" fmla="*/ 3082728 h 6046908"/>
              <a:gd name="connsiteX76-4083" fmla="*/ 2957506 w 4527226"/>
              <a:gd name="connsiteY76-4084" fmla="*/ 3120828 h 6046908"/>
              <a:gd name="connsiteX77-4085" fmla="*/ 2957506 w 4527226"/>
              <a:gd name="connsiteY77-4086" fmla="*/ 3555168 h 6046908"/>
              <a:gd name="connsiteX78-4087" fmla="*/ 3010846 w 4527226"/>
              <a:gd name="connsiteY78-4088" fmla="*/ 3539928 h 6046908"/>
              <a:gd name="connsiteX79-4089" fmla="*/ 3109906 w 4527226"/>
              <a:gd name="connsiteY79-4090" fmla="*/ 3570408 h 6046908"/>
              <a:gd name="connsiteX80-4091" fmla="*/ 3140386 w 4527226"/>
              <a:gd name="connsiteY80-4092" fmla="*/ 3631368 h 6046908"/>
              <a:gd name="connsiteX81-4093" fmla="*/ 3117526 w 4527226"/>
              <a:gd name="connsiteY81-4094" fmla="*/ 3738048 h 6046908"/>
              <a:gd name="connsiteX82-4095" fmla="*/ 3125146 w 4527226"/>
              <a:gd name="connsiteY82-4096" fmla="*/ 4103808 h 6046908"/>
              <a:gd name="connsiteX83-4097" fmla="*/ 3163246 w 4527226"/>
              <a:gd name="connsiteY83-4098" fmla="*/ 4157148 h 6046908"/>
              <a:gd name="connsiteX84-4099" fmla="*/ 3201346 w 4527226"/>
              <a:gd name="connsiteY84-4100" fmla="*/ 4164768 h 6046908"/>
              <a:gd name="connsiteX85-4101" fmla="*/ 3231826 w 4527226"/>
              <a:gd name="connsiteY85-4102" fmla="*/ 4172388 h 6046908"/>
              <a:gd name="connsiteX86-4103" fmla="*/ 3285166 w 4527226"/>
              <a:gd name="connsiteY86-4104" fmla="*/ 4294308 h 6046908"/>
              <a:gd name="connsiteX87-4105" fmla="*/ 3300406 w 4527226"/>
              <a:gd name="connsiteY87-4106" fmla="*/ 4347648 h 6046908"/>
              <a:gd name="connsiteX88-4107" fmla="*/ 3330886 w 4527226"/>
              <a:gd name="connsiteY88-4108" fmla="*/ 4408608 h 6046908"/>
              <a:gd name="connsiteX89-4109" fmla="*/ 3551866 w 4527226"/>
              <a:gd name="connsiteY89-4110" fmla="*/ 4644828 h 6046908"/>
              <a:gd name="connsiteX90-4111" fmla="*/ 3887146 w 4527226"/>
              <a:gd name="connsiteY90-4112" fmla="*/ 5025828 h 6046908"/>
              <a:gd name="connsiteX91-4113" fmla="*/ 4100506 w 4527226"/>
              <a:gd name="connsiteY91-4114" fmla="*/ 5300148 h 6046908"/>
              <a:gd name="connsiteX92-4115" fmla="*/ 4367206 w 4527226"/>
              <a:gd name="connsiteY92-4116" fmla="*/ 5726868 h 6046908"/>
              <a:gd name="connsiteX93-4117" fmla="*/ 4527226 w 4527226"/>
              <a:gd name="connsiteY93-4118" fmla="*/ 6046908 h 6046908"/>
              <a:gd name="connsiteX0-4119" fmla="*/ 701986 w 4527226"/>
              <a:gd name="connsiteY0-4120" fmla="*/ 5002968 h 6046908"/>
              <a:gd name="connsiteX1-4121" fmla="*/ 968686 w 4527226"/>
              <a:gd name="connsiteY1-4122" fmla="*/ 4682928 h 6046908"/>
              <a:gd name="connsiteX2-4123" fmla="*/ 961066 w 4527226"/>
              <a:gd name="connsiteY2-4124" fmla="*/ 4644828 h 6046908"/>
              <a:gd name="connsiteX3-4125" fmla="*/ 1342066 w 4527226"/>
              <a:gd name="connsiteY3-4126" fmla="*/ 4172388 h 6046908"/>
              <a:gd name="connsiteX4-4127" fmla="*/ 1258246 w 4527226"/>
              <a:gd name="connsiteY4-4128" fmla="*/ 4012368 h 6046908"/>
              <a:gd name="connsiteX5-4129" fmla="*/ 1204906 w 4527226"/>
              <a:gd name="connsiteY5-4130" fmla="*/ 3928548 h 6046908"/>
              <a:gd name="connsiteX6-4131" fmla="*/ 1174426 w 4527226"/>
              <a:gd name="connsiteY6-4132" fmla="*/ 3768528 h 6046908"/>
              <a:gd name="connsiteX7-4133" fmla="*/ 1151566 w 4527226"/>
              <a:gd name="connsiteY7-4134" fmla="*/ 3699948 h 6046908"/>
              <a:gd name="connsiteX8-4135" fmla="*/ 1143946 w 4527226"/>
              <a:gd name="connsiteY8-4136" fmla="*/ 3669468 h 6046908"/>
              <a:gd name="connsiteX9-4137" fmla="*/ 1067746 w 4527226"/>
              <a:gd name="connsiteY9-4138" fmla="*/ 3661848 h 6046908"/>
              <a:gd name="connsiteX10-4139" fmla="*/ 938206 w 4527226"/>
              <a:gd name="connsiteY10-4140" fmla="*/ 3669468 h 6046908"/>
              <a:gd name="connsiteX11-4141" fmla="*/ 831526 w 4527226"/>
              <a:gd name="connsiteY11-4142" fmla="*/ 3692328 h 6046908"/>
              <a:gd name="connsiteX12-4143" fmla="*/ 610546 w 4527226"/>
              <a:gd name="connsiteY12-4144" fmla="*/ 3738048 h 6046908"/>
              <a:gd name="connsiteX13-4145" fmla="*/ 389566 w 4527226"/>
              <a:gd name="connsiteY13-4146" fmla="*/ 3638988 h 6046908"/>
              <a:gd name="connsiteX14-4147" fmla="*/ 381946 w 4527226"/>
              <a:gd name="connsiteY14-4148" fmla="*/ 3326568 h 6046908"/>
              <a:gd name="connsiteX15-4149" fmla="*/ 420046 w 4527226"/>
              <a:gd name="connsiteY15-4150" fmla="*/ 3227508 h 6046908"/>
              <a:gd name="connsiteX16-4151" fmla="*/ 389566 w 4527226"/>
              <a:gd name="connsiteY16-4152" fmla="*/ 3166548 h 6046908"/>
              <a:gd name="connsiteX17-4153" fmla="*/ 351466 w 4527226"/>
              <a:gd name="connsiteY17-4154" fmla="*/ 3105588 h 6046908"/>
              <a:gd name="connsiteX18-4155" fmla="*/ 397186 w 4527226"/>
              <a:gd name="connsiteY18-4156" fmla="*/ 3021768 h 6046908"/>
              <a:gd name="connsiteX19-4157" fmla="*/ 488626 w 4527226"/>
              <a:gd name="connsiteY19-4158" fmla="*/ 2998908 h 6046908"/>
              <a:gd name="connsiteX20-4159" fmla="*/ 471956 w 4527226"/>
              <a:gd name="connsiteY20-4160" fmla="*/ 2942709 h 6046908"/>
              <a:gd name="connsiteX21-4161" fmla="*/ 435286 w 4527226"/>
              <a:gd name="connsiteY21-4162" fmla="*/ 2930328 h 6046908"/>
              <a:gd name="connsiteX22-4163" fmla="*/ 389566 w 4527226"/>
              <a:gd name="connsiteY22-4164" fmla="*/ 2930328 h 6046908"/>
              <a:gd name="connsiteX23-4165" fmla="*/ 314000 w 4527226"/>
              <a:gd name="connsiteY23-4166" fmla="*/ 2893495 h 6046908"/>
              <a:gd name="connsiteX24-4167" fmla="*/ 320986 w 4527226"/>
              <a:gd name="connsiteY24-4168" fmla="*/ 2846508 h 6046908"/>
              <a:gd name="connsiteX25-4169" fmla="*/ 328606 w 4527226"/>
              <a:gd name="connsiteY25-4170" fmla="*/ 2793168 h 6046908"/>
              <a:gd name="connsiteX26-4171" fmla="*/ 313366 w 4527226"/>
              <a:gd name="connsiteY26-4172" fmla="*/ 2732208 h 6046908"/>
              <a:gd name="connsiteX27-4173" fmla="*/ 267646 w 4527226"/>
              <a:gd name="connsiteY27-4174" fmla="*/ 2671248 h 6046908"/>
              <a:gd name="connsiteX28-4175" fmla="*/ 176206 w 4527226"/>
              <a:gd name="connsiteY28-4176" fmla="*/ 2656008 h 6046908"/>
              <a:gd name="connsiteX29-4177" fmla="*/ 54286 w 4527226"/>
              <a:gd name="connsiteY29-4178" fmla="*/ 2610288 h 6046908"/>
              <a:gd name="connsiteX30-4179" fmla="*/ 7931 w 4527226"/>
              <a:gd name="connsiteY30-4180" fmla="*/ 2563298 h 6046908"/>
              <a:gd name="connsiteX31-4181" fmla="*/ 8566 w 4527226"/>
              <a:gd name="connsiteY31-4182" fmla="*/ 2488368 h 6046908"/>
              <a:gd name="connsiteX32-4183" fmla="*/ 92386 w 4527226"/>
              <a:gd name="connsiteY32-4184" fmla="*/ 2335968 h 6046908"/>
              <a:gd name="connsiteX33-4185" fmla="*/ 221926 w 4527226"/>
              <a:gd name="connsiteY33-4186" fmla="*/ 2175948 h 6046908"/>
              <a:gd name="connsiteX34-4187" fmla="*/ 282886 w 4527226"/>
              <a:gd name="connsiteY34-4188" fmla="*/ 2084508 h 6046908"/>
              <a:gd name="connsiteX35-4189" fmla="*/ 328606 w 4527226"/>
              <a:gd name="connsiteY35-4190" fmla="*/ 1977828 h 6046908"/>
              <a:gd name="connsiteX36-4191" fmla="*/ 359086 w 4527226"/>
              <a:gd name="connsiteY36-4192" fmla="*/ 1871148 h 6046908"/>
              <a:gd name="connsiteX37-4193" fmla="*/ 374326 w 4527226"/>
              <a:gd name="connsiteY37-4194" fmla="*/ 1810188 h 6046908"/>
              <a:gd name="connsiteX38-4195" fmla="*/ 343846 w 4527226"/>
              <a:gd name="connsiteY38-4196" fmla="*/ 1756848 h 6046908"/>
              <a:gd name="connsiteX39-4197" fmla="*/ 328606 w 4527226"/>
              <a:gd name="connsiteY39-4198" fmla="*/ 1680648 h 6046908"/>
              <a:gd name="connsiteX40-4199" fmla="*/ 412426 w 4527226"/>
              <a:gd name="connsiteY40-4200" fmla="*/ 1474908 h 6046908"/>
              <a:gd name="connsiteX41-4201" fmla="*/ 442906 w 4527226"/>
              <a:gd name="connsiteY41-4202" fmla="*/ 1307268 h 6046908"/>
              <a:gd name="connsiteX42-4203" fmla="*/ 465766 w 4527226"/>
              <a:gd name="connsiteY42-4204" fmla="*/ 1192968 h 6046908"/>
              <a:gd name="connsiteX43-4205" fmla="*/ 503866 w 4527226"/>
              <a:gd name="connsiteY43-4206" fmla="*/ 1055808 h 6046908"/>
              <a:gd name="connsiteX44-4207" fmla="*/ 557206 w 4527226"/>
              <a:gd name="connsiteY44-4208" fmla="*/ 888168 h 6046908"/>
              <a:gd name="connsiteX45-4209" fmla="*/ 503866 w 4527226"/>
              <a:gd name="connsiteY45-4210" fmla="*/ 888168 h 6046908"/>
              <a:gd name="connsiteX46-4211" fmla="*/ 412426 w 4527226"/>
              <a:gd name="connsiteY46-4212" fmla="*/ 834828 h 6046908"/>
              <a:gd name="connsiteX47-4213" fmla="*/ 328606 w 4527226"/>
              <a:gd name="connsiteY47-4214" fmla="*/ 789108 h 6046908"/>
              <a:gd name="connsiteX48-4215" fmla="*/ 260026 w 4527226"/>
              <a:gd name="connsiteY48-4216" fmla="*/ 773868 h 6046908"/>
              <a:gd name="connsiteX49-4217" fmla="*/ 214306 w 4527226"/>
              <a:gd name="connsiteY49-4218" fmla="*/ 751008 h 6046908"/>
              <a:gd name="connsiteX50-4219" fmla="*/ 260026 w 4527226"/>
              <a:gd name="connsiteY50-4220" fmla="*/ 674808 h 6046908"/>
              <a:gd name="connsiteX51-4221" fmla="*/ 374326 w 4527226"/>
              <a:gd name="connsiteY51-4222" fmla="*/ 606228 h 6046908"/>
              <a:gd name="connsiteX52-4223" fmla="*/ 557206 w 4527226"/>
              <a:gd name="connsiteY52-4224" fmla="*/ 507168 h 6046908"/>
              <a:gd name="connsiteX53-4225" fmla="*/ 656266 w 4527226"/>
              <a:gd name="connsiteY53-4226" fmla="*/ 423348 h 6046908"/>
              <a:gd name="connsiteX54-4227" fmla="*/ 892486 w 4527226"/>
              <a:gd name="connsiteY54-4228" fmla="*/ 232848 h 6046908"/>
              <a:gd name="connsiteX55-4229" fmla="*/ 1174426 w 4527226"/>
              <a:gd name="connsiteY55-4230" fmla="*/ 80448 h 6046908"/>
              <a:gd name="connsiteX56-4231" fmla="*/ 1593526 w 4527226"/>
              <a:gd name="connsiteY56-4232" fmla="*/ 11868 h 6046908"/>
              <a:gd name="connsiteX57-4233" fmla="*/ 1944046 w 4527226"/>
              <a:gd name="connsiteY57-4234" fmla="*/ 4248 h 6046908"/>
              <a:gd name="connsiteX58-4235" fmla="*/ 2172646 w 4527226"/>
              <a:gd name="connsiteY58-4236" fmla="*/ 4248 h 6046908"/>
              <a:gd name="connsiteX59-4237" fmla="*/ 2393626 w 4527226"/>
              <a:gd name="connsiteY59-4238" fmla="*/ 57588 h 6046908"/>
              <a:gd name="connsiteX60-4239" fmla="*/ 2667946 w 4527226"/>
              <a:gd name="connsiteY60-4240" fmla="*/ 133788 h 6046908"/>
              <a:gd name="connsiteX61-4241" fmla="*/ 2820346 w 4527226"/>
              <a:gd name="connsiteY61-4242" fmla="*/ 202368 h 6046908"/>
              <a:gd name="connsiteX62-4243" fmla="*/ 3102286 w 4527226"/>
              <a:gd name="connsiteY62-4244" fmla="*/ 400488 h 6046908"/>
              <a:gd name="connsiteX63-4245" fmla="*/ 3285166 w 4527226"/>
              <a:gd name="connsiteY63-4246" fmla="*/ 651948 h 6046908"/>
              <a:gd name="connsiteX64-4247" fmla="*/ 3407086 w 4527226"/>
              <a:gd name="connsiteY64-4248" fmla="*/ 918648 h 6046908"/>
              <a:gd name="connsiteX65-4249" fmla="*/ 3475666 w 4527226"/>
              <a:gd name="connsiteY65-4250" fmla="*/ 1238688 h 6046908"/>
              <a:gd name="connsiteX66-4251" fmla="*/ 3506146 w 4527226"/>
              <a:gd name="connsiteY66-4252" fmla="*/ 1543488 h 6046908"/>
              <a:gd name="connsiteX67-4253" fmla="*/ 3506146 w 4527226"/>
              <a:gd name="connsiteY67-4254" fmla="*/ 1962588 h 6046908"/>
              <a:gd name="connsiteX68-4255" fmla="*/ 3338506 w 4527226"/>
              <a:gd name="connsiteY68-4256" fmla="*/ 2305488 h 6046908"/>
              <a:gd name="connsiteX69-4257" fmla="*/ 3254686 w 4527226"/>
              <a:gd name="connsiteY69-4258" fmla="*/ 2473128 h 6046908"/>
              <a:gd name="connsiteX70-4259" fmla="*/ 3132766 w 4527226"/>
              <a:gd name="connsiteY70-4260" fmla="*/ 2663628 h 6046908"/>
              <a:gd name="connsiteX71-4261" fmla="*/ 3071806 w 4527226"/>
              <a:gd name="connsiteY71-4262" fmla="*/ 2838888 h 6046908"/>
              <a:gd name="connsiteX72-4263" fmla="*/ 3064186 w 4527226"/>
              <a:gd name="connsiteY72-4264" fmla="*/ 2915088 h 6046908"/>
              <a:gd name="connsiteX73-4265" fmla="*/ 3018466 w 4527226"/>
              <a:gd name="connsiteY73-4266" fmla="*/ 3014148 h 6046908"/>
              <a:gd name="connsiteX74-4267" fmla="*/ 2980366 w 4527226"/>
              <a:gd name="connsiteY74-4268" fmla="*/ 3082728 h 6046908"/>
              <a:gd name="connsiteX75-4269" fmla="*/ 2957506 w 4527226"/>
              <a:gd name="connsiteY75-4270" fmla="*/ 3120828 h 6046908"/>
              <a:gd name="connsiteX76-4271" fmla="*/ 2957506 w 4527226"/>
              <a:gd name="connsiteY76-4272" fmla="*/ 3555168 h 6046908"/>
              <a:gd name="connsiteX77-4273" fmla="*/ 3010846 w 4527226"/>
              <a:gd name="connsiteY77-4274" fmla="*/ 3539928 h 6046908"/>
              <a:gd name="connsiteX78-4275" fmla="*/ 3109906 w 4527226"/>
              <a:gd name="connsiteY78-4276" fmla="*/ 3570408 h 6046908"/>
              <a:gd name="connsiteX79-4277" fmla="*/ 3140386 w 4527226"/>
              <a:gd name="connsiteY79-4278" fmla="*/ 3631368 h 6046908"/>
              <a:gd name="connsiteX80-4279" fmla="*/ 3117526 w 4527226"/>
              <a:gd name="connsiteY80-4280" fmla="*/ 3738048 h 6046908"/>
              <a:gd name="connsiteX81-4281" fmla="*/ 3125146 w 4527226"/>
              <a:gd name="connsiteY81-4282" fmla="*/ 4103808 h 6046908"/>
              <a:gd name="connsiteX82-4283" fmla="*/ 3163246 w 4527226"/>
              <a:gd name="connsiteY82-4284" fmla="*/ 4157148 h 6046908"/>
              <a:gd name="connsiteX83-4285" fmla="*/ 3201346 w 4527226"/>
              <a:gd name="connsiteY83-4286" fmla="*/ 4164768 h 6046908"/>
              <a:gd name="connsiteX84-4287" fmla="*/ 3231826 w 4527226"/>
              <a:gd name="connsiteY84-4288" fmla="*/ 4172388 h 6046908"/>
              <a:gd name="connsiteX85-4289" fmla="*/ 3285166 w 4527226"/>
              <a:gd name="connsiteY85-4290" fmla="*/ 4294308 h 6046908"/>
              <a:gd name="connsiteX86-4291" fmla="*/ 3300406 w 4527226"/>
              <a:gd name="connsiteY86-4292" fmla="*/ 4347648 h 6046908"/>
              <a:gd name="connsiteX87-4293" fmla="*/ 3330886 w 4527226"/>
              <a:gd name="connsiteY87-4294" fmla="*/ 4408608 h 6046908"/>
              <a:gd name="connsiteX88-4295" fmla="*/ 3551866 w 4527226"/>
              <a:gd name="connsiteY88-4296" fmla="*/ 4644828 h 6046908"/>
              <a:gd name="connsiteX89-4297" fmla="*/ 3887146 w 4527226"/>
              <a:gd name="connsiteY89-4298" fmla="*/ 5025828 h 6046908"/>
              <a:gd name="connsiteX90-4299" fmla="*/ 4100506 w 4527226"/>
              <a:gd name="connsiteY90-4300" fmla="*/ 5300148 h 6046908"/>
              <a:gd name="connsiteX91-4301" fmla="*/ 4367206 w 4527226"/>
              <a:gd name="connsiteY91-4302" fmla="*/ 5726868 h 6046908"/>
              <a:gd name="connsiteX92-4303" fmla="*/ 4527226 w 4527226"/>
              <a:gd name="connsiteY92-4304" fmla="*/ 6046908 h 6046908"/>
              <a:gd name="connsiteX0-4305" fmla="*/ 701986 w 4527226"/>
              <a:gd name="connsiteY0-4306" fmla="*/ 5002968 h 6046908"/>
              <a:gd name="connsiteX1-4307" fmla="*/ 961066 w 4527226"/>
              <a:gd name="connsiteY1-4308" fmla="*/ 4644828 h 6046908"/>
              <a:gd name="connsiteX2-4309" fmla="*/ 1342066 w 4527226"/>
              <a:gd name="connsiteY2-4310" fmla="*/ 4172388 h 6046908"/>
              <a:gd name="connsiteX3-4311" fmla="*/ 1258246 w 4527226"/>
              <a:gd name="connsiteY3-4312" fmla="*/ 4012368 h 6046908"/>
              <a:gd name="connsiteX4-4313" fmla="*/ 1204906 w 4527226"/>
              <a:gd name="connsiteY4-4314" fmla="*/ 3928548 h 6046908"/>
              <a:gd name="connsiteX5-4315" fmla="*/ 1174426 w 4527226"/>
              <a:gd name="connsiteY5-4316" fmla="*/ 3768528 h 6046908"/>
              <a:gd name="connsiteX6-4317" fmla="*/ 1151566 w 4527226"/>
              <a:gd name="connsiteY6-4318" fmla="*/ 3699948 h 6046908"/>
              <a:gd name="connsiteX7-4319" fmla="*/ 1143946 w 4527226"/>
              <a:gd name="connsiteY7-4320" fmla="*/ 3669468 h 6046908"/>
              <a:gd name="connsiteX8-4321" fmla="*/ 1067746 w 4527226"/>
              <a:gd name="connsiteY8-4322" fmla="*/ 3661848 h 6046908"/>
              <a:gd name="connsiteX9-4323" fmla="*/ 938206 w 4527226"/>
              <a:gd name="connsiteY9-4324" fmla="*/ 3669468 h 6046908"/>
              <a:gd name="connsiteX10-4325" fmla="*/ 831526 w 4527226"/>
              <a:gd name="connsiteY10-4326" fmla="*/ 3692328 h 6046908"/>
              <a:gd name="connsiteX11-4327" fmla="*/ 610546 w 4527226"/>
              <a:gd name="connsiteY11-4328" fmla="*/ 3738048 h 6046908"/>
              <a:gd name="connsiteX12-4329" fmla="*/ 389566 w 4527226"/>
              <a:gd name="connsiteY12-4330" fmla="*/ 3638988 h 6046908"/>
              <a:gd name="connsiteX13-4331" fmla="*/ 381946 w 4527226"/>
              <a:gd name="connsiteY13-4332" fmla="*/ 3326568 h 6046908"/>
              <a:gd name="connsiteX14-4333" fmla="*/ 420046 w 4527226"/>
              <a:gd name="connsiteY14-4334" fmla="*/ 3227508 h 6046908"/>
              <a:gd name="connsiteX15-4335" fmla="*/ 389566 w 4527226"/>
              <a:gd name="connsiteY15-4336" fmla="*/ 3166548 h 6046908"/>
              <a:gd name="connsiteX16-4337" fmla="*/ 351466 w 4527226"/>
              <a:gd name="connsiteY16-4338" fmla="*/ 3105588 h 6046908"/>
              <a:gd name="connsiteX17-4339" fmla="*/ 397186 w 4527226"/>
              <a:gd name="connsiteY17-4340" fmla="*/ 3021768 h 6046908"/>
              <a:gd name="connsiteX18-4341" fmla="*/ 488626 w 4527226"/>
              <a:gd name="connsiteY18-4342" fmla="*/ 2998908 h 6046908"/>
              <a:gd name="connsiteX19-4343" fmla="*/ 471956 w 4527226"/>
              <a:gd name="connsiteY19-4344" fmla="*/ 2942709 h 6046908"/>
              <a:gd name="connsiteX20-4345" fmla="*/ 435286 w 4527226"/>
              <a:gd name="connsiteY20-4346" fmla="*/ 2930328 h 6046908"/>
              <a:gd name="connsiteX21-4347" fmla="*/ 389566 w 4527226"/>
              <a:gd name="connsiteY21-4348" fmla="*/ 2930328 h 6046908"/>
              <a:gd name="connsiteX22-4349" fmla="*/ 314000 w 4527226"/>
              <a:gd name="connsiteY22-4350" fmla="*/ 2893495 h 6046908"/>
              <a:gd name="connsiteX23-4351" fmla="*/ 320986 w 4527226"/>
              <a:gd name="connsiteY23-4352" fmla="*/ 2846508 h 6046908"/>
              <a:gd name="connsiteX24-4353" fmla="*/ 328606 w 4527226"/>
              <a:gd name="connsiteY24-4354" fmla="*/ 2793168 h 6046908"/>
              <a:gd name="connsiteX25-4355" fmla="*/ 313366 w 4527226"/>
              <a:gd name="connsiteY25-4356" fmla="*/ 2732208 h 6046908"/>
              <a:gd name="connsiteX26-4357" fmla="*/ 267646 w 4527226"/>
              <a:gd name="connsiteY26-4358" fmla="*/ 2671248 h 6046908"/>
              <a:gd name="connsiteX27-4359" fmla="*/ 176206 w 4527226"/>
              <a:gd name="connsiteY27-4360" fmla="*/ 2656008 h 6046908"/>
              <a:gd name="connsiteX28-4361" fmla="*/ 54286 w 4527226"/>
              <a:gd name="connsiteY28-4362" fmla="*/ 2610288 h 6046908"/>
              <a:gd name="connsiteX29-4363" fmla="*/ 7931 w 4527226"/>
              <a:gd name="connsiteY29-4364" fmla="*/ 2563298 h 6046908"/>
              <a:gd name="connsiteX30-4365" fmla="*/ 8566 w 4527226"/>
              <a:gd name="connsiteY30-4366" fmla="*/ 2488368 h 6046908"/>
              <a:gd name="connsiteX31-4367" fmla="*/ 92386 w 4527226"/>
              <a:gd name="connsiteY31-4368" fmla="*/ 2335968 h 6046908"/>
              <a:gd name="connsiteX32-4369" fmla="*/ 221926 w 4527226"/>
              <a:gd name="connsiteY32-4370" fmla="*/ 2175948 h 6046908"/>
              <a:gd name="connsiteX33-4371" fmla="*/ 282886 w 4527226"/>
              <a:gd name="connsiteY33-4372" fmla="*/ 2084508 h 6046908"/>
              <a:gd name="connsiteX34-4373" fmla="*/ 328606 w 4527226"/>
              <a:gd name="connsiteY34-4374" fmla="*/ 1977828 h 6046908"/>
              <a:gd name="connsiteX35-4375" fmla="*/ 359086 w 4527226"/>
              <a:gd name="connsiteY35-4376" fmla="*/ 1871148 h 6046908"/>
              <a:gd name="connsiteX36-4377" fmla="*/ 374326 w 4527226"/>
              <a:gd name="connsiteY36-4378" fmla="*/ 1810188 h 6046908"/>
              <a:gd name="connsiteX37-4379" fmla="*/ 343846 w 4527226"/>
              <a:gd name="connsiteY37-4380" fmla="*/ 1756848 h 6046908"/>
              <a:gd name="connsiteX38-4381" fmla="*/ 328606 w 4527226"/>
              <a:gd name="connsiteY38-4382" fmla="*/ 1680648 h 6046908"/>
              <a:gd name="connsiteX39-4383" fmla="*/ 412426 w 4527226"/>
              <a:gd name="connsiteY39-4384" fmla="*/ 1474908 h 6046908"/>
              <a:gd name="connsiteX40-4385" fmla="*/ 442906 w 4527226"/>
              <a:gd name="connsiteY40-4386" fmla="*/ 1307268 h 6046908"/>
              <a:gd name="connsiteX41-4387" fmla="*/ 465766 w 4527226"/>
              <a:gd name="connsiteY41-4388" fmla="*/ 1192968 h 6046908"/>
              <a:gd name="connsiteX42-4389" fmla="*/ 503866 w 4527226"/>
              <a:gd name="connsiteY42-4390" fmla="*/ 1055808 h 6046908"/>
              <a:gd name="connsiteX43-4391" fmla="*/ 557206 w 4527226"/>
              <a:gd name="connsiteY43-4392" fmla="*/ 888168 h 6046908"/>
              <a:gd name="connsiteX44-4393" fmla="*/ 503866 w 4527226"/>
              <a:gd name="connsiteY44-4394" fmla="*/ 888168 h 6046908"/>
              <a:gd name="connsiteX45-4395" fmla="*/ 412426 w 4527226"/>
              <a:gd name="connsiteY45-4396" fmla="*/ 834828 h 6046908"/>
              <a:gd name="connsiteX46-4397" fmla="*/ 328606 w 4527226"/>
              <a:gd name="connsiteY46-4398" fmla="*/ 789108 h 6046908"/>
              <a:gd name="connsiteX47-4399" fmla="*/ 260026 w 4527226"/>
              <a:gd name="connsiteY47-4400" fmla="*/ 773868 h 6046908"/>
              <a:gd name="connsiteX48-4401" fmla="*/ 214306 w 4527226"/>
              <a:gd name="connsiteY48-4402" fmla="*/ 751008 h 6046908"/>
              <a:gd name="connsiteX49-4403" fmla="*/ 260026 w 4527226"/>
              <a:gd name="connsiteY49-4404" fmla="*/ 674808 h 6046908"/>
              <a:gd name="connsiteX50-4405" fmla="*/ 374326 w 4527226"/>
              <a:gd name="connsiteY50-4406" fmla="*/ 606228 h 6046908"/>
              <a:gd name="connsiteX51-4407" fmla="*/ 557206 w 4527226"/>
              <a:gd name="connsiteY51-4408" fmla="*/ 507168 h 6046908"/>
              <a:gd name="connsiteX52-4409" fmla="*/ 656266 w 4527226"/>
              <a:gd name="connsiteY52-4410" fmla="*/ 423348 h 6046908"/>
              <a:gd name="connsiteX53-4411" fmla="*/ 892486 w 4527226"/>
              <a:gd name="connsiteY53-4412" fmla="*/ 232848 h 6046908"/>
              <a:gd name="connsiteX54-4413" fmla="*/ 1174426 w 4527226"/>
              <a:gd name="connsiteY54-4414" fmla="*/ 80448 h 6046908"/>
              <a:gd name="connsiteX55-4415" fmla="*/ 1593526 w 4527226"/>
              <a:gd name="connsiteY55-4416" fmla="*/ 11868 h 6046908"/>
              <a:gd name="connsiteX56-4417" fmla="*/ 1944046 w 4527226"/>
              <a:gd name="connsiteY56-4418" fmla="*/ 4248 h 6046908"/>
              <a:gd name="connsiteX57-4419" fmla="*/ 2172646 w 4527226"/>
              <a:gd name="connsiteY57-4420" fmla="*/ 4248 h 6046908"/>
              <a:gd name="connsiteX58-4421" fmla="*/ 2393626 w 4527226"/>
              <a:gd name="connsiteY58-4422" fmla="*/ 57588 h 6046908"/>
              <a:gd name="connsiteX59-4423" fmla="*/ 2667946 w 4527226"/>
              <a:gd name="connsiteY59-4424" fmla="*/ 133788 h 6046908"/>
              <a:gd name="connsiteX60-4425" fmla="*/ 2820346 w 4527226"/>
              <a:gd name="connsiteY60-4426" fmla="*/ 202368 h 6046908"/>
              <a:gd name="connsiteX61-4427" fmla="*/ 3102286 w 4527226"/>
              <a:gd name="connsiteY61-4428" fmla="*/ 400488 h 6046908"/>
              <a:gd name="connsiteX62-4429" fmla="*/ 3285166 w 4527226"/>
              <a:gd name="connsiteY62-4430" fmla="*/ 651948 h 6046908"/>
              <a:gd name="connsiteX63-4431" fmla="*/ 3407086 w 4527226"/>
              <a:gd name="connsiteY63-4432" fmla="*/ 918648 h 6046908"/>
              <a:gd name="connsiteX64-4433" fmla="*/ 3475666 w 4527226"/>
              <a:gd name="connsiteY64-4434" fmla="*/ 1238688 h 6046908"/>
              <a:gd name="connsiteX65-4435" fmla="*/ 3506146 w 4527226"/>
              <a:gd name="connsiteY65-4436" fmla="*/ 1543488 h 6046908"/>
              <a:gd name="connsiteX66-4437" fmla="*/ 3506146 w 4527226"/>
              <a:gd name="connsiteY66-4438" fmla="*/ 1962588 h 6046908"/>
              <a:gd name="connsiteX67-4439" fmla="*/ 3338506 w 4527226"/>
              <a:gd name="connsiteY67-4440" fmla="*/ 2305488 h 6046908"/>
              <a:gd name="connsiteX68-4441" fmla="*/ 3254686 w 4527226"/>
              <a:gd name="connsiteY68-4442" fmla="*/ 2473128 h 6046908"/>
              <a:gd name="connsiteX69-4443" fmla="*/ 3132766 w 4527226"/>
              <a:gd name="connsiteY69-4444" fmla="*/ 2663628 h 6046908"/>
              <a:gd name="connsiteX70-4445" fmla="*/ 3071806 w 4527226"/>
              <a:gd name="connsiteY70-4446" fmla="*/ 2838888 h 6046908"/>
              <a:gd name="connsiteX71-4447" fmla="*/ 3064186 w 4527226"/>
              <a:gd name="connsiteY71-4448" fmla="*/ 2915088 h 6046908"/>
              <a:gd name="connsiteX72-4449" fmla="*/ 3018466 w 4527226"/>
              <a:gd name="connsiteY72-4450" fmla="*/ 3014148 h 6046908"/>
              <a:gd name="connsiteX73-4451" fmla="*/ 2980366 w 4527226"/>
              <a:gd name="connsiteY73-4452" fmla="*/ 3082728 h 6046908"/>
              <a:gd name="connsiteX74-4453" fmla="*/ 2957506 w 4527226"/>
              <a:gd name="connsiteY74-4454" fmla="*/ 3120828 h 6046908"/>
              <a:gd name="connsiteX75-4455" fmla="*/ 2957506 w 4527226"/>
              <a:gd name="connsiteY75-4456" fmla="*/ 3555168 h 6046908"/>
              <a:gd name="connsiteX76-4457" fmla="*/ 3010846 w 4527226"/>
              <a:gd name="connsiteY76-4458" fmla="*/ 3539928 h 6046908"/>
              <a:gd name="connsiteX77-4459" fmla="*/ 3109906 w 4527226"/>
              <a:gd name="connsiteY77-4460" fmla="*/ 3570408 h 6046908"/>
              <a:gd name="connsiteX78-4461" fmla="*/ 3140386 w 4527226"/>
              <a:gd name="connsiteY78-4462" fmla="*/ 3631368 h 6046908"/>
              <a:gd name="connsiteX79-4463" fmla="*/ 3117526 w 4527226"/>
              <a:gd name="connsiteY79-4464" fmla="*/ 3738048 h 6046908"/>
              <a:gd name="connsiteX80-4465" fmla="*/ 3125146 w 4527226"/>
              <a:gd name="connsiteY80-4466" fmla="*/ 4103808 h 6046908"/>
              <a:gd name="connsiteX81-4467" fmla="*/ 3163246 w 4527226"/>
              <a:gd name="connsiteY81-4468" fmla="*/ 4157148 h 6046908"/>
              <a:gd name="connsiteX82-4469" fmla="*/ 3201346 w 4527226"/>
              <a:gd name="connsiteY82-4470" fmla="*/ 4164768 h 6046908"/>
              <a:gd name="connsiteX83-4471" fmla="*/ 3231826 w 4527226"/>
              <a:gd name="connsiteY83-4472" fmla="*/ 4172388 h 6046908"/>
              <a:gd name="connsiteX84-4473" fmla="*/ 3285166 w 4527226"/>
              <a:gd name="connsiteY84-4474" fmla="*/ 4294308 h 6046908"/>
              <a:gd name="connsiteX85-4475" fmla="*/ 3300406 w 4527226"/>
              <a:gd name="connsiteY85-4476" fmla="*/ 4347648 h 6046908"/>
              <a:gd name="connsiteX86-4477" fmla="*/ 3330886 w 4527226"/>
              <a:gd name="connsiteY86-4478" fmla="*/ 4408608 h 6046908"/>
              <a:gd name="connsiteX87-4479" fmla="*/ 3551866 w 4527226"/>
              <a:gd name="connsiteY87-4480" fmla="*/ 4644828 h 6046908"/>
              <a:gd name="connsiteX88-4481" fmla="*/ 3887146 w 4527226"/>
              <a:gd name="connsiteY88-4482" fmla="*/ 5025828 h 6046908"/>
              <a:gd name="connsiteX89-4483" fmla="*/ 4100506 w 4527226"/>
              <a:gd name="connsiteY89-4484" fmla="*/ 5300148 h 6046908"/>
              <a:gd name="connsiteX90-4485" fmla="*/ 4367206 w 4527226"/>
              <a:gd name="connsiteY90-4486" fmla="*/ 5726868 h 6046908"/>
              <a:gd name="connsiteX91-4487" fmla="*/ 4527226 w 4527226"/>
              <a:gd name="connsiteY91-4488" fmla="*/ 6046908 h 6046908"/>
              <a:gd name="connsiteX0-4489" fmla="*/ 707488 w 4527226"/>
              <a:gd name="connsiteY0-4490" fmla="*/ 5008470 h 6046908"/>
              <a:gd name="connsiteX1-4491" fmla="*/ 961066 w 4527226"/>
              <a:gd name="connsiteY1-4492" fmla="*/ 4644828 h 6046908"/>
              <a:gd name="connsiteX2-4493" fmla="*/ 1342066 w 4527226"/>
              <a:gd name="connsiteY2-4494" fmla="*/ 4172388 h 6046908"/>
              <a:gd name="connsiteX3-4495" fmla="*/ 1258246 w 4527226"/>
              <a:gd name="connsiteY3-4496" fmla="*/ 4012368 h 6046908"/>
              <a:gd name="connsiteX4-4497" fmla="*/ 1204906 w 4527226"/>
              <a:gd name="connsiteY4-4498" fmla="*/ 3928548 h 6046908"/>
              <a:gd name="connsiteX5-4499" fmla="*/ 1174426 w 4527226"/>
              <a:gd name="connsiteY5-4500" fmla="*/ 3768528 h 6046908"/>
              <a:gd name="connsiteX6-4501" fmla="*/ 1151566 w 4527226"/>
              <a:gd name="connsiteY6-4502" fmla="*/ 3699948 h 6046908"/>
              <a:gd name="connsiteX7-4503" fmla="*/ 1143946 w 4527226"/>
              <a:gd name="connsiteY7-4504" fmla="*/ 3669468 h 6046908"/>
              <a:gd name="connsiteX8-4505" fmla="*/ 1067746 w 4527226"/>
              <a:gd name="connsiteY8-4506" fmla="*/ 3661848 h 6046908"/>
              <a:gd name="connsiteX9-4507" fmla="*/ 938206 w 4527226"/>
              <a:gd name="connsiteY9-4508" fmla="*/ 3669468 h 6046908"/>
              <a:gd name="connsiteX10-4509" fmla="*/ 831526 w 4527226"/>
              <a:gd name="connsiteY10-4510" fmla="*/ 3692328 h 6046908"/>
              <a:gd name="connsiteX11-4511" fmla="*/ 610546 w 4527226"/>
              <a:gd name="connsiteY11-4512" fmla="*/ 3738048 h 6046908"/>
              <a:gd name="connsiteX12-4513" fmla="*/ 389566 w 4527226"/>
              <a:gd name="connsiteY12-4514" fmla="*/ 3638988 h 6046908"/>
              <a:gd name="connsiteX13-4515" fmla="*/ 381946 w 4527226"/>
              <a:gd name="connsiteY13-4516" fmla="*/ 3326568 h 6046908"/>
              <a:gd name="connsiteX14-4517" fmla="*/ 420046 w 4527226"/>
              <a:gd name="connsiteY14-4518" fmla="*/ 3227508 h 6046908"/>
              <a:gd name="connsiteX15-4519" fmla="*/ 389566 w 4527226"/>
              <a:gd name="connsiteY15-4520" fmla="*/ 3166548 h 6046908"/>
              <a:gd name="connsiteX16-4521" fmla="*/ 351466 w 4527226"/>
              <a:gd name="connsiteY16-4522" fmla="*/ 3105588 h 6046908"/>
              <a:gd name="connsiteX17-4523" fmla="*/ 397186 w 4527226"/>
              <a:gd name="connsiteY17-4524" fmla="*/ 3021768 h 6046908"/>
              <a:gd name="connsiteX18-4525" fmla="*/ 488626 w 4527226"/>
              <a:gd name="connsiteY18-4526" fmla="*/ 2998908 h 6046908"/>
              <a:gd name="connsiteX19-4527" fmla="*/ 471956 w 4527226"/>
              <a:gd name="connsiteY19-4528" fmla="*/ 2942709 h 6046908"/>
              <a:gd name="connsiteX20-4529" fmla="*/ 435286 w 4527226"/>
              <a:gd name="connsiteY20-4530" fmla="*/ 2930328 h 6046908"/>
              <a:gd name="connsiteX21-4531" fmla="*/ 389566 w 4527226"/>
              <a:gd name="connsiteY21-4532" fmla="*/ 2930328 h 6046908"/>
              <a:gd name="connsiteX22-4533" fmla="*/ 314000 w 4527226"/>
              <a:gd name="connsiteY22-4534" fmla="*/ 2893495 h 6046908"/>
              <a:gd name="connsiteX23-4535" fmla="*/ 320986 w 4527226"/>
              <a:gd name="connsiteY23-4536" fmla="*/ 2846508 h 6046908"/>
              <a:gd name="connsiteX24-4537" fmla="*/ 328606 w 4527226"/>
              <a:gd name="connsiteY24-4538" fmla="*/ 2793168 h 6046908"/>
              <a:gd name="connsiteX25-4539" fmla="*/ 313366 w 4527226"/>
              <a:gd name="connsiteY25-4540" fmla="*/ 2732208 h 6046908"/>
              <a:gd name="connsiteX26-4541" fmla="*/ 267646 w 4527226"/>
              <a:gd name="connsiteY26-4542" fmla="*/ 2671248 h 6046908"/>
              <a:gd name="connsiteX27-4543" fmla="*/ 176206 w 4527226"/>
              <a:gd name="connsiteY27-4544" fmla="*/ 2656008 h 6046908"/>
              <a:gd name="connsiteX28-4545" fmla="*/ 54286 w 4527226"/>
              <a:gd name="connsiteY28-4546" fmla="*/ 2610288 h 6046908"/>
              <a:gd name="connsiteX29-4547" fmla="*/ 7931 w 4527226"/>
              <a:gd name="connsiteY29-4548" fmla="*/ 2563298 h 6046908"/>
              <a:gd name="connsiteX30-4549" fmla="*/ 8566 w 4527226"/>
              <a:gd name="connsiteY30-4550" fmla="*/ 2488368 h 6046908"/>
              <a:gd name="connsiteX31-4551" fmla="*/ 92386 w 4527226"/>
              <a:gd name="connsiteY31-4552" fmla="*/ 2335968 h 6046908"/>
              <a:gd name="connsiteX32-4553" fmla="*/ 221926 w 4527226"/>
              <a:gd name="connsiteY32-4554" fmla="*/ 2175948 h 6046908"/>
              <a:gd name="connsiteX33-4555" fmla="*/ 282886 w 4527226"/>
              <a:gd name="connsiteY33-4556" fmla="*/ 2084508 h 6046908"/>
              <a:gd name="connsiteX34-4557" fmla="*/ 328606 w 4527226"/>
              <a:gd name="connsiteY34-4558" fmla="*/ 1977828 h 6046908"/>
              <a:gd name="connsiteX35-4559" fmla="*/ 359086 w 4527226"/>
              <a:gd name="connsiteY35-4560" fmla="*/ 1871148 h 6046908"/>
              <a:gd name="connsiteX36-4561" fmla="*/ 374326 w 4527226"/>
              <a:gd name="connsiteY36-4562" fmla="*/ 1810188 h 6046908"/>
              <a:gd name="connsiteX37-4563" fmla="*/ 343846 w 4527226"/>
              <a:gd name="connsiteY37-4564" fmla="*/ 1756848 h 6046908"/>
              <a:gd name="connsiteX38-4565" fmla="*/ 328606 w 4527226"/>
              <a:gd name="connsiteY38-4566" fmla="*/ 1680648 h 6046908"/>
              <a:gd name="connsiteX39-4567" fmla="*/ 412426 w 4527226"/>
              <a:gd name="connsiteY39-4568" fmla="*/ 1474908 h 6046908"/>
              <a:gd name="connsiteX40-4569" fmla="*/ 442906 w 4527226"/>
              <a:gd name="connsiteY40-4570" fmla="*/ 1307268 h 6046908"/>
              <a:gd name="connsiteX41-4571" fmla="*/ 465766 w 4527226"/>
              <a:gd name="connsiteY41-4572" fmla="*/ 1192968 h 6046908"/>
              <a:gd name="connsiteX42-4573" fmla="*/ 503866 w 4527226"/>
              <a:gd name="connsiteY42-4574" fmla="*/ 1055808 h 6046908"/>
              <a:gd name="connsiteX43-4575" fmla="*/ 557206 w 4527226"/>
              <a:gd name="connsiteY43-4576" fmla="*/ 888168 h 6046908"/>
              <a:gd name="connsiteX44-4577" fmla="*/ 503866 w 4527226"/>
              <a:gd name="connsiteY44-4578" fmla="*/ 888168 h 6046908"/>
              <a:gd name="connsiteX45-4579" fmla="*/ 412426 w 4527226"/>
              <a:gd name="connsiteY45-4580" fmla="*/ 834828 h 6046908"/>
              <a:gd name="connsiteX46-4581" fmla="*/ 328606 w 4527226"/>
              <a:gd name="connsiteY46-4582" fmla="*/ 789108 h 6046908"/>
              <a:gd name="connsiteX47-4583" fmla="*/ 260026 w 4527226"/>
              <a:gd name="connsiteY47-4584" fmla="*/ 773868 h 6046908"/>
              <a:gd name="connsiteX48-4585" fmla="*/ 214306 w 4527226"/>
              <a:gd name="connsiteY48-4586" fmla="*/ 751008 h 6046908"/>
              <a:gd name="connsiteX49-4587" fmla="*/ 260026 w 4527226"/>
              <a:gd name="connsiteY49-4588" fmla="*/ 674808 h 6046908"/>
              <a:gd name="connsiteX50-4589" fmla="*/ 374326 w 4527226"/>
              <a:gd name="connsiteY50-4590" fmla="*/ 606228 h 6046908"/>
              <a:gd name="connsiteX51-4591" fmla="*/ 557206 w 4527226"/>
              <a:gd name="connsiteY51-4592" fmla="*/ 507168 h 6046908"/>
              <a:gd name="connsiteX52-4593" fmla="*/ 656266 w 4527226"/>
              <a:gd name="connsiteY52-4594" fmla="*/ 423348 h 6046908"/>
              <a:gd name="connsiteX53-4595" fmla="*/ 892486 w 4527226"/>
              <a:gd name="connsiteY53-4596" fmla="*/ 232848 h 6046908"/>
              <a:gd name="connsiteX54-4597" fmla="*/ 1174426 w 4527226"/>
              <a:gd name="connsiteY54-4598" fmla="*/ 80448 h 6046908"/>
              <a:gd name="connsiteX55-4599" fmla="*/ 1593526 w 4527226"/>
              <a:gd name="connsiteY55-4600" fmla="*/ 11868 h 6046908"/>
              <a:gd name="connsiteX56-4601" fmla="*/ 1944046 w 4527226"/>
              <a:gd name="connsiteY56-4602" fmla="*/ 4248 h 6046908"/>
              <a:gd name="connsiteX57-4603" fmla="*/ 2172646 w 4527226"/>
              <a:gd name="connsiteY57-4604" fmla="*/ 4248 h 6046908"/>
              <a:gd name="connsiteX58-4605" fmla="*/ 2393626 w 4527226"/>
              <a:gd name="connsiteY58-4606" fmla="*/ 57588 h 6046908"/>
              <a:gd name="connsiteX59-4607" fmla="*/ 2667946 w 4527226"/>
              <a:gd name="connsiteY59-4608" fmla="*/ 133788 h 6046908"/>
              <a:gd name="connsiteX60-4609" fmla="*/ 2820346 w 4527226"/>
              <a:gd name="connsiteY60-4610" fmla="*/ 202368 h 6046908"/>
              <a:gd name="connsiteX61-4611" fmla="*/ 3102286 w 4527226"/>
              <a:gd name="connsiteY61-4612" fmla="*/ 400488 h 6046908"/>
              <a:gd name="connsiteX62-4613" fmla="*/ 3285166 w 4527226"/>
              <a:gd name="connsiteY62-4614" fmla="*/ 651948 h 6046908"/>
              <a:gd name="connsiteX63-4615" fmla="*/ 3407086 w 4527226"/>
              <a:gd name="connsiteY63-4616" fmla="*/ 918648 h 6046908"/>
              <a:gd name="connsiteX64-4617" fmla="*/ 3475666 w 4527226"/>
              <a:gd name="connsiteY64-4618" fmla="*/ 1238688 h 6046908"/>
              <a:gd name="connsiteX65-4619" fmla="*/ 3506146 w 4527226"/>
              <a:gd name="connsiteY65-4620" fmla="*/ 1543488 h 6046908"/>
              <a:gd name="connsiteX66-4621" fmla="*/ 3506146 w 4527226"/>
              <a:gd name="connsiteY66-4622" fmla="*/ 1962588 h 6046908"/>
              <a:gd name="connsiteX67-4623" fmla="*/ 3338506 w 4527226"/>
              <a:gd name="connsiteY67-4624" fmla="*/ 2305488 h 6046908"/>
              <a:gd name="connsiteX68-4625" fmla="*/ 3254686 w 4527226"/>
              <a:gd name="connsiteY68-4626" fmla="*/ 2473128 h 6046908"/>
              <a:gd name="connsiteX69-4627" fmla="*/ 3132766 w 4527226"/>
              <a:gd name="connsiteY69-4628" fmla="*/ 2663628 h 6046908"/>
              <a:gd name="connsiteX70-4629" fmla="*/ 3071806 w 4527226"/>
              <a:gd name="connsiteY70-4630" fmla="*/ 2838888 h 6046908"/>
              <a:gd name="connsiteX71-4631" fmla="*/ 3064186 w 4527226"/>
              <a:gd name="connsiteY71-4632" fmla="*/ 2915088 h 6046908"/>
              <a:gd name="connsiteX72-4633" fmla="*/ 3018466 w 4527226"/>
              <a:gd name="connsiteY72-4634" fmla="*/ 3014148 h 6046908"/>
              <a:gd name="connsiteX73-4635" fmla="*/ 2980366 w 4527226"/>
              <a:gd name="connsiteY73-4636" fmla="*/ 3082728 h 6046908"/>
              <a:gd name="connsiteX74-4637" fmla="*/ 2957506 w 4527226"/>
              <a:gd name="connsiteY74-4638" fmla="*/ 3120828 h 6046908"/>
              <a:gd name="connsiteX75-4639" fmla="*/ 2957506 w 4527226"/>
              <a:gd name="connsiteY75-4640" fmla="*/ 3555168 h 6046908"/>
              <a:gd name="connsiteX76-4641" fmla="*/ 3010846 w 4527226"/>
              <a:gd name="connsiteY76-4642" fmla="*/ 3539928 h 6046908"/>
              <a:gd name="connsiteX77-4643" fmla="*/ 3109906 w 4527226"/>
              <a:gd name="connsiteY77-4644" fmla="*/ 3570408 h 6046908"/>
              <a:gd name="connsiteX78-4645" fmla="*/ 3140386 w 4527226"/>
              <a:gd name="connsiteY78-4646" fmla="*/ 3631368 h 6046908"/>
              <a:gd name="connsiteX79-4647" fmla="*/ 3117526 w 4527226"/>
              <a:gd name="connsiteY79-4648" fmla="*/ 3738048 h 6046908"/>
              <a:gd name="connsiteX80-4649" fmla="*/ 3125146 w 4527226"/>
              <a:gd name="connsiteY80-4650" fmla="*/ 4103808 h 6046908"/>
              <a:gd name="connsiteX81-4651" fmla="*/ 3163246 w 4527226"/>
              <a:gd name="connsiteY81-4652" fmla="*/ 4157148 h 6046908"/>
              <a:gd name="connsiteX82-4653" fmla="*/ 3201346 w 4527226"/>
              <a:gd name="connsiteY82-4654" fmla="*/ 4164768 h 6046908"/>
              <a:gd name="connsiteX83-4655" fmla="*/ 3231826 w 4527226"/>
              <a:gd name="connsiteY83-4656" fmla="*/ 4172388 h 6046908"/>
              <a:gd name="connsiteX84-4657" fmla="*/ 3285166 w 4527226"/>
              <a:gd name="connsiteY84-4658" fmla="*/ 4294308 h 6046908"/>
              <a:gd name="connsiteX85-4659" fmla="*/ 3300406 w 4527226"/>
              <a:gd name="connsiteY85-4660" fmla="*/ 4347648 h 6046908"/>
              <a:gd name="connsiteX86-4661" fmla="*/ 3330886 w 4527226"/>
              <a:gd name="connsiteY86-4662" fmla="*/ 4408608 h 6046908"/>
              <a:gd name="connsiteX87-4663" fmla="*/ 3551866 w 4527226"/>
              <a:gd name="connsiteY87-4664" fmla="*/ 4644828 h 6046908"/>
              <a:gd name="connsiteX88-4665" fmla="*/ 3887146 w 4527226"/>
              <a:gd name="connsiteY88-4666" fmla="*/ 5025828 h 6046908"/>
              <a:gd name="connsiteX89-4667" fmla="*/ 4100506 w 4527226"/>
              <a:gd name="connsiteY89-4668" fmla="*/ 5300148 h 6046908"/>
              <a:gd name="connsiteX90-4669" fmla="*/ 4367206 w 4527226"/>
              <a:gd name="connsiteY90-4670" fmla="*/ 5726868 h 6046908"/>
              <a:gd name="connsiteX91-4671" fmla="*/ 4527226 w 4527226"/>
              <a:gd name="connsiteY91-4672" fmla="*/ 6046908 h 6046908"/>
              <a:gd name="connsiteX0-4673" fmla="*/ 707488 w 4367206"/>
              <a:gd name="connsiteY0-4674" fmla="*/ 5008470 h 5726868"/>
              <a:gd name="connsiteX1-4675" fmla="*/ 961066 w 4367206"/>
              <a:gd name="connsiteY1-4676" fmla="*/ 4644828 h 5726868"/>
              <a:gd name="connsiteX2-4677" fmla="*/ 1342066 w 4367206"/>
              <a:gd name="connsiteY2-4678" fmla="*/ 4172388 h 5726868"/>
              <a:gd name="connsiteX3-4679" fmla="*/ 1258246 w 4367206"/>
              <a:gd name="connsiteY3-4680" fmla="*/ 4012368 h 5726868"/>
              <a:gd name="connsiteX4-4681" fmla="*/ 1204906 w 4367206"/>
              <a:gd name="connsiteY4-4682" fmla="*/ 3928548 h 5726868"/>
              <a:gd name="connsiteX5-4683" fmla="*/ 1174426 w 4367206"/>
              <a:gd name="connsiteY5-4684" fmla="*/ 3768528 h 5726868"/>
              <a:gd name="connsiteX6-4685" fmla="*/ 1151566 w 4367206"/>
              <a:gd name="connsiteY6-4686" fmla="*/ 3699948 h 5726868"/>
              <a:gd name="connsiteX7-4687" fmla="*/ 1143946 w 4367206"/>
              <a:gd name="connsiteY7-4688" fmla="*/ 3669468 h 5726868"/>
              <a:gd name="connsiteX8-4689" fmla="*/ 1067746 w 4367206"/>
              <a:gd name="connsiteY8-4690" fmla="*/ 3661848 h 5726868"/>
              <a:gd name="connsiteX9-4691" fmla="*/ 938206 w 4367206"/>
              <a:gd name="connsiteY9-4692" fmla="*/ 3669468 h 5726868"/>
              <a:gd name="connsiteX10-4693" fmla="*/ 831526 w 4367206"/>
              <a:gd name="connsiteY10-4694" fmla="*/ 3692328 h 5726868"/>
              <a:gd name="connsiteX11-4695" fmla="*/ 610546 w 4367206"/>
              <a:gd name="connsiteY11-4696" fmla="*/ 3738048 h 5726868"/>
              <a:gd name="connsiteX12-4697" fmla="*/ 389566 w 4367206"/>
              <a:gd name="connsiteY12-4698" fmla="*/ 3638988 h 5726868"/>
              <a:gd name="connsiteX13-4699" fmla="*/ 381946 w 4367206"/>
              <a:gd name="connsiteY13-4700" fmla="*/ 3326568 h 5726868"/>
              <a:gd name="connsiteX14-4701" fmla="*/ 420046 w 4367206"/>
              <a:gd name="connsiteY14-4702" fmla="*/ 3227508 h 5726868"/>
              <a:gd name="connsiteX15-4703" fmla="*/ 389566 w 4367206"/>
              <a:gd name="connsiteY15-4704" fmla="*/ 3166548 h 5726868"/>
              <a:gd name="connsiteX16-4705" fmla="*/ 351466 w 4367206"/>
              <a:gd name="connsiteY16-4706" fmla="*/ 3105588 h 5726868"/>
              <a:gd name="connsiteX17-4707" fmla="*/ 397186 w 4367206"/>
              <a:gd name="connsiteY17-4708" fmla="*/ 3021768 h 5726868"/>
              <a:gd name="connsiteX18-4709" fmla="*/ 488626 w 4367206"/>
              <a:gd name="connsiteY18-4710" fmla="*/ 2998908 h 5726868"/>
              <a:gd name="connsiteX19-4711" fmla="*/ 471956 w 4367206"/>
              <a:gd name="connsiteY19-4712" fmla="*/ 2942709 h 5726868"/>
              <a:gd name="connsiteX20-4713" fmla="*/ 435286 w 4367206"/>
              <a:gd name="connsiteY20-4714" fmla="*/ 2930328 h 5726868"/>
              <a:gd name="connsiteX21-4715" fmla="*/ 389566 w 4367206"/>
              <a:gd name="connsiteY21-4716" fmla="*/ 2930328 h 5726868"/>
              <a:gd name="connsiteX22-4717" fmla="*/ 314000 w 4367206"/>
              <a:gd name="connsiteY22-4718" fmla="*/ 2893495 h 5726868"/>
              <a:gd name="connsiteX23-4719" fmla="*/ 320986 w 4367206"/>
              <a:gd name="connsiteY23-4720" fmla="*/ 2846508 h 5726868"/>
              <a:gd name="connsiteX24-4721" fmla="*/ 328606 w 4367206"/>
              <a:gd name="connsiteY24-4722" fmla="*/ 2793168 h 5726868"/>
              <a:gd name="connsiteX25-4723" fmla="*/ 313366 w 4367206"/>
              <a:gd name="connsiteY25-4724" fmla="*/ 2732208 h 5726868"/>
              <a:gd name="connsiteX26-4725" fmla="*/ 267646 w 4367206"/>
              <a:gd name="connsiteY26-4726" fmla="*/ 2671248 h 5726868"/>
              <a:gd name="connsiteX27-4727" fmla="*/ 176206 w 4367206"/>
              <a:gd name="connsiteY27-4728" fmla="*/ 2656008 h 5726868"/>
              <a:gd name="connsiteX28-4729" fmla="*/ 54286 w 4367206"/>
              <a:gd name="connsiteY28-4730" fmla="*/ 2610288 h 5726868"/>
              <a:gd name="connsiteX29-4731" fmla="*/ 7931 w 4367206"/>
              <a:gd name="connsiteY29-4732" fmla="*/ 2563298 h 5726868"/>
              <a:gd name="connsiteX30-4733" fmla="*/ 8566 w 4367206"/>
              <a:gd name="connsiteY30-4734" fmla="*/ 2488368 h 5726868"/>
              <a:gd name="connsiteX31-4735" fmla="*/ 92386 w 4367206"/>
              <a:gd name="connsiteY31-4736" fmla="*/ 2335968 h 5726868"/>
              <a:gd name="connsiteX32-4737" fmla="*/ 221926 w 4367206"/>
              <a:gd name="connsiteY32-4738" fmla="*/ 2175948 h 5726868"/>
              <a:gd name="connsiteX33-4739" fmla="*/ 282886 w 4367206"/>
              <a:gd name="connsiteY33-4740" fmla="*/ 2084508 h 5726868"/>
              <a:gd name="connsiteX34-4741" fmla="*/ 328606 w 4367206"/>
              <a:gd name="connsiteY34-4742" fmla="*/ 1977828 h 5726868"/>
              <a:gd name="connsiteX35-4743" fmla="*/ 359086 w 4367206"/>
              <a:gd name="connsiteY35-4744" fmla="*/ 1871148 h 5726868"/>
              <a:gd name="connsiteX36-4745" fmla="*/ 374326 w 4367206"/>
              <a:gd name="connsiteY36-4746" fmla="*/ 1810188 h 5726868"/>
              <a:gd name="connsiteX37-4747" fmla="*/ 343846 w 4367206"/>
              <a:gd name="connsiteY37-4748" fmla="*/ 1756848 h 5726868"/>
              <a:gd name="connsiteX38-4749" fmla="*/ 328606 w 4367206"/>
              <a:gd name="connsiteY38-4750" fmla="*/ 1680648 h 5726868"/>
              <a:gd name="connsiteX39-4751" fmla="*/ 412426 w 4367206"/>
              <a:gd name="connsiteY39-4752" fmla="*/ 1474908 h 5726868"/>
              <a:gd name="connsiteX40-4753" fmla="*/ 442906 w 4367206"/>
              <a:gd name="connsiteY40-4754" fmla="*/ 1307268 h 5726868"/>
              <a:gd name="connsiteX41-4755" fmla="*/ 465766 w 4367206"/>
              <a:gd name="connsiteY41-4756" fmla="*/ 1192968 h 5726868"/>
              <a:gd name="connsiteX42-4757" fmla="*/ 503866 w 4367206"/>
              <a:gd name="connsiteY42-4758" fmla="*/ 1055808 h 5726868"/>
              <a:gd name="connsiteX43-4759" fmla="*/ 557206 w 4367206"/>
              <a:gd name="connsiteY43-4760" fmla="*/ 888168 h 5726868"/>
              <a:gd name="connsiteX44-4761" fmla="*/ 503866 w 4367206"/>
              <a:gd name="connsiteY44-4762" fmla="*/ 888168 h 5726868"/>
              <a:gd name="connsiteX45-4763" fmla="*/ 412426 w 4367206"/>
              <a:gd name="connsiteY45-4764" fmla="*/ 834828 h 5726868"/>
              <a:gd name="connsiteX46-4765" fmla="*/ 328606 w 4367206"/>
              <a:gd name="connsiteY46-4766" fmla="*/ 789108 h 5726868"/>
              <a:gd name="connsiteX47-4767" fmla="*/ 260026 w 4367206"/>
              <a:gd name="connsiteY47-4768" fmla="*/ 773868 h 5726868"/>
              <a:gd name="connsiteX48-4769" fmla="*/ 214306 w 4367206"/>
              <a:gd name="connsiteY48-4770" fmla="*/ 751008 h 5726868"/>
              <a:gd name="connsiteX49-4771" fmla="*/ 260026 w 4367206"/>
              <a:gd name="connsiteY49-4772" fmla="*/ 674808 h 5726868"/>
              <a:gd name="connsiteX50-4773" fmla="*/ 374326 w 4367206"/>
              <a:gd name="connsiteY50-4774" fmla="*/ 606228 h 5726868"/>
              <a:gd name="connsiteX51-4775" fmla="*/ 557206 w 4367206"/>
              <a:gd name="connsiteY51-4776" fmla="*/ 507168 h 5726868"/>
              <a:gd name="connsiteX52-4777" fmla="*/ 656266 w 4367206"/>
              <a:gd name="connsiteY52-4778" fmla="*/ 423348 h 5726868"/>
              <a:gd name="connsiteX53-4779" fmla="*/ 892486 w 4367206"/>
              <a:gd name="connsiteY53-4780" fmla="*/ 232848 h 5726868"/>
              <a:gd name="connsiteX54-4781" fmla="*/ 1174426 w 4367206"/>
              <a:gd name="connsiteY54-4782" fmla="*/ 80448 h 5726868"/>
              <a:gd name="connsiteX55-4783" fmla="*/ 1593526 w 4367206"/>
              <a:gd name="connsiteY55-4784" fmla="*/ 11868 h 5726868"/>
              <a:gd name="connsiteX56-4785" fmla="*/ 1944046 w 4367206"/>
              <a:gd name="connsiteY56-4786" fmla="*/ 4248 h 5726868"/>
              <a:gd name="connsiteX57-4787" fmla="*/ 2172646 w 4367206"/>
              <a:gd name="connsiteY57-4788" fmla="*/ 4248 h 5726868"/>
              <a:gd name="connsiteX58-4789" fmla="*/ 2393626 w 4367206"/>
              <a:gd name="connsiteY58-4790" fmla="*/ 57588 h 5726868"/>
              <a:gd name="connsiteX59-4791" fmla="*/ 2667946 w 4367206"/>
              <a:gd name="connsiteY59-4792" fmla="*/ 133788 h 5726868"/>
              <a:gd name="connsiteX60-4793" fmla="*/ 2820346 w 4367206"/>
              <a:gd name="connsiteY60-4794" fmla="*/ 202368 h 5726868"/>
              <a:gd name="connsiteX61-4795" fmla="*/ 3102286 w 4367206"/>
              <a:gd name="connsiteY61-4796" fmla="*/ 400488 h 5726868"/>
              <a:gd name="connsiteX62-4797" fmla="*/ 3285166 w 4367206"/>
              <a:gd name="connsiteY62-4798" fmla="*/ 651948 h 5726868"/>
              <a:gd name="connsiteX63-4799" fmla="*/ 3407086 w 4367206"/>
              <a:gd name="connsiteY63-4800" fmla="*/ 918648 h 5726868"/>
              <a:gd name="connsiteX64-4801" fmla="*/ 3475666 w 4367206"/>
              <a:gd name="connsiteY64-4802" fmla="*/ 1238688 h 5726868"/>
              <a:gd name="connsiteX65-4803" fmla="*/ 3506146 w 4367206"/>
              <a:gd name="connsiteY65-4804" fmla="*/ 1543488 h 5726868"/>
              <a:gd name="connsiteX66-4805" fmla="*/ 3506146 w 4367206"/>
              <a:gd name="connsiteY66-4806" fmla="*/ 1962588 h 5726868"/>
              <a:gd name="connsiteX67-4807" fmla="*/ 3338506 w 4367206"/>
              <a:gd name="connsiteY67-4808" fmla="*/ 2305488 h 5726868"/>
              <a:gd name="connsiteX68-4809" fmla="*/ 3254686 w 4367206"/>
              <a:gd name="connsiteY68-4810" fmla="*/ 2473128 h 5726868"/>
              <a:gd name="connsiteX69-4811" fmla="*/ 3132766 w 4367206"/>
              <a:gd name="connsiteY69-4812" fmla="*/ 2663628 h 5726868"/>
              <a:gd name="connsiteX70-4813" fmla="*/ 3071806 w 4367206"/>
              <a:gd name="connsiteY70-4814" fmla="*/ 2838888 h 5726868"/>
              <a:gd name="connsiteX71-4815" fmla="*/ 3064186 w 4367206"/>
              <a:gd name="connsiteY71-4816" fmla="*/ 2915088 h 5726868"/>
              <a:gd name="connsiteX72-4817" fmla="*/ 3018466 w 4367206"/>
              <a:gd name="connsiteY72-4818" fmla="*/ 3014148 h 5726868"/>
              <a:gd name="connsiteX73-4819" fmla="*/ 2980366 w 4367206"/>
              <a:gd name="connsiteY73-4820" fmla="*/ 3082728 h 5726868"/>
              <a:gd name="connsiteX74-4821" fmla="*/ 2957506 w 4367206"/>
              <a:gd name="connsiteY74-4822" fmla="*/ 3120828 h 5726868"/>
              <a:gd name="connsiteX75-4823" fmla="*/ 2957506 w 4367206"/>
              <a:gd name="connsiteY75-4824" fmla="*/ 3555168 h 5726868"/>
              <a:gd name="connsiteX76-4825" fmla="*/ 3010846 w 4367206"/>
              <a:gd name="connsiteY76-4826" fmla="*/ 3539928 h 5726868"/>
              <a:gd name="connsiteX77-4827" fmla="*/ 3109906 w 4367206"/>
              <a:gd name="connsiteY77-4828" fmla="*/ 3570408 h 5726868"/>
              <a:gd name="connsiteX78-4829" fmla="*/ 3140386 w 4367206"/>
              <a:gd name="connsiteY78-4830" fmla="*/ 3631368 h 5726868"/>
              <a:gd name="connsiteX79-4831" fmla="*/ 3117526 w 4367206"/>
              <a:gd name="connsiteY79-4832" fmla="*/ 3738048 h 5726868"/>
              <a:gd name="connsiteX80-4833" fmla="*/ 3125146 w 4367206"/>
              <a:gd name="connsiteY80-4834" fmla="*/ 4103808 h 5726868"/>
              <a:gd name="connsiteX81-4835" fmla="*/ 3163246 w 4367206"/>
              <a:gd name="connsiteY81-4836" fmla="*/ 4157148 h 5726868"/>
              <a:gd name="connsiteX82-4837" fmla="*/ 3201346 w 4367206"/>
              <a:gd name="connsiteY82-4838" fmla="*/ 4164768 h 5726868"/>
              <a:gd name="connsiteX83-4839" fmla="*/ 3231826 w 4367206"/>
              <a:gd name="connsiteY83-4840" fmla="*/ 4172388 h 5726868"/>
              <a:gd name="connsiteX84-4841" fmla="*/ 3285166 w 4367206"/>
              <a:gd name="connsiteY84-4842" fmla="*/ 4294308 h 5726868"/>
              <a:gd name="connsiteX85-4843" fmla="*/ 3300406 w 4367206"/>
              <a:gd name="connsiteY85-4844" fmla="*/ 4347648 h 5726868"/>
              <a:gd name="connsiteX86-4845" fmla="*/ 3330886 w 4367206"/>
              <a:gd name="connsiteY86-4846" fmla="*/ 4408608 h 5726868"/>
              <a:gd name="connsiteX87-4847" fmla="*/ 3551866 w 4367206"/>
              <a:gd name="connsiteY87-4848" fmla="*/ 4644828 h 5726868"/>
              <a:gd name="connsiteX88-4849" fmla="*/ 3887146 w 4367206"/>
              <a:gd name="connsiteY88-4850" fmla="*/ 5025828 h 5726868"/>
              <a:gd name="connsiteX89-4851" fmla="*/ 4100506 w 4367206"/>
              <a:gd name="connsiteY89-4852" fmla="*/ 5300148 h 5726868"/>
              <a:gd name="connsiteX90-4853" fmla="*/ 4367206 w 4367206"/>
              <a:gd name="connsiteY90-4854" fmla="*/ 5726868 h 5726868"/>
              <a:gd name="connsiteX0-4855" fmla="*/ 707488 w 4100506"/>
              <a:gd name="connsiteY0-4856" fmla="*/ 5008470 h 5300148"/>
              <a:gd name="connsiteX1-4857" fmla="*/ 961066 w 4100506"/>
              <a:gd name="connsiteY1-4858" fmla="*/ 4644828 h 5300148"/>
              <a:gd name="connsiteX2-4859" fmla="*/ 1342066 w 4100506"/>
              <a:gd name="connsiteY2-4860" fmla="*/ 4172388 h 5300148"/>
              <a:gd name="connsiteX3-4861" fmla="*/ 1258246 w 4100506"/>
              <a:gd name="connsiteY3-4862" fmla="*/ 4012368 h 5300148"/>
              <a:gd name="connsiteX4-4863" fmla="*/ 1204906 w 4100506"/>
              <a:gd name="connsiteY4-4864" fmla="*/ 3928548 h 5300148"/>
              <a:gd name="connsiteX5-4865" fmla="*/ 1174426 w 4100506"/>
              <a:gd name="connsiteY5-4866" fmla="*/ 3768528 h 5300148"/>
              <a:gd name="connsiteX6-4867" fmla="*/ 1151566 w 4100506"/>
              <a:gd name="connsiteY6-4868" fmla="*/ 3699948 h 5300148"/>
              <a:gd name="connsiteX7-4869" fmla="*/ 1143946 w 4100506"/>
              <a:gd name="connsiteY7-4870" fmla="*/ 3669468 h 5300148"/>
              <a:gd name="connsiteX8-4871" fmla="*/ 1067746 w 4100506"/>
              <a:gd name="connsiteY8-4872" fmla="*/ 3661848 h 5300148"/>
              <a:gd name="connsiteX9-4873" fmla="*/ 938206 w 4100506"/>
              <a:gd name="connsiteY9-4874" fmla="*/ 3669468 h 5300148"/>
              <a:gd name="connsiteX10-4875" fmla="*/ 831526 w 4100506"/>
              <a:gd name="connsiteY10-4876" fmla="*/ 3692328 h 5300148"/>
              <a:gd name="connsiteX11-4877" fmla="*/ 610546 w 4100506"/>
              <a:gd name="connsiteY11-4878" fmla="*/ 3738048 h 5300148"/>
              <a:gd name="connsiteX12-4879" fmla="*/ 389566 w 4100506"/>
              <a:gd name="connsiteY12-4880" fmla="*/ 3638988 h 5300148"/>
              <a:gd name="connsiteX13-4881" fmla="*/ 381946 w 4100506"/>
              <a:gd name="connsiteY13-4882" fmla="*/ 3326568 h 5300148"/>
              <a:gd name="connsiteX14-4883" fmla="*/ 420046 w 4100506"/>
              <a:gd name="connsiteY14-4884" fmla="*/ 3227508 h 5300148"/>
              <a:gd name="connsiteX15-4885" fmla="*/ 389566 w 4100506"/>
              <a:gd name="connsiteY15-4886" fmla="*/ 3166548 h 5300148"/>
              <a:gd name="connsiteX16-4887" fmla="*/ 351466 w 4100506"/>
              <a:gd name="connsiteY16-4888" fmla="*/ 3105588 h 5300148"/>
              <a:gd name="connsiteX17-4889" fmla="*/ 397186 w 4100506"/>
              <a:gd name="connsiteY17-4890" fmla="*/ 3021768 h 5300148"/>
              <a:gd name="connsiteX18-4891" fmla="*/ 488626 w 4100506"/>
              <a:gd name="connsiteY18-4892" fmla="*/ 2998908 h 5300148"/>
              <a:gd name="connsiteX19-4893" fmla="*/ 471956 w 4100506"/>
              <a:gd name="connsiteY19-4894" fmla="*/ 2942709 h 5300148"/>
              <a:gd name="connsiteX20-4895" fmla="*/ 435286 w 4100506"/>
              <a:gd name="connsiteY20-4896" fmla="*/ 2930328 h 5300148"/>
              <a:gd name="connsiteX21-4897" fmla="*/ 389566 w 4100506"/>
              <a:gd name="connsiteY21-4898" fmla="*/ 2930328 h 5300148"/>
              <a:gd name="connsiteX22-4899" fmla="*/ 314000 w 4100506"/>
              <a:gd name="connsiteY22-4900" fmla="*/ 2893495 h 5300148"/>
              <a:gd name="connsiteX23-4901" fmla="*/ 320986 w 4100506"/>
              <a:gd name="connsiteY23-4902" fmla="*/ 2846508 h 5300148"/>
              <a:gd name="connsiteX24-4903" fmla="*/ 328606 w 4100506"/>
              <a:gd name="connsiteY24-4904" fmla="*/ 2793168 h 5300148"/>
              <a:gd name="connsiteX25-4905" fmla="*/ 313366 w 4100506"/>
              <a:gd name="connsiteY25-4906" fmla="*/ 2732208 h 5300148"/>
              <a:gd name="connsiteX26-4907" fmla="*/ 267646 w 4100506"/>
              <a:gd name="connsiteY26-4908" fmla="*/ 2671248 h 5300148"/>
              <a:gd name="connsiteX27-4909" fmla="*/ 176206 w 4100506"/>
              <a:gd name="connsiteY27-4910" fmla="*/ 2656008 h 5300148"/>
              <a:gd name="connsiteX28-4911" fmla="*/ 54286 w 4100506"/>
              <a:gd name="connsiteY28-4912" fmla="*/ 2610288 h 5300148"/>
              <a:gd name="connsiteX29-4913" fmla="*/ 7931 w 4100506"/>
              <a:gd name="connsiteY29-4914" fmla="*/ 2563298 h 5300148"/>
              <a:gd name="connsiteX30-4915" fmla="*/ 8566 w 4100506"/>
              <a:gd name="connsiteY30-4916" fmla="*/ 2488368 h 5300148"/>
              <a:gd name="connsiteX31-4917" fmla="*/ 92386 w 4100506"/>
              <a:gd name="connsiteY31-4918" fmla="*/ 2335968 h 5300148"/>
              <a:gd name="connsiteX32-4919" fmla="*/ 221926 w 4100506"/>
              <a:gd name="connsiteY32-4920" fmla="*/ 2175948 h 5300148"/>
              <a:gd name="connsiteX33-4921" fmla="*/ 282886 w 4100506"/>
              <a:gd name="connsiteY33-4922" fmla="*/ 2084508 h 5300148"/>
              <a:gd name="connsiteX34-4923" fmla="*/ 328606 w 4100506"/>
              <a:gd name="connsiteY34-4924" fmla="*/ 1977828 h 5300148"/>
              <a:gd name="connsiteX35-4925" fmla="*/ 359086 w 4100506"/>
              <a:gd name="connsiteY35-4926" fmla="*/ 1871148 h 5300148"/>
              <a:gd name="connsiteX36-4927" fmla="*/ 374326 w 4100506"/>
              <a:gd name="connsiteY36-4928" fmla="*/ 1810188 h 5300148"/>
              <a:gd name="connsiteX37-4929" fmla="*/ 343846 w 4100506"/>
              <a:gd name="connsiteY37-4930" fmla="*/ 1756848 h 5300148"/>
              <a:gd name="connsiteX38-4931" fmla="*/ 328606 w 4100506"/>
              <a:gd name="connsiteY38-4932" fmla="*/ 1680648 h 5300148"/>
              <a:gd name="connsiteX39-4933" fmla="*/ 412426 w 4100506"/>
              <a:gd name="connsiteY39-4934" fmla="*/ 1474908 h 5300148"/>
              <a:gd name="connsiteX40-4935" fmla="*/ 442906 w 4100506"/>
              <a:gd name="connsiteY40-4936" fmla="*/ 1307268 h 5300148"/>
              <a:gd name="connsiteX41-4937" fmla="*/ 465766 w 4100506"/>
              <a:gd name="connsiteY41-4938" fmla="*/ 1192968 h 5300148"/>
              <a:gd name="connsiteX42-4939" fmla="*/ 503866 w 4100506"/>
              <a:gd name="connsiteY42-4940" fmla="*/ 1055808 h 5300148"/>
              <a:gd name="connsiteX43-4941" fmla="*/ 557206 w 4100506"/>
              <a:gd name="connsiteY43-4942" fmla="*/ 888168 h 5300148"/>
              <a:gd name="connsiteX44-4943" fmla="*/ 503866 w 4100506"/>
              <a:gd name="connsiteY44-4944" fmla="*/ 888168 h 5300148"/>
              <a:gd name="connsiteX45-4945" fmla="*/ 412426 w 4100506"/>
              <a:gd name="connsiteY45-4946" fmla="*/ 834828 h 5300148"/>
              <a:gd name="connsiteX46-4947" fmla="*/ 328606 w 4100506"/>
              <a:gd name="connsiteY46-4948" fmla="*/ 789108 h 5300148"/>
              <a:gd name="connsiteX47-4949" fmla="*/ 260026 w 4100506"/>
              <a:gd name="connsiteY47-4950" fmla="*/ 773868 h 5300148"/>
              <a:gd name="connsiteX48-4951" fmla="*/ 214306 w 4100506"/>
              <a:gd name="connsiteY48-4952" fmla="*/ 751008 h 5300148"/>
              <a:gd name="connsiteX49-4953" fmla="*/ 260026 w 4100506"/>
              <a:gd name="connsiteY49-4954" fmla="*/ 674808 h 5300148"/>
              <a:gd name="connsiteX50-4955" fmla="*/ 374326 w 4100506"/>
              <a:gd name="connsiteY50-4956" fmla="*/ 606228 h 5300148"/>
              <a:gd name="connsiteX51-4957" fmla="*/ 557206 w 4100506"/>
              <a:gd name="connsiteY51-4958" fmla="*/ 507168 h 5300148"/>
              <a:gd name="connsiteX52-4959" fmla="*/ 656266 w 4100506"/>
              <a:gd name="connsiteY52-4960" fmla="*/ 423348 h 5300148"/>
              <a:gd name="connsiteX53-4961" fmla="*/ 892486 w 4100506"/>
              <a:gd name="connsiteY53-4962" fmla="*/ 232848 h 5300148"/>
              <a:gd name="connsiteX54-4963" fmla="*/ 1174426 w 4100506"/>
              <a:gd name="connsiteY54-4964" fmla="*/ 80448 h 5300148"/>
              <a:gd name="connsiteX55-4965" fmla="*/ 1593526 w 4100506"/>
              <a:gd name="connsiteY55-4966" fmla="*/ 11868 h 5300148"/>
              <a:gd name="connsiteX56-4967" fmla="*/ 1944046 w 4100506"/>
              <a:gd name="connsiteY56-4968" fmla="*/ 4248 h 5300148"/>
              <a:gd name="connsiteX57-4969" fmla="*/ 2172646 w 4100506"/>
              <a:gd name="connsiteY57-4970" fmla="*/ 4248 h 5300148"/>
              <a:gd name="connsiteX58-4971" fmla="*/ 2393626 w 4100506"/>
              <a:gd name="connsiteY58-4972" fmla="*/ 57588 h 5300148"/>
              <a:gd name="connsiteX59-4973" fmla="*/ 2667946 w 4100506"/>
              <a:gd name="connsiteY59-4974" fmla="*/ 133788 h 5300148"/>
              <a:gd name="connsiteX60-4975" fmla="*/ 2820346 w 4100506"/>
              <a:gd name="connsiteY60-4976" fmla="*/ 202368 h 5300148"/>
              <a:gd name="connsiteX61-4977" fmla="*/ 3102286 w 4100506"/>
              <a:gd name="connsiteY61-4978" fmla="*/ 400488 h 5300148"/>
              <a:gd name="connsiteX62-4979" fmla="*/ 3285166 w 4100506"/>
              <a:gd name="connsiteY62-4980" fmla="*/ 651948 h 5300148"/>
              <a:gd name="connsiteX63-4981" fmla="*/ 3407086 w 4100506"/>
              <a:gd name="connsiteY63-4982" fmla="*/ 918648 h 5300148"/>
              <a:gd name="connsiteX64-4983" fmla="*/ 3475666 w 4100506"/>
              <a:gd name="connsiteY64-4984" fmla="*/ 1238688 h 5300148"/>
              <a:gd name="connsiteX65-4985" fmla="*/ 3506146 w 4100506"/>
              <a:gd name="connsiteY65-4986" fmla="*/ 1543488 h 5300148"/>
              <a:gd name="connsiteX66-4987" fmla="*/ 3506146 w 4100506"/>
              <a:gd name="connsiteY66-4988" fmla="*/ 1962588 h 5300148"/>
              <a:gd name="connsiteX67-4989" fmla="*/ 3338506 w 4100506"/>
              <a:gd name="connsiteY67-4990" fmla="*/ 2305488 h 5300148"/>
              <a:gd name="connsiteX68-4991" fmla="*/ 3254686 w 4100506"/>
              <a:gd name="connsiteY68-4992" fmla="*/ 2473128 h 5300148"/>
              <a:gd name="connsiteX69-4993" fmla="*/ 3132766 w 4100506"/>
              <a:gd name="connsiteY69-4994" fmla="*/ 2663628 h 5300148"/>
              <a:gd name="connsiteX70-4995" fmla="*/ 3071806 w 4100506"/>
              <a:gd name="connsiteY70-4996" fmla="*/ 2838888 h 5300148"/>
              <a:gd name="connsiteX71-4997" fmla="*/ 3064186 w 4100506"/>
              <a:gd name="connsiteY71-4998" fmla="*/ 2915088 h 5300148"/>
              <a:gd name="connsiteX72-4999" fmla="*/ 3018466 w 4100506"/>
              <a:gd name="connsiteY72-5000" fmla="*/ 3014148 h 5300148"/>
              <a:gd name="connsiteX73-5001" fmla="*/ 2980366 w 4100506"/>
              <a:gd name="connsiteY73-5002" fmla="*/ 3082728 h 5300148"/>
              <a:gd name="connsiteX74-5003" fmla="*/ 2957506 w 4100506"/>
              <a:gd name="connsiteY74-5004" fmla="*/ 3120828 h 5300148"/>
              <a:gd name="connsiteX75-5005" fmla="*/ 2957506 w 4100506"/>
              <a:gd name="connsiteY75-5006" fmla="*/ 3555168 h 5300148"/>
              <a:gd name="connsiteX76-5007" fmla="*/ 3010846 w 4100506"/>
              <a:gd name="connsiteY76-5008" fmla="*/ 3539928 h 5300148"/>
              <a:gd name="connsiteX77-5009" fmla="*/ 3109906 w 4100506"/>
              <a:gd name="connsiteY77-5010" fmla="*/ 3570408 h 5300148"/>
              <a:gd name="connsiteX78-5011" fmla="*/ 3140386 w 4100506"/>
              <a:gd name="connsiteY78-5012" fmla="*/ 3631368 h 5300148"/>
              <a:gd name="connsiteX79-5013" fmla="*/ 3117526 w 4100506"/>
              <a:gd name="connsiteY79-5014" fmla="*/ 3738048 h 5300148"/>
              <a:gd name="connsiteX80-5015" fmla="*/ 3125146 w 4100506"/>
              <a:gd name="connsiteY80-5016" fmla="*/ 4103808 h 5300148"/>
              <a:gd name="connsiteX81-5017" fmla="*/ 3163246 w 4100506"/>
              <a:gd name="connsiteY81-5018" fmla="*/ 4157148 h 5300148"/>
              <a:gd name="connsiteX82-5019" fmla="*/ 3201346 w 4100506"/>
              <a:gd name="connsiteY82-5020" fmla="*/ 4164768 h 5300148"/>
              <a:gd name="connsiteX83-5021" fmla="*/ 3231826 w 4100506"/>
              <a:gd name="connsiteY83-5022" fmla="*/ 4172388 h 5300148"/>
              <a:gd name="connsiteX84-5023" fmla="*/ 3285166 w 4100506"/>
              <a:gd name="connsiteY84-5024" fmla="*/ 4294308 h 5300148"/>
              <a:gd name="connsiteX85-5025" fmla="*/ 3300406 w 4100506"/>
              <a:gd name="connsiteY85-5026" fmla="*/ 4347648 h 5300148"/>
              <a:gd name="connsiteX86-5027" fmla="*/ 3330886 w 4100506"/>
              <a:gd name="connsiteY86-5028" fmla="*/ 4408608 h 5300148"/>
              <a:gd name="connsiteX87-5029" fmla="*/ 3551866 w 4100506"/>
              <a:gd name="connsiteY87-5030" fmla="*/ 4644828 h 5300148"/>
              <a:gd name="connsiteX88-5031" fmla="*/ 3887146 w 4100506"/>
              <a:gd name="connsiteY88-5032" fmla="*/ 5025828 h 5300148"/>
              <a:gd name="connsiteX89-5033" fmla="*/ 4100506 w 4100506"/>
              <a:gd name="connsiteY89-5034" fmla="*/ 5300148 h 5300148"/>
              <a:gd name="connsiteX0-5035" fmla="*/ 707488 w 3887146"/>
              <a:gd name="connsiteY0-5036" fmla="*/ 5008470 h 5025828"/>
              <a:gd name="connsiteX1-5037" fmla="*/ 961066 w 3887146"/>
              <a:gd name="connsiteY1-5038" fmla="*/ 4644828 h 5025828"/>
              <a:gd name="connsiteX2-5039" fmla="*/ 1342066 w 3887146"/>
              <a:gd name="connsiteY2-5040" fmla="*/ 4172388 h 5025828"/>
              <a:gd name="connsiteX3-5041" fmla="*/ 1258246 w 3887146"/>
              <a:gd name="connsiteY3-5042" fmla="*/ 4012368 h 5025828"/>
              <a:gd name="connsiteX4-5043" fmla="*/ 1204906 w 3887146"/>
              <a:gd name="connsiteY4-5044" fmla="*/ 3928548 h 5025828"/>
              <a:gd name="connsiteX5-5045" fmla="*/ 1174426 w 3887146"/>
              <a:gd name="connsiteY5-5046" fmla="*/ 3768528 h 5025828"/>
              <a:gd name="connsiteX6-5047" fmla="*/ 1151566 w 3887146"/>
              <a:gd name="connsiteY6-5048" fmla="*/ 3699948 h 5025828"/>
              <a:gd name="connsiteX7-5049" fmla="*/ 1143946 w 3887146"/>
              <a:gd name="connsiteY7-5050" fmla="*/ 3669468 h 5025828"/>
              <a:gd name="connsiteX8-5051" fmla="*/ 1067746 w 3887146"/>
              <a:gd name="connsiteY8-5052" fmla="*/ 3661848 h 5025828"/>
              <a:gd name="connsiteX9-5053" fmla="*/ 938206 w 3887146"/>
              <a:gd name="connsiteY9-5054" fmla="*/ 3669468 h 5025828"/>
              <a:gd name="connsiteX10-5055" fmla="*/ 831526 w 3887146"/>
              <a:gd name="connsiteY10-5056" fmla="*/ 3692328 h 5025828"/>
              <a:gd name="connsiteX11-5057" fmla="*/ 610546 w 3887146"/>
              <a:gd name="connsiteY11-5058" fmla="*/ 3738048 h 5025828"/>
              <a:gd name="connsiteX12-5059" fmla="*/ 389566 w 3887146"/>
              <a:gd name="connsiteY12-5060" fmla="*/ 3638988 h 5025828"/>
              <a:gd name="connsiteX13-5061" fmla="*/ 381946 w 3887146"/>
              <a:gd name="connsiteY13-5062" fmla="*/ 3326568 h 5025828"/>
              <a:gd name="connsiteX14-5063" fmla="*/ 420046 w 3887146"/>
              <a:gd name="connsiteY14-5064" fmla="*/ 3227508 h 5025828"/>
              <a:gd name="connsiteX15-5065" fmla="*/ 389566 w 3887146"/>
              <a:gd name="connsiteY15-5066" fmla="*/ 3166548 h 5025828"/>
              <a:gd name="connsiteX16-5067" fmla="*/ 351466 w 3887146"/>
              <a:gd name="connsiteY16-5068" fmla="*/ 3105588 h 5025828"/>
              <a:gd name="connsiteX17-5069" fmla="*/ 397186 w 3887146"/>
              <a:gd name="connsiteY17-5070" fmla="*/ 3021768 h 5025828"/>
              <a:gd name="connsiteX18-5071" fmla="*/ 488626 w 3887146"/>
              <a:gd name="connsiteY18-5072" fmla="*/ 2998908 h 5025828"/>
              <a:gd name="connsiteX19-5073" fmla="*/ 471956 w 3887146"/>
              <a:gd name="connsiteY19-5074" fmla="*/ 2942709 h 5025828"/>
              <a:gd name="connsiteX20-5075" fmla="*/ 435286 w 3887146"/>
              <a:gd name="connsiteY20-5076" fmla="*/ 2930328 h 5025828"/>
              <a:gd name="connsiteX21-5077" fmla="*/ 389566 w 3887146"/>
              <a:gd name="connsiteY21-5078" fmla="*/ 2930328 h 5025828"/>
              <a:gd name="connsiteX22-5079" fmla="*/ 314000 w 3887146"/>
              <a:gd name="connsiteY22-5080" fmla="*/ 2893495 h 5025828"/>
              <a:gd name="connsiteX23-5081" fmla="*/ 320986 w 3887146"/>
              <a:gd name="connsiteY23-5082" fmla="*/ 2846508 h 5025828"/>
              <a:gd name="connsiteX24-5083" fmla="*/ 328606 w 3887146"/>
              <a:gd name="connsiteY24-5084" fmla="*/ 2793168 h 5025828"/>
              <a:gd name="connsiteX25-5085" fmla="*/ 313366 w 3887146"/>
              <a:gd name="connsiteY25-5086" fmla="*/ 2732208 h 5025828"/>
              <a:gd name="connsiteX26-5087" fmla="*/ 267646 w 3887146"/>
              <a:gd name="connsiteY26-5088" fmla="*/ 2671248 h 5025828"/>
              <a:gd name="connsiteX27-5089" fmla="*/ 176206 w 3887146"/>
              <a:gd name="connsiteY27-5090" fmla="*/ 2656008 h 5025828"/>
              <a:gd name="connsiteX28-5091" fmla="*/ 54286 w 3887146"/>
              <a:gd name="connsiteY28-5092" fmla="*/ 2610288 h 5025828"/>
              <a:gd name="connsiteX29-5093" fmla="*/ 7931 w 3887146"/>
              <a:gd name="connsiteY29-5094" fmla="*/ 2563298 h 5025828"/>
              <a:gd name="connsiteX30-5095" fmla="*/ 8566 w 3887146"/>
              <a:gd name="connsiteY30-5096" fmla="*/ 2488368 h 5025828"/>
              <a:gd name="connsiteX31-5097" fmla="*/ 92386 w 3887146"/>
              <a:gd name="connsiteY31-5098" fmla="*/ 2335968 h 5025828"/>
              <a:gd name="connsiteX32-5099" fmla="*/ 221926 w 3887146"/>
              <a:gd name="connsiteY32-5100" fmla="*/ 2175948 h 5025828"/>
              <a:gd name="connsiteX33-5101" fmla="*/ 282886 w 3887146"/>
              <a:gd name="connsiteY33-5102" fmla="*/ 2084508 h 5025828"/>
              <a:gd name="connsiteX34-5103" fmla="*/ 328606 w 3887146"/>
              <a:gd name="connsiteY34-5104" fmla="*/ 1977828 h 5025828"/>
              <a:gd name="connsiteX35-5105" fmla="*/ 359086 w 3887146"/>
              <a:gd name="connsiteY35-5106" fmla="*/ 1871148 h 5025828"/>
              <a:gd name="connsiteX36-5107" fmla="*/ 374326 w 3887146"/>
              <a:gd name="connsiteY36-5108" fmla="*/ 1810188 h 5025828"/>
              <a:gd name="connsiteX37-5109" fmla="*/ 343846 w 3887146"/>
              <a:gd name="connsiteY37-5110" fmla="*/ 1756848 h 5025828"/>
              <a:gd name="connsiteX38-5111" fmla="*/ 328606 w 3887146"/>
              <a:gd name="connsiteY38-5112" fmla="*/ 1680648 h 5025828"/>
              <a:gd name="connsiteX39-5113" fmla="*/ 412426 w 3887146"/>
              <a:gd name="connsiteY39-5114" fmla="*/ 1474908 h 5025828"/>
              <a:gd name="connsiteX40-5115" fmla="*/ 442906 w 3887146"/>
              <a:gd name="connsiteY40-5116" fmla="*/ 1307268 h 5025828"/>
              <a:gd name="connsiteX41-5117" fmla="*/ 465766 w 3887146"/>
              <a:gd name="connsiteY41-5118" fmla="*/ 1192968 h 5025828"/>
              <a:gd name="connsiteX42-5119" fmla="*/ 503866 w 3887146"/>
              <a:gd name="connsiteY42-5120" fmla="*/ 1055808 h 5025828"/>
              <a:gd name="connsiteX43-5121" fmla="*/ 557206 w 3887146"/>
              <a:gd name="connsiteY43-5122" fmla="*/ 888168 h 5025828"/>
              <a:gd name="connsiteX44-5123" fmla="*/ 503866 w 3887146"/>
              <a:gd name="connsiteY44-5124" fmla="*/ 888168 h 5025828"/>
              <a:gd name="connsiteX45-5125" fmla="*/ 412426 w 3887146"/>
              <a:gd name="connsiteY45-5126" fmla="*/ 834828 h 5025828"/>
              <a:gd name="connsiteX46-5127" fmla="*/ 328606 w 3887146"/>
              <a:gd name="connsiteY46-5128" fmla="*/ 789108 h 5025828"/>
              <a:gd name="connsiteX47-5129" fmla="*/ 260026 w 3887146"/>
              <a:gd name="connsiteY47-5130" fmla="*/ 773868 h 5025828"/>
              <a:gd name="connsiteX48-5131" fmla="*/ 214306 w 3887146"/>
              <a:gd name="connsiteY48-5132" fmla="*/ 751008 h 5025828"/>
              <a:gd name="connsiteX49-5133" fmla="*/ 260026 w 3887146"/>
              <a:gd name="connsiteY49-5134" fmla="*/ 674808 h 5025828"/>
              <a:gd name="connsiteX50-5135" fmla="*/ 374326 w 3887146"/>
              <a:gd name="connsiteY50-5136" fmla="*/ 606228 h 5025828"/>
              <a:gd name="connsiteX51-5137" fmla="*/ 557206 w 3887146"/>
              <a:gd name="connsiteY51-5138" fmla="*/ 507168 h 5025828"/>
              <a:gd name="connsiteX52-5139" fmla="*/ 656266 w 3887146"/>
              <a:gd name="connsiteY52-5140" fmla="*/ 423348 h 5025828"/>
              <a:gd name="connsiteX53-5141" fmla="*/ 892486 w 3887146"/>
              <a:gd name="connsiteY53-5142" fmla="*/ 232848 h 5025828"/>
              <a:gd name="connsiteX54-5143" fmla="*/ 1174426 w 3887146"/>
              <a:gd name="connsiteY54-5144" fmla="*/ 80448 h 5025828"/>
              <a:gd name="connsiteX55-5145" fmla="*/ 1593526 w 3887146"/>
              <a:gd name="connsiteY55-5146" fmla="*/ 11868 h 5025828"/>
              <a:gd name="connsiteX56-5147" fmla="*/ 1944046 w 3887146"/>
              <a:gd name="connsiteY56-5148" fmla="*/ 4248 h 5025828"/>
              <a:gd name="connsiteX57-5149" fmla="*/ 2172646 w 3887146"/>
              <a:gd name="connsiteY57-5150" fmla="*/ 4248 h 5025828"/>
              <a:gd name="connsiteX58-5151" fmla="*/ 2393626 w 3887146"/>
              <a:gd name="connsiteY58-5152" fmla="*/ 57588 h 5025828"/>
              <a:gd name="connsiteX59-5153" fmla="*/ 2667946 w 3887146"/>
              <a:gd name="connsiteY59-5154" fmla="*/ 133788 h 5025828"/>
              <a:gd name="connsiteX60-5155" fmla="*/ 2820346 w 3887146"/>
              <a:gd name="connsiteY60-5156" fmla="*/ 202368 h 5025828"/>
              <a:gd name="connsiteX61-5157" fmla="*/ 3102286 w 3887146"/>
              <a:gd name="connsiteY61-5158" fmla="*/ 400488 h 5025828"/>
              <a:gd name="connsiteX62-5159" fmla="*/ 3285166 w 3887146"/>
              <a:gd name="connsiteY62-5160" fmla="*/ 651948 h 5025828"/>
              <a:gd name="connsiteX63-5161" fmla="*/ 3407086 w 3887146"/>
              <a:gd name="connsiteY63-5162" fmla="*/ 918648 h 5025828"/>
              <a:gd name="connsiteX64-5163" fmla="*/ 3475666 w 3887146"/>
              <a:gd name="connsiteY64-5164" fmla="*/ 1238688 h 5025828"/>
              <a:gd name="connsiteX65-5165" fmla="*/ 3506146 w 3887146"/>
              <a:gd name="connsiteY65-5166" fmla="*/ 1543488 h 5025828"/>
              <a:gd name="connsiteX66-5167" fmla="*/ 3506146 w 3887146"/>
              <a:gd name="connsiteY66-5168" fmla="*/ 1962588 h 5025828"/>
              <a:gd name="connsiteX67-5169" fmla="*/ 3338506 w 3887146"/>
              <a:gd name="connsiteY67-5170" fmla="*/ 2305488 h 5025828"/>
              <a:gd name="connsiteX68-5171" fmla="*/ 3254686 w 3887146"/>
              <a:gd name="connsiteY68-5172" fmla="*/ 2473128 h 5025828"/>
              <a:gd name="connsiteX69-5173" fmla="*/ 3132766 w 3887146"/>
              <a:gd name="connsiteY69-5174" fmla="*/ 2663628 h 5025828"/>
              <a:gd name="connsiteX70-5175" fmla="*/ 3071806 w 3887146"/>
              <a:gd name="connsiteY70-5176" fmla="*/ 2838888 h 5025828"/>
              <a:gd name="connsiteX71-5177" fmla="*/ 3064186 w 3887146"/>
              <a:gd name="connsiteY71-5178" fmla="*/ 2915088 h 5025828"/>
              <a:gd name="connsiteX72-5179" fmla="*/ 3018466 w 3887146"/>
              <a:gd name="connsiteY72-5180" fmla="*/ 3014148 h 5025828"/>
              <a:gd name="connsiteX73-5181" fmla="*/ 2980366 w 3887146"/>
              <a:gd name="connsiteY73-5182" fmla="*/ 3082728 h 5025828"/>
              <a:gd name="connsiteX74-5183" fmla="*/ 2957506 w 3887146"/>
              <a:gd name="connsiteY74-5184" fmla="*/ 3120828 h 5025828"/>
              <a:gd name="connsiteX75-5185" fmla="*/ 2957506 w 3887146"/>
              <a:gd name="connsiteY75-5186" fmla="*/ 3555168 h 5025828"/>
              <a:gd name="connsiteX76-5187" fmla="*/ 3010846 w 3887146"/>
              <a:gd name="connsiteY76-5188" fmla="*/ 3539928 h 5025828"/>
              <a:gd name="connsiteX77-5189" fmla="*/ 3109906 w 3887146"/>
              <a:gd name="connsiteY77-5190" fmla="*/ 3570408 h 5025828"/>
              <a:gd name="connsiteX78-5191" fmla="*/ 3140386 w 3887146"/>
              <a:gd name="connsiteY78-5192" fmla="*/ 3631368 h 5025828"/>
              <a:gd name="connsiteX79-5193" fmla="*/ 3117526 w 3887146"/>
              <a:gd name="connsiteY79-5194" fmla="*/ 3738048 h 5025828"/>
              <a:gd name="connsiteX80-5195" fmla="*/ 3125146 w 3887146"/>
              <a:gd name="connsiteY80-5196" fmla="*/ 4103808 h 5025828"/>
              <a:gd name="connsiteX81-5197" fmla="*/ 3163246 w 3887146"/>
              <a:gd name="connsiteY81-5198" fmla="*/ 4157148 h 5025828"/>
              <a:gd name="connsiteX82-5199" fmla="*/ 3201346 w 3887146"/>
              <a:gd name="connsiteY82-5200" fmla="*/ 4164768 h 5025828"/>
              <a:gd name="connsiteX83-5201" fmla="*/ 3231826 w 3887146"/>
              <a:gd name="connsiteY83-5202" fmla="*/ 4172388 h 5025828"/>
              <a:gd name="connsiteX84-5203" fmla="*/ 3285166 w 3887146"/>
              <a:gd name="connsiteY84-5204" fmla="*/ 4294308 h 5025828"/>
              <a:gd name="connsiteX85-5205" fmla="*/ 3300406 w 3887146"/>
              <a:gd name="connsiteY85-5206" fmla="*/ 4347648 h 5025828"/>
              <a:gd name="connsiteX86-5207" fmla="*/ 3330886 w 3887146"/>
              <a:gd name="connsiteY86-5208" fmla="*/ 4408608 h 5025828"/>
              <a:gd name="connsiteX87-5209" fmla="*/ 3551866 w 3887146"/>
              <a:gd name="connsiteY87-5210" fmla="*/ 4644828 h 5025828"/>
              <a:gd name="connsiteX88-5211" fmla="*/ 3887146 w 3887146"/>
              <a:gd name="connsiteY88-5212" fmla="*/ 5025828 h 5025828"/>
              <a:gd name="connsiteX0-5213" fmla="*/ 707488 w 3884395"/>
              <a:gd name="connsiteY0-5214" fmla="*/ 5008470 h 5017575"/>
              <a:gd name="connsiteX1-5215" fmla="*/ 961066 w 3884395"/>
              <a:gd name="connsiteY1-5216" fmla="*/ 4644828 h 5017575"/>
              <a:gd name="connsiteX2-5217" fmla="*/ 1342066 w 3884395"/>
              <a:gd name="connsiteY2-5218" fmla="*/ 4172388 h 5017575"/>
              <a:gd name="connsiteX3-5219" fmla="*/ 1258246 w 3884395"/>
              <a:gd name="connsiteY3-5220" fmla="*/ 4012368 h 5017575"/>
              <a:gd name="connsiteX4-5221" fmla="*/ 1204906 w 3884395"/>
              <a:gd name="connsiteY4-5222" fmla="*/ 3928548 h 5017575"/>
              <a:gd name="connsiteX5-5223" fmla="*/ 1174426 w 3884395"/>
              <a:gd name="connsiteY5-5224" fmla="*/ 3768528 h 5017575"/>
              <a:gd name="connsiteX6-5225" fmla="*/ 1151566 w 3884395"/>
              <a:gd name="connsiteY6-5226" fmla="*/ 3699948 h 5017575"/>
              <a:gd name="connsiteX7-5227" fmla="*/ 1143946 w 3884395"/>
              <a:gd name="connsiteY7-5228" fmla="*/ 3669468 h 5017575"/>
              <a:gd name="connsiteX8-5229" fmla="*/ 1067746 w 3884395"/>
              <a:gd name="connsiteY8-5230" fmla="*/ 3661848 h 5017575"/>
              <a:gd name="connsiteX9-5231" fmla="*/ 938206 w 3884395"/>
              <a:gd name="connsiteY9-5232" fmla="*/ 3669468 h 5017575"/>
              <a:gd name="connsiteX10-5233" fmla="*/ 831526 w 3884395"/>
              <a:gd name="connsiteY10-5234" fmla="*/ 3692328 h 5017575"/>
              <a:gd name="connsiteX11-5235" fmla="*/ 610546 w 3884395"/>
              <a:gd name="connsiteY11-5236" fmla="*/ 3738048 h 5017575"/>
              <a:gd name="connsiteX12-5237" fmla="*/ 389566 w 3884395"/>
              <a:gd name="connsiteY12-5238" fmla="*/ 3638988 h 5017575"/>
              <a:gd name="connsiteX13-5239" fmla="*/ 381946 w 3884395"/>
              <a:gd name="connsiteY13-5240" fmla="*/ 3326568 h 5017575"/>
              <a:gd name="connsiteX14-5241" fmla="*/ 420046 w 3884395"/>
              <a:gd name="connsiteY14-5242" fmla="*/ 3227508 h 5017575"/>
              <a:gd name="connsiteX15-5243" fmla="*/ 389566 w 3884395"/>
              <a:gd name="connsiteY15-5244" fmla="*/ 3166548 h 5017575"/>
              <a:gd name="connsiteX16-5245" fmla="*/ 351466 w 3884395"/>
              <a:gd name="connsiteY16-5246" fmla="*/ 3105588 h 5017575"/>
              <a:gd name="connsiteX17-5247" fmla="*/ 397186 w 3884395"/>
              <a:gd name="connsiteY17-5248" fmla="*/ 3021768 h 5017575"/>
              <a:gd name="connsiteX18-5249" fmla="*/ 488626 w 3884395"/>
              <a:gd name="connsiteY18-5250" fmla="*/ 2998908 h 5017575"/>
              <a:gd name="connsiteX19-5251" fmla="*/ 471956 w 3884395"/>
              <a:gd name="connsiteY19-5252" fmla="*/ 2942709 h 5017575"/>
              <a:gd name="connsiteX20-5253" fmla="*/ 435286 w 3884395"/>
              <a:gd name="connsiteY20-5254" fmla="*/ 2930328 h 5017575"/>
              <a:gd name="connsiteX21-5255" fmla="*/ 389566 w 3884395"/>
              <a:gd name="connsiteY21-5256" fmla="*/ 2930328 h 5017575"/>
              <a:gd name="connsiteX22-5257" fmla="*/ 314000 w 3884395"/>
              <a:gd name="connsiteY22-5258" fmla="*/ 2893495 h 5017575"/>
              <a:gd name="connsiteX23-5259" fmla="*/ 320986 w 3884395"/>
              <a:gd name="connsiteY23-5260" fmla="*/ 2846508 h 5017575"/>
              <a:gd name="connsiteX24-5261" fmla="*/ 328606 w 3884395"/>
              <a:gd name="connsiteY24-5262" fmla="*/ 2793168 h 5017575"/>
              <a:gd name="connsiteX25-5263" fmla="*/ 313366 w 3884395"/>
              <a:gd name="connsiteY25-5264" fmla="*/ 2732208 h 5017575"/>
              <a:gd name="connsiteX26-5265" fmla="*/ 267646 w 3884395"/>
              <a:gd name="connsiteY26-5266" fmla="*/ 2671248 h 5017575"/>
              <a:gd name="connsiteX27-5267" fmla="*/ 176206 w 3884395"/>
              <a:gd name="connsiteY27-5268" fmla="*/ 2656008 h 5017575"/>
              <a:gd name="connsiteX28-5269" fmla="*/ 54286 w 3884395"/>
              <a:gd name="connsiteY28-5270" fmla="*/ 2610288 h 5017575"/>
              <a:gd name="connsiteX29-5271" fmla="*/ 7931 w 3884395"/>
              <a:gd name="connsiteY29-5272" fmla="*/ 2563298 h 5017575"/>
              <a:gd name="connsiteX30-5273" fmla="*/ 8566 w 3884395"/>
              <a:gd name="connsiteY30-5274" fmla="*/ 2488368 h 5017575"/>
              <a:gd name="connsiteX31-5275" fmla="*/ 92386 w 3884395"/>
              <a:gd name="connsiteY31-5276" fmla="*/ 2335968 h 5017575"/>
              <a:gd name="connsiteX32-5277" fmla="*/ 221926 w 3884395"/>
              <a:gd name="connsiteY32-5278" fmla="*/ 2175948 h 5017575"/>
              <a:gd name="connsiteX33-5279" fmla="*/ 282886 w 3884395"/>
              <a:gd name="connsiteY33-5280" fmla="*/ 2084508 h 5017575"/>
              <a:gd name="connsiteX34-5281" fmla="*/ 328606 w 3884395"/>
              <a:gd name="connsiteY34-5282" fmla="*/ 1977828 h 5017575"/>
              <a:gd name="connsiteX35-5283" fmla="*/ 359086 w 3884395"/>
              <a:gd name="connsiteY35-5284" fmla="*/ 1871148 h 5017575"/>
              <a:gd name="connsiteX36-5285" fmla="*/ 374326 w 3884395"/>
              <a:gd name="connsiteY36-5286" fmla="*/ 1810188 h 5017575"/>
              <a:gd name="connsiteX37-5287" fmla="*/ 343846 w 3884395"/>
              <a:gd name="connsiteY37-5288" fmla="*/ 1756848 h 5017575"/>
              <a:gd name="connsiteX38-5289" fmla="*/ 328606 w 3884395"/>
              <a:gd name="connsiteY38-5290" fmla="*/ 1680648 h 5017575"/>
              <a:gd name="connsiteX39-5291" fmla="*/ 412426 w 3884395"/>
              <a:gd name="connsiteY39-5292" fmla="*/ 1474908 h 5017575"/>
              <a:gd name="connsiteX40-5293" fmla="*/ 442906 w 3884395"/>
              <a:gd name="connsiteY40-5294" fmla="*/ 1307268 h 5017575"/>
              <a:gd name="connsiteX41-5295" fmla="*/ 465766 w 3884395"/>
              <a:gd name="connsiteY41-5296" fmla="*/ 1192968 h 5017575"/>
              <a:gd name="connsiteX42-5297" fmla="*/ 503866 w 3884395"/>
              <a:gd name="connsiteY42-5298" fmla="*/ 1055808 h 5017575"/>
              <a:gd name="connsiteX43-5299" fmla="*/ 557206 w 3884395"/>
              <a:gd name="connsiteY43-5300" fmla="*/ 888168 h 5017575"/>
              <a:gd name="connsiteX44-5301" fmla="*/ 503866 w 3884395"/>
              <a:gd name="connsiteY44-5302" fmla="*/ 888168 h 5017575"/>
              <a:gd name="connsiteX45-5303" fmla="*/ 412426 w 3884395"/>
              <a:gd name="connsiteY45-5304" fmla="*/ 834828 h 5017575"/>
              <a:gd name="connsiteX46-5305" fmla="*/ 328606 w 3884395"/>
              <a:gd name="connsiteY46-5306" fmla="*/ 789108 h 5017575"/>
              <a:gd name="connsiteX47-5307" fmla="*/ 260026 w 3884395"/>
              <a:gd name="connsiteY47-5308" fmla="*/ 773868 h 5017575"/>
              <a:gd name="connsiteX48-5309" fmla="*/ 214306 w 3884395"/>
              <a:gd name="connsiteY48-5310" fmla="*/ 751008 h 5017575"/>
              <a:gd name="connsiteX49-5311" fmla="*/ 260026 w 3884395"/>
              <a:gd name="connsiteY49-5312" fmla="*/ 674808 h 5017575"/>
              <a:gd name="connsiteX50-5313" fmla="*/ 374326 w 3884395"/>
              <a:gd name="connsiteY50-5314" fmla="*/ 606228 h 5017575"/>
              <a:gd name="connsiteX51-5315" fmla="*/ 557206 w 3884395"/>
              <a:gd name="connsiteY51-5316" fmla="*/ 507168 h 5017575"/>
              <a:gd name="connsiteX52-5317" fmla="*/ 656266 w 3884395"/>
              <a:gd name="connsiteY52-5318" fmla="*/ 423348 h 5017575"/>
              <a:gd name="connsiteX53-5319" fmla="*/ 892486 w 3884395"/>
              <a:gd name="connsiteY53-5320" fmla="*/ 232848 h 5017575"/>
              <a:gd name="connsiteX54-5321" fmla="*/ 1174426 w 3884395"/>
              <a:gd name="connsiteY54-5322" fmla="*/ 80448 h 5017575"/>
              <a:gd name="connsiteX55-5323" fmla="*/ 1593526 w 3884395"/>
              <a:gd name="connsiteY55-5324" fmla="*/ 11868 h 5017575"/>
              <a:gd name="connsiteX56-5325" fmla="*/ 1944046 w 3884395"/>
              <a:gd name="connsiteY56-5326" fmla="*/ 4248 h 5017575"/>
              <a:gd name="connsiteX57-5327" fmla="*/ 2172646 w 3884395"/>
              <a:gd name="connsiteY57-5328" fmla="*/ 4248 h 5017575"/>
              <a:gd name="connsiteX58-5329" fmla="*/ 2393626 w 3884395"/>
              <a:gd name="connsiteY58-5330" fmla="*/ 57588 h 5017575"/>
              <a:gd name="connsiteX59-5331" fmla="*/ 2667946 w 3884395"/>
              <a:gd name="connsiteY59-5332" fmla="*/ 133788 h 5017575"/>
              <a:gd name="connsiteX60-5333" fmla="*/ 2820346 w 3884395"/>
              <a:gd name="connsiteY60-5334" fmla="*/ 202368 h 5017575"/>
              <a:gd name="connsiteX61-5335" fmla="*/ 3102286 w 3884395"/>
              <a:gd name="connsiteY61-5336" fmla="*/ 400488 h 5017575"/>
              <a:gd name="connsiteX62-5337" fmla="*/ 3285166 w 3884395"/>
              <a:gd name="connsiteY62-5338" fmla="*/ 651948 h 5017575"/>
              <a:gd name="connsiteX63-5339" fmla="*/ 3407086 w 3884395"/>
              <a:gd name="connsiteY63-5340" fmla="*/ 918648 h 5017575"/>
              <a:gd name="connsiteX64-5341" fmla="*/ 3475666 w 3884395"/>
              <a:gd name="connsiteY64-5342" fmla="*/ 1238688 h 5017575"/>
              <a:gd name="connsiteX65-5343" fmla="*/ 3506146 w 3884395"/>
              <a:gd name="connsiteY65-5344" fmla="*/ 1543488 h 5017575"/>
              <a:gd name="connsiteX66-5345" fmla="*/ 3506146 w 3884395"/>
              <a:gd name="connsiteY66-5346" fmla="*/ 1962588 h 5017575"/>
              <a:gd name="connsiteX67-5347" fmla="*/ 3338506 w 3884395"/>
              <a:gd name="connsiteY67-5348" fmla="*/ 2305488 h 5017575"/>
              <a:gd name="connsiteX68-5349" fmla="*/ 3254686 w 3884395"/>
              <a:gd name="connsiteY68-5350" fmla="*/ 2473128 h 5017575"/>
              <a:gd name="connsiteX69-5351" fmla="*/ 3132766 w 3884395"/>
              <a:gd name="connsiteY69-5352" fmla="*/ 2663628 h 5017575"/>
              <a:gd name="connsiteX70-5353" fmla="*/ 3071806 w 3884395"/>
              <a:gd name="connsiteY70-5354" fmla="*/ 2838888 h 5017575"/>
              <a:gd name="connsiteX71-5355" fmla="*/ 3064186 w 3884395"/>
              <a:gd name="connsiteY71-5356" fmla="*/ 2915088 h 5017575"/>
              <a:gd name="connsiteX72-5357" fmla="*/ 3018466 w 3884395"/>
              <a:gd name="connsiteY72-5358" fmla="*/ 3014148 h 5017575"/>
              <a:gd name="connsiteX73-5359" fmla="*/ 2980366 w 3884395"/>
              <a:gd name="connsiteY73-5360" fmla="*/ 3082728 h 5017575"/>
              <a:gd name="connsiteX74-5361" fmla="*/ 2957506 w 3884395"/>
              <a:gd name="connsiteY74-5362" fmla="*/ 3120828 h 5017575"/>
              <a:gd name="connsiteX75-5363" fmla="*/ 2957506 w 3884395"/>
              <a:gd name="connsiteY75-5364" fmla="*/ 3555168 h 5017575"/>
              <a:gd name="connsiteX76-5365" fmla="*/ 3010846 w 3884395"/>
              <a:gd name="connsiteY76-5366" fmla="*/ 3539928 h 5017575"/>
              <a:gd name="connsiteX77-5367" fmla="*/ 3109906 w 3884395"/>
              <a:gd name="connsiteY77-5368" fmla="*/ 3570408 h 5017575"/>
              <a:gd name="connsiteX78-5369" fmla="*/ 3140386 w 3884395"/>
              <a:gd name="connsiteY78-5370" fmla="*/ 3631368 h 5017575"/>
              <a:gd name="connsiteX79-5371" fmla="*/ 3117526 w 3884395"/>
              <a:gd name="connsiteY79-5372" fmla="*/ 3738048 h 5017575"/>
              <a:gd name="connsiteX80-5373" fmla="*/ 3125146 w 3884395"/>
              <a:gd name="connsiteY80-5374" fmla="*/ 4103808 h 5017575"/>
              <a:gd name="connsiteX81-5375" fmla="*/ 3163246 w 3884395"/>
              <a:gd name="connsiteY81-5376" fmla="*/ 4157148 h 5017575"/>
              <a:gd name="connsiteX82-5377" fmla="*/ 3201346 w 3884395"/>
              <a:gd name="connsiteY82-5378" fmla="*/ 4164768 h 5017575"/>
              <a:gd name="connsiteX83-5379" fmla="*/ 3231826 w 3884395"/>
              <a:gd name="connsiteY83-5380" fmla="*/ 4172388 h 5017575"/>
              <a:gd name="connsiteX84-5381" fmla="*/ 3285166 w 3884395"/>
              <a:gd name="connsiteY84-5382" fmla="*/ 4294308 h 5017575"/>
              <a:gd name="connsiteX85-5383" fmla="*/ 3300406 w 3884395"/>
              <a:gd name="connsiteY85-5384" fmla="*/ 4347648 h 5017575"/>
              <a:gd name="connsiteX86-5385" fmla="*/ 3330886 w 3884395"/>
              <a:gd name="connsiteY86-5386" fmla="*/ 4408608 h 5017575"/>
              <a:gd name="connsiteX87-5387" fmla="*/ 3551866 w 3884395"/>
              <a:gd name="connsiteY87-5388" fmla="*/ 4644828 h 5017575"/>
              <a:gd name="connsiteX88-5389" fmla="*/ 3884395 w 3884395"/>
              <a:gd name="connsiteY88-5390" fmla="*/ 5017575 h 5017575"/>
              <a:gd name="connsiteX0-5391" fmla="*/ 707488 w 3889897"/>
              <a:gd name="connsiteY0-5392" fmla="*/ 5008470 h 5020326"/>
              <a:gd name="connsiteX1-5393" fmla="*/ 961066 w 3889897"/>
              <a:gd name="connsiteY1-5394" fmla="*/ 4644828 h 5020326"/>
              <a:gd name="connsiteX2-5395" fmla="*/ 1342066 w 3889897"/>
              <a:gd name="connsiteY2-5396" fmla="*/ 4172388 h 5020326"/>
              <a:gd name="connsiteX3-5397" fmla="*/ 1258246 w 3889897"/>
              <a:gd name="connsiteY3-5398" fmla="*/ 4012368 h 5020326"/>
              <a:gd name="connsiteX4-5399" fmla="*/ 1204906 w 3889897"/>
              <a:gd name="connsiteY4-5400" fmla="*/ 3928548 h 5020326"/>
              <a:gd name="connsiteX5-5401" fmla="*/ 1174426 w 3889897"/>
              <a:gd name="connsiteY5-5402" fmla="*/ 3768528 h 5020326"/>
              <a:gd name="connsiteX6-5403" fmla="*/ 1151566 w 3889897"/>
              <a:gd name="connsiteY6-5404" fmla="*/ 3699948 h 5020326"/>
              <a:gd name="connsiteX7-5405" fmla="*/ 1143946 w 3889897"/>
              <a:gd name="connsiteY7-5406" fmla="*/ 3669468 h 5020326"/>
              <a:gd name="connsiteX8-5407" fmla="*/ 1067746 w 3889897"/>
              <a:gd name="connsiteY8-5408" fmla="*/ 3661848 h 5020326"/>
              <a:gd name="connsiteX9-5409" fmla="*/ 938206 w 3889897"/>
              <a:gd name="connsiteY9-5410" fmla="*/ 3669468 h 5020326"/>
              <a:gd name="connsiteX10-5411" fmla="*/ 831526 w 3889897"/>
              <a:gd name="connsiteY10-5412" fmla="*/ 3692328 h 5020326"/>
              <a:gd name="connsiteX11-5413" fmla="*/ 610546 w 3889897"/>
              <a:gd name="connsiteY11-5414" fmla="*/ 3738048 h 5020326"/>
              <a:gd name="connsiteX12-5415" fmla="*/ 389566 w 3889897"/>
              <a:gd name="connsiteY12-5416" fmla="*/ 3638988 h 5020326"/>
              <a:gd name="connsiteX13-5417" fmla="*/ 381946 w 3889897"/>
              <a:gd name="connsiteY13-5418" fmla="*/ 3326568 h 5020326"/>
              <a:gd name="connsiteX14-5419" fmla="*/ 420046 w 3889897"/>
              <a:gd name="connsiteY14-5420" fmla="*/ 3227508 h 5020326"/>
              <a:gd name="connsiteX15-5421" fmla="*/ 389566 w 3889897"/>
              <a:gd name="connsiteY15-5422" fmla="*/ 3166548 h 5020326"/>
              <a:gd name="connsiteX16-5423" fmla="*/ 351466 w 3889897"/>
              <a:gd name="connsiteY16-5424" fmla="*/ 3105588 h 5020326"/>
              <a:gd name="connsiteX17-5425" fmla="*/ 397186 w 3889897"/>
              <a:gd name="connsiteY17-5426" fmla="*/ 3021768 h 5020326"/>
              <a:gd name="connsiteX18-5427" fmla="*/ 488626 w 3889897"/>
              <a:gd name="connsiteY18-5428" fmla="*/ 2998908 h 5020326"/>
              <a:gd name="connsiteX19-5429" fmla="*/ 471956 w 3889897"/>
              <a:gd name="connsiteY19-5430" fmla="*/ 2942709 h 5020326"/>
              <a:gd name="connsiteX20-5431" fmla="*/ 435286 w 3889897"/>
              <a:gd name="connsiteY20-5432" fmla="*/ 2930328 h 5020326"/>
              <a:gd name="connsiteX21-5433" fmla="*/ 389566 w 3889897"/>
              <a:gd name="connsiteY21-5434" fmla="*/ 2930328 h 5020326"/>
              <a:gd name="connsiteX22-5435" fmla="*/ 314000 w 3889897"/>
              <a:gd name="connsiteY22-5436" fmla="*/ 2893495 h 5020326"/>
              <a:gd name="connsiteX23-5437" fmla="*/ 320986 w 3889897"/>
              <a:gd name="connsiteY23-5438" fmla="*/ 2846508 h 5020326"/>
              <a:gd name="connsiteX24-5439" fmla="*/ 328606 w 3889897"/>
              <a:gd name="connsiteY24-5440" fmla="*/ 2793168 h 5020326"/>
              <a:gd name="connsiteX25-5441" fmla="*/ 313366 w 3889897"/>
              <a:gd name="connsiteY25-5442" fmla="*/ 2732208 h 5020326"/>
              <a:gd name="connsiteX26-5443" fmla="*/ 267646 w 3889897"/>
              <a:gd name="connsiteY26-5444" fmla="*/ 2671248 h 5020326"/>
              <a:gd name="connsiteX27-5445" fmla="*/ 176206 w 3889897"/>
              <a:gd name="connsiteY27-5446" fmla="*/ 2656008 h 5020326"/>
              <a:gd name="connsiteX28-5447" fmla="*/ 54286 w 3889897"/>
              <a:gd name="connsiteY28-5448" fmla="*/ 2610288 h 5020326"/>
              <a:gd name="connsiteX29-5449" fmla="*/ 7931 w 3889897"/>
              <a:gd name="connsiteY29-5450" fmla="*/ 2563298 h 5020326"/>
              <a:gd name="connsiteX30-5451" fmla="*/ 8566 w 3889897"/>
              <a:gd name="connsiteY30-5452" fmla="*/ 2488368 h 5020326"/>
              <a:gd name="connsiteX31-5453" fmla="*/ 92386 w 3889897"/>
              <a:gd name="connsiteY31-5454" fmla="*/ 2335968 h 5020326"/>
              <a:gd name="connsiteX32-5455" fmla="*/ 221926 w 3889897"/>
              <a:gd name="connsiteY32-5456" fmla="*/ 2175948 h 5020326"/>
              <a:gd name="connsiteX33-5457" fmla="*/ 282886 w 3889897"/>
              <a:gd name="connsiteY33-5458" fmla="*/ 2084508 h 5020326"/>
              <a:gd name="connsiteX34-5459" fmla="*/ 328606 w 3889897"/>
              <a:gd name="connsiteY34-5460" fmla="*/ 1977828 h 5020326"/>
              <a:gd name="connsiteX35-5461" fmla="*/ 359086 w 3889897"/>
              <a:gd name="connsiteY35-5462" fmla="*/ 1871148 h 5020326"/>
              <a:gd name="connsiteX36-5463" fmla="*/ 374326 w 3889897"/>
              <a:gd name="connsiteY36-5464" fmla="*/ 1810188 h 5020326"/>
              <a:gd name="connsiteX37-5465" fmla="*/ 343846 w 3889897"/>
              <a:gd name="connsiteY37-5466" fmla="*/ 1756848 h 5020326"/>
              <a:gd name="connsiteX38-5467" fmla="*/ 328606 w 3889897"/>
              <a:gd name="connsiteY38-5468" fmla="*/ 1680648 h 5020326"/>
              <a:gd name="connsiteX39-5469" fmla="*/ 412426 w 3889897"/>
              <a:gd name="connsiteY39-5470" fmla="*/ 1474908 h 5020326"/>
              <a:gd name="connsiteX40-5471" fmla="*/ 442906 w 3889897"/>
              <a:gd name="connsiteY40-5472" fmla="*/ 1307268 h 5020326"/>
              <a:gd name="connsiteX41-5473" fmla="*/ 465766 w 3889897"/>
              <a:gd name="connsiteY41-5474" fmla="*/ 1192968 h 5020326"/>
              <a:gd name="connsiteX42-5475" fmla="*/ 503866 w 3889897"/>
              <a:gd name="connsiteY42-5476" fmla="*/ 1055808 h 5020326"/>
              <a:gd name="connsiteX43-5477" fmla="*/ 557206 w 3889897"/>
              <a:gd name="connsiteY43-5478" fmla="*/ 888168 h 5020326"/>
              <a:gd name="connsiteX44-5479" fmla="*/ 503866 w 3889897"/>
              <a:gd name="connsiteY44-5480" fmla="*/ 888168 h 5020326"/>
              <a:gd name="connsiteX45-5481" fmla="*/ 412426 w 3889897"/>
              <a:gd name="connsiteY45-5482" fmla="*/ 834828 h 5020326"/>
              <a:gd name="connsiteX46-5483" fmla="*/ 328606 w 3889897"/>
              <a:gd name="connsiteY46-5484" fmla="*/ 789108 h 5020326"/>
              <a:gd name="connsiteX47-5485" fmla="*/ 260026 w 3889897"/>
              <a:gd name="connsiteY47-5486" fmla="*/ 773868 h 5020326"/>
              <a:gd name="connsiteX48-5487" fmla="*/ 214306 w 3889897"/>
              <a:gd name="connsiteY48-5488" fmla="*/ 751008 h 5020326"/>
              <a:gd name="connsiteX49-5489" fmla="*/ 260026 w 3889897"/>
              <a:gd name="connsiteY49-5490" fmla="*/ 674808 h 5020326"/>
              <a:gd name="connsiteX50-5491" fmla="*/ 374326 w 3889897"/>
              <a:gd name="connsiteY50-5492" fmla="*/ 606228 h 5020326"/>
              <a:gd name="connsiteX51-5493" fmla="*/ 557206 w 3889897"/>
              <a:gd name="connsiteY51-5494" fmla="*/ 507168 h 5020326"/>
              <a:gd name="connsiteX52-5495" fmla="*/ 656266 w 3889897"/>
              <a:gd name="connsiteY52-5496" fmla="*/ 423348 h 5020326"/>
              <a:gd name="connsiteX53-5497" fmla="*/ 892486 w 3889897"/>
              <a:gd name="connsiteY53-5498" fmla="*/ 232848 h 5020326"/>
              <a:gd name="connsiteX54-5499" fmla="*/ 1174426 w 3889897"/>
              <a:gd name="connsiteY54-5500" fmla="*/ 80448 h 5020326"/>
              <a:gd name="connsiteX55-5501" fmla="*/ 1593526 w 3889897"/>
              <a:gd name="connsiteY55-5502" fmla="*/ 11868 h 5020326"/>
              <a:gd name="connsiteX56-5503" fmla="*/ 1944046 w 3889897"/>
              <a:gd name="connsiteY56-5504" fmla="*/ 4248 h 5020326"/>
              <a:gd name="connsiteX57-5505" fmla="*/ 2172646 w 3889897"/>
              <a:gd name="connsiteY57-5506" fmla="*/ 4248 h 5020326"/>
              <a:gd name="connsiteX58-5507" fmla="*/ 2393626 w 3889897"/>
              <a:gd name="connsiteY58-5508" fmla="*/ 57588 h 5020326"/>
              <a:gd name="connsiteX59-5509" fmla="*/ 2667946 w 3889897"/>
              <a:gd name="connsiteY59-5510" fmla="*/ 133788 h 5020326"/>
              <a:gd name="connsiteX60-5511" fmla="*/ 2820346 w 3889897"/>
              <a:gd name="connsiteY60-5512" fmla="*/ 202368 h 5020326"/>
              <a:gd name="connsiteX61-5513" fmla="*/ 3102286 w 3889897"/>
              <a:gd name="connsiteY61-5514" fmla="*/ 400488 h 5020326"/>
              <a:gd name="connsiteX62-5515" fmla="*/ 3285166 w 3889897"/>
              <a:gd name="connsiteY62-5516" fmla="*/ 651948 h 5020326"/>
              <a:gd name="connsiteX63-5517" fmla="*/ 3407086 w 3889897"/>
              <a:gd name="connsiteY63-5518" fmla="*/ 918648 h 5020326"/>
              <a:gd name="connsiteX64-5519" fmla="*/ 3475666 w 3889897"/>
              <a:gd name="connsiteY64-5520" fmla="*/ 1238688 h 5020326"/>
              <a:gd name="connsiteX65-5521" fmla="*/ 3506146 w 3889897"/>
              <a:gd name="connsiteY65-5522" fmla="*/ 1543488 h 5020326"/>
              <a:gd name="connsiteX66-5523" fmla="*/ 3506146 w 3889897"/>
              <a:gd name="connsiteY66-5524" fmla="*/ 1962588 h 5020326"/>
              <a:gd name="connsiteX67-5525" fmla="*/ 3338506 w 3889897"/>
              <a:gd name="connsiteY67-5526" fmla="*/ 2305488 h 5020326"/>
              <a:gd name="connsiteX68-5527" fmla="*/ 3254686 w 3889897"/>
              <a:gd name="connsiteY68-5528" fmla="*/ 2473128 h 5020326"/>
              <a:gd name="connsiteX69-5529" fmla="*/ 3132766 w 3889897"/>
              <a:gd name="connsiteY69-5530" fmla="*/ 2663628 h 5020326"/>
              <a:gd name="connsiteX70-5531" fmla="*/ 3071806 w 3889897"/>
              <a:gd name="connsiteY70-5532" fmla="*/ 2838888 h 5020326"/>
              <a:gd name="connsiteX71-5533" fmla="*/ 3064186 w 3889897"/>
              <a:gd name="connsiteY71-5534" fmla="*/ 2915088 h 5020326"/>
              <a:gd name="connsiteX72-5535" fmla="*/ 3018466 w 3889897"/>
              <a:gd name="connsiteY72-5536" fmla="*/ 3014148 h 5020326"/>
              <a:gd name="connsiteX73-5537" fmla="*/ 2980366 w 3889897"/>
              <a:gd name="connsiteY73-5538" fmla="*/ 3082728 h 5020326"/>
              <a:gd name="connsiteX74-5539" fmla="*/ 2957506 w 3889897"/>
              <a:gd name="connsiteY74-5540" fmla="*/ 3120828 h 5020326"/>
              <a:gd name="connsiteX75-5541" fmla="*/ 2957506 w 3889897"/>
              <a:gd name="connsiteY75-5542" fmla="*/ 3555168 h 5020326"/>
              <a:gd name="connsiteX76-5543" fmla="*/ 3010846 w 3889897"/>
              <a:gd name="connsiteY76-5544" fmla="*/ 3539928 h 5020326"/>
              <a:gd name="connsiteX77-5545" fmla="*/ 3109906 w 3889897"/>
              <a:gd name="connsiteY77-5546" fmla="*/ 3570408 h 5020326"/>
              <a:gd name="connsiteX78-5547" fmla="*/ 3140386 w 3889897"/>
              <a:gd name="connsiteY78-5548" fmla="*/ 3631368 h 5020326"/>
              <a:gd name="connsiteX79-5549" fmla="*/ 3117526 w 3889897"/>
              <a:gd name="connsiteY79-5550" fmla="*/ 3738048 h 5020326"/>
              <a:gd name="connsiteX80-5551" fmla="*/ 3125146 w 3889897"/>
              <a:gd name="connsiteY80-5552" fmla="*/ 4103808 h 5020326"/>
              <a:gd name="connsiteX81-5553" fmla="*/ 3163246 w 3889897"/>
              <a:gd name="connsiteY81-5554" fmla="*/ 4157148 h 5020326"/>
              <a:gd name="connsiteX82-5555" fmla="*/ 3201346 w 3889897"/>
              <a:gd name="connsiteY82-5556" fmla="*/ 4164768 h 5020326"/>
              <a:gd name="connsiteX83-5557" fmla="*/ 3231826 w 3889897"/>
              <a:gd name="connsiteY83-5558" fmla="*/ 4172388 h 5020326"/>
              <a:gd name="connsiteX84-5559" fmla="*/ 3285166 w 3889897"/>
              <a:gd name="connsiteY84-5560" fmla="*/ 4294308 h 5020326"/>
              <a:gd name="connsiteX85-5561" fmla="*/ 3300406 w 3889897"/>
              <a:gd name="connsiteY85-5562" fmla="*/ 4347648 h 5020326"/>
              <a:gd name="connsiteX86-5563" fmla="*/ 3330886 w 3889897"/>
              <a:gd name="connsiteY86-5564" fmla="*/ 4408608 h 5020326"/>
              <a:gd name="connsiteX87-5565" fmla="*/ 3551866 w 3889897"/>
              <a:gd name="connsiteY87-5566" fmla="*/ 4644828 h 5020326"/>
              <a:gd name="connsiteX88-5567" fmla="*/ 3889897 w 3889897"/>
              <a:gd name="connsiteY88-5568" fmla="*/ 5020326 h 5020326"/>
              <a:gd name="connsiteX0-5569" fmla="*/ 704737 w 3889897"/>
              <a:gd name="connsiteY0-5570" fmla="*/ 5016723 h 5020326"/>
              <a:gd name="connsiteX1-5571" fmla="*/ 961066 w 3889897"/>
              <a:gd name="connsiteY1-5572" fmla="*/ 4644828 h 5020326"/>
              <a:gd name="connsiteX2-5573" fmla="*/ 1342066 w 3889897"/>
              <a:gd name="connsiteY2-5574" fmla="*/ 4172388 h 5020326"/>
              <a:gd name="connsiteX3-5575" fmla="*/ 1258246 w 3889897"/>
              <a:gd name="connsiteY3-5576" fmla="*/ 4012368 h 5020326"/>
              <a:gd name="connsiteX4-5577" fmla="*/ 1204906 w 3889897"/>
              <a:gd name="connsiteY4-5578" fmla="*/ 3928548 h 5020326"/>
              <a:gd name="connsiteX5-5579" fmla="*/ 1174426 w 3889897"/>
              <a:gd name="connsiteY5-5580" fmla="*/ 3768528 h 5020326"/>
              <a:gd name="connsiteX6-5581" fmla="*/ 1151566 w 3889897"/>
              <a:gd name="connsiteY6-5582" fmla="*/ 3699948 h 5020326"/>
              <a:gd name="connsiteX7-5583" fmla="*/ 1143946 w 3889897"/>
              <a:gd name="connsiteY7-5584" fmla="*/ 3669468 h 5020326"/>
              <a:gd name="connsiteX8-5585" fmla="*/ 1067746 w 3889897"/>
              <a:gd name="connsiteY8-5586" fmla="*/ 3661848 h 5020326"/>
              <a:gd name="connsiteX9-5587" fmla="*/ 938206 w 3889897"/>
              <a:gd name="connsiteY9-5588" fmla="*/ 3669468 h 5020326"/>
              <a:gd name="connsiteX10-5589" fmla="*/ 831526 w 3889897"/>
              <a:gd name="connsiteY10-5590" fmla="*/ 3692328 h 5020326"/>
              <a:gd name="connsiteX11-5591" fmla="*/ 610546 w 3889897"/>
              <a:gd name="connsiteY11-5592" fmla="*/ 3738048 h 5020326"/>
              <a:gd name="connsiteX12-5593" fmla="*/ 389566 w 3889897"/>
              <a:gd name="connsiteY12-5594" fmla="*/ 3638988 h 5020326"/>
              <a:gd name="connsiteX13-5595" fmla="*/ 381946 w 3889897"/>
              <a:gd name="connsiteY13-5596" fmla="*/ 3326568 h 5020326"/>
              <a:gd name="connsiteX14-5597" fmla="*/ 420046 w 3889897"/>
              <a:gd name="connsiteY14-5598" fmla="*/ 3227508 h 5020326"/>
              <a:gd name="connsiteX15-5599" fmla="*/ 389566 w 3889897"/>
              <a:gd name="connsiteY15-5600" fmla="*/ 3166548 h 5020326"/>
              <a:gd name="connsiteX16-5601" fmla="*/ 351466 w 3889897"/>
              <a:gd name="connsiteY16-5602" fmla="*/ 3105588 h 5020326"/>
              <a:gd name="connsiteX17-5603" fmla="*/ 397186 w 3889897"/>
              <a:gd name="connsiteY17-5604" fmla="*/ 3021768 h 5020326"/>
              <a:gd name="connsiteX18-5605" fmla="*/ 488626 w 3889897"/>
              <a:gd name="connsiteY18-5606" fmla="*/ 2998908 h 5020326"/>
              <a:gd name="connsiteX19-5607" fmla="*/ 471956 w 3889897"/>
              <a:gd name="connsiteY19-5608" fmla="*/ 2942709 h 5020326"/>
              <a:gd name="connsiteX20-5609" fmla="*/ 435286 w 3889897"/>
              <a:gd name="connsiteY20-5610" fmla="*/ 2930328 h 5020326"/>
              <a:gd name="connsiteX21-5611" fmla="*/ 389566 w 3889897"/>
              <a:gd name="connsiteY21-5612" fmla="*/ 2930328 h 5020326"/>
              <a:gd name="connsiteX22-5613" fmla="*/ 314000 w 3889897"/>
              <a:gd name="connsiteY22-5614" fmla="*/ 2893495 h 5020326"/>
              <a:gd name="connsiteX23-5615" fmla="*/ 320986 w 3889897"/>
              <a:gd name="connsiteY23-5616" fmla="*/ 2846508 h 5020326"/>
              <a:gd name="connsiteX24-5617" fmla="*/ 328606 w 3889897"/>
              <a:gd name="connsiteY24-5618" fmla="*/ 2793168 h 5020326"/>
              <a:gd name="connsiteX25-5619" fmla="*/ 313366 w 3889897"/>
              <a:gd name="connsiteY25-5620" fmla="*/ 2732208 h 5020326"/>
              <a:gd name="connsiteX26-5621" fmla="*/ 267646 w 3889897"/>
              <a:gd name="connsiteY26-5622" fmla="*/ 2671248 h 5020326"/>
              <a:gd name="connsiteX27-5623" fmla="*/ 176206 w 3889897"/>
              <a:gd name="connsiteY27-5624" fmla="*/ 2656008 h 5020326"/>
              <a:gd name="connsiteX28-5625" fmla="*/ 54286 w 3889897"/>
              <a:gd name="connsiteY28-5626" fmla="*/ 2610288 h 5020326"/>
              <a:gd name="connsiteX29-5627" fmla="*/ 7931 w 3889897"/>
              <a:gd name="connsiteY29-5628" fmla="*/ 2563298 h 5020326"/>
              <a:gd name="connsiteX30-5629" fmla="*/ 8566 w 3889897"/>
              <a:gd name="connsiteY30-5630" fmla="*/ 2488368 h 5020326"/>
              <a:gd name="connsiteX31-5631" fmla="*/ 92386 w 3889897"/>
              <a:gd name="connsiteY31-5632" fmla="*/ 2335968 h 5020326"/>
              <a:gd name="connsiteX32-5633" fmla="*/ 221926 w 3889897"/>
              <a:gd name="connsiteY32-5634" fmla="*/ 2175948 h 5020326"/>
              <a:gd name="connsiteX33-5635" fmla="*/ 282886 w 3889897"/>
              <a:gd name="connsiteY33-5636" fmla="*/ 2084508 h 5020326"/>
              <a:gd name="connsiteX34-5637" fmla="*/ 328606 w 3889897"/>
              <a:gd name="connsiteY34-5638" fmla="*/ 1977828 h 5020326"/>
              <a:gd name="connsiteX35-5639" fmla="*/ 359086 w 3889897"/>
              <a:gd name="connsiteY35-5640" fmla="*/ 1871148 h 5020326"/>
              <a:gd name="connsiteX36-5641" fmla="*/ 374326 w 3889897"/>
              <a:gd name="connsiteY36-5642" fmla="*/ 1810188 h 5020326"/>
              <a:gd name="connsiteX37-5643" fmla="*/ 343846 w 3889897"/>
              <a:gd name="connsiteY37-5644" fmla="*/ 1756848 h 5020326"/>
              <a:gd name="connsiteX38-5645" fmla="*/ 328606 w 3889897"/>
              <a:gd name="connsiteY38-5646" fmla="*/ 1680648 h 5020326"/>
              <a:gd name="connsiteX39-5647" fmla="*/ 412426 w 3889897"/>
              <a:gd name="connsiteY39-5648" fmla="*/ 1474908 h 5020326"/>
              <a:gd name="connsiteX40-5649" fmla="*/ 442906 w 3889897"/>
              <a:gd name="connsiteY40-5650" fmla="*/ 1307268 h 5020326"/>
              <a:gd name="connsiteX41-5651" fmla="*/ 465766 w 3889897"/>
              <a:gd name="connsiteY41-5652" fmla="*/ 1192968 h 5020326"/>
              <a:gd name="connsiteX42-5653" fmla="*/ 503866 w 3889897"/>
              <a:gd name="connsiteY42-5654" fmla="*/ 1055808 h 5020326"/>
              <a:gd name="connsiteX43-5655" fmla="*/ 557206 w 3889897"/>
              <a:gd name="connsiteY43-5656" fmla="*/ 888168 h 5020326"/>
              <a:gd name="connsiteX44-5657" fmla="*/ 503866 w 3889897"/>
              <a:gd name="connsiteY44-5658" fmla="*/ 888168 h 5020326"/>
              <a:gd name="connsiteX45-5659" fmla="*/ 412426 w 3889897"/>
              <a:gd name="connsiteY45-5660" fmla="*/ 834828 h 5020326"/>
              <a:gd name="connsiteX46-5661" fmla="*/ 328606 w 3889897"/>
              <a:gd name="connsiteY46-5662" fmla="*/ 789108 h 5020326"/>
              <a:gd name="connsiteX47-5663" fmla="*/ 260026 w 3889897"/>
              <a:gd name="connsiteY47-5664" fmla="*/ 773868 h 5020326"/>
              <a:gd name="connsiteX48-5665" fmla="*/ 214306 w 3889897"/>
              <a:gd name="connsiteY48-5666" fmla="*/ 751008 h 5020326"/>
              <a:gd name="connsiteX49-5667" fmla="*/ 260026 w 3889897"/>
              <a:gd name="connsiteY49-5668" fmla="*/ 674808 h 5020326"/>
              <a:gd name="connsiteX50-5669" fmla="*/ 374326 w 3889897"/>
              <a:gd name="connsiteY50-5670" fmla="*/ 606228 h 5020326"/>
              <a:gd name="connsiteX51-5671" fmla="*/ 557206 w 3889897"/>
              <a:gd name="connsiteY51-5672" fmla="*/ 507168 h 5020326"/>
              <a:gd name="connsiteX52-5673" fmla="*/ 656266 w 3889897"/>
              <a:gd name="connsiteY52-5674" fmla="*/ 423348 h 5020326"/>
              <a:gd name="connsiteX53-5675" fmla="*/ 892486 w 3889897"/>
              <a:gd name="connsiteY53-5676" fmla="*/ 232848 h 5020326"/>
              <a:gd name="connsiteX54-5677" fmla="*/ 1174426 w 3889897"/>
              <a:gd name="connsiteY54-5678" fmla="*/ 80448 h 5020326"/>
              <a:gd name="connsiteX55-5679" fmla="*/ 1593526 w 3889897"/>
              <a:gd name="connsiteY55-5680" fmla="*/ 11868 h 5020326"/>
              <a:gd name="connsiteX56-5681" fmla="*/ 1944046 w 3889897"/>
              <a:gd name="connsiteY56-5682" fmla="*/ 4248 h 5020326"/>
              <a:gd name="connsiteX57-5683" fmla="*/ 2172646 w 3889897"/>
              <a:gd name="connsiteY57-5684" fmla="*/ 4248 h 5020326"/>
              <a:gd name="connsiteX58-5685" fmla="*/ 2393626 w 3889897"/>
              <a:gd name="connsiteY58-5686" fmla="*/ 57588 h 5020326"/>
              <a:gd name="connsiteX59-5687" fmla="*/ 2667946 w 3889897"/>
              <a:gd name="connsiteY59-5688" fmla="*/ 133788 h 5020326"/>
              <a:gd name="connsiteX60-5689" fmla="*/ 2820346 w 3889897"/>
              <a:gd name="connsiteY60-5690" fmla="*/ 202368 h 5020326"/>
              <a:gd name="connsiteX61-5691" fmla="*/ 3102286 w 3889897"/>
              <a:gd name="connsiteY61-5692" fmla="*/ 400488 h 5020326"/>
              <a:gd name="connsiteX62-5693" fmla="*/ 3285166 w 3889897"/>
              <a:gd name="connsiteY62-5694" fmla="*/ 651948 h 5020326"/>
              <a:gd name="connsiteX63-5695" fmla="*/ 3407086 w 3889897"/>
              <a:gd name="connsiteY63-5696" fmla="*/ 918648 h 5020326"/>
              <a:gd name="connsiteX64-5697" fmla="*/ 3475666 w 3889897"/>
              <a:gd name="connsiteY64-5698" fmla="*/ 1238688 h 5020326"/>
              <a:gd name="connsiteX65-5699" fmla="*/ 3506146 w 3889897"/>
              <a:gd name="connsiteY65-5700" fmla="*/ 1543488 h 5020326"/>
              <a:gd name="connsiteX66-5701" fmla="*/ 3506146 w 3889897"/>
              <a:gd name="connsiteY66-5702" fmla="*/ 1962588 h 5020326"/>
              <a:gd name="connsiteX67-5703" fmla="*/ 3338506 w 3889897"/>
              <a:gd name="connsiteY67-5704" fmla="*/ 2305488 h 5020326"/>
              <a:gd name="connsiteX68-5705" fmla="*/ 3254686 w 3889897"/>
              <a:gd name="connsiteY68-5706" fmla="*/ 2473128 h 5020326"/>
              <a:gd name="connsiteX69-5707" fmla="*/ 3132766 w 3889897"/>
              <a:gd name="connsiteY69-5708" fmla="*/ 2663628 h 5020326"/>
              <a:gd name="connsiteX70-5709" fmla="*/ 3071806 w 3889897"/>
              <a:gd name="connsiteY70-5710" fmla="*/ 2838888 h 5020326"/>
              <a:gd name="connsiteX71-5711" fmla="*/ 3064186 w 3889897"/>
              <a:gd name="connsiteY71-5712" fmla="*/ 2915088 h 5020326"/>
              <a:gd name="connsiteX72-5713" fmla="*/ 3018466 w 3889897"/>
              <a:gd name="connsiteY72-5714" fmla="*/ 3014148 h 5020326"/>
              <a:gd name="connsiteX73-5715" fmla="*/ 2980366 w 3889897"/>
              <a:gd name="connsiteY73-5716" fmla="*/ 3082728 h 5020326"/>
              <a:gd name="connsiteX74-5717" fmla="*/ 2957506 w 3889897"/>
              <a:gd name="connsiteY74-5718" fmla="*/ 3120828 h 5020326"/>
              <a:gd name="connsiteX75-5719" fmla="*/ 2957506 w 3889897"/>
              <a:gd name="connsiteY75-5720" fmla="*/ 3555168 h 5020326"/>
              <a:gd name="connsiteX76-5721" fmla="*/ 3010846 w 3889897"/>
              <a:gd name="connsiteY76-5722" fmla="*/ 3539928 h 5020326"/>
              <a:gd name="connsiteX77-5723" fmla="*/ 3109906 w 3889897"/>
              <a:gd name="connsiteY77-5724" fmla="*/ 3570408 h 5020326"/>
              <a:gd name="connsiteX78-5725" fmla="*/ 3140386 w 3889897"/>
              <a:gd name="connsiteY78-5726" fmla="*/ 3631368 h 5020326"/>
              <a:gd name="connsiteX79-5727" fmla="*/ 3117526 w 3889897"/>
              <a:gd name="connsiteY79-5728" fmla="*/ 3738048 h 5020326"/>
              <a:gd name="connsiteX80-5729" fmla="*/ 3125146 w 3889897"/>
              <a:gd name="connsiteY80-5730" fmla="*/ 4103808 h 5020326"/>
              <a:gd name="connsiteX81-5731" fmla="*/ 3163246 w 3889897"/>
              <a:gd name="connsiteY81-5732" fmla="*/ 4157148 h 5020326"/>
              <a:gd name="connsiteX82-5733" fmla="*/ 3201346 w 3889897"/>
              <a:gd name="connsiteY82-5734" fmla="*/ 4164768 h 5020326"/>
              <a:gd name="connsiteX83-5735" fmla="*/ 3231826 w 3889897"/>
              <a:gd name="connsiteY83-5736" fmla="*/ 4172388 h 5020326"/>
              <a:gd name="connsiteX84-5737" fmla="*/ 3285166 w 3889897"/>
              <a:gd name="connsiteY84-5738" fmla="*/ 4294308 h 5020326"/>
              <a:gd name="connsiteX85-5739" fmla="*/ 3300406 w 3889897"/>
              <a:gd name="connsiteY85-5740" fmla="*/ 4347648 h 5020326"/>
              <a:gd name="connsiteX86-5741" fmla="*/ 3330886 w 3889897"/>
              <a:gd name="connsiteY86-5742" fmla="*/ 4408608 h 5020326"/>
              <a:gd name="connsiteX87-5743" fmla="*/ 3551866 w 3889897"/>
              <a:gd name="connsiteY87-5744" fmla="*/ 4644828 h 5020326"/>
              <a:gd name="connsiteX88-5745" fmla="*/ 3889897 w 3889897"/>
              <a:gd name="connsiteY88-5746" fmla="*/ 5020326 h 5020326"/>
              <a:gd name="connsiteX0-5747" fmla="*/ 710239 w 3889897"/>
              <a:gd name="connsiteY0-5748" fmla="*/ 5024991 h 5024991"/>
              <a:gd name="connsiteX1-5749" fmla="*/ 961066 w 3889897"/>
              <a:gd name="connsiteY1-5750" fmla="*/ 4644828 h 5024991"/>
              <a:gd name="connsiteX2-5751" fmla="*/ 1342066 w 3889897"/>
              <a:gd name="connsiteY2-5752" fmla="*/ 4172388 h 5024991"/>
              <a:gd name="connsiteX3-5753" fmla="*/ 1258246 w 3889897"/>
              <a:gd name="connsiteY3-5754" fmla="*/ 4012368 h 5024991"/>
              <a:gd name="connsiteX4-5755" fmla="*/ 1204906 w 3889897"/>
              <a:gd name="connsiteY4-5756" fmla="*/ 3928548 h 5024991"/>
              <a:gd name="connsiteX5-5757" fmla="*/ 1174426 w 3889897"/>
              <a:gd name="connsiteY5-5758" fmla="*/ 3768528 h 5024991"/>
              <a:gd name="connsiteX6-5759" fmla="*/ 1151566 w 3889897"/>
              <a:gd name="connsiteY6-5760" fmla="*/ 3699948 h 5024991"/>
              <a:gd name="connsiteX7-5761" fmla="*/ 1143946 w 3889897"/>
              <a:gd name="connsiteY7-5762" fmla="*/ 3669468 h 5024991"/>
              <a:gd name="connsiteX8-5763" fmla="*/ 1067746 w 3889897"/>
              <a:gd name="connsiteY8-5764" fmla="*/ 3661848 h 5024991"/>
              <a:gd name="connsiteX9-5765" fmla="*/ 938206 w 3889897"/>
              <a:gd name="connsiteY9-5766" fmla="*/ 3669468 h 5024991"/>
              <a:gd name="connsiteX10-5767" fmla="*/ 831526 w 3889897"/>
              <a:gd name="connsiteY10-5768" fmla="*/ 3692328 h 5024991"/>
              <a:gd name="connsiteX11-5769" fmla="*/ 610546 w 3889897"/>
              <a:gd name="connsiteY11-5770" fmla="*/ 3738048 h 5024991"/>
              <a:gd name="connsiteX12-5771" fmla="*/ 389566 w 3889897"/>
              <a:gd name="connsiteY12-5772" fmla="*/ 3638988 h 5024991"/>
              <a:gd name="connsiteX13-5773" fmla="*/ 381946 w 3889897"/>
              <a:gd name="connsiteY13-5774" fmla="*/ 3326568 h 5024991"/>
              <a:gd name="connsiteX14-5775" fmla="*/ 420046 w 3889897"/>
              <a:gd name="connsiteY14-5776" fmla="*/ 3227508 h 5024991"/>
              <a:gd name="connsiteX15-5777" fmla="*/ 389566 w 3889897"/>
              <a:gd name="connsiteY15-5778" fmla="*/ 3166548 h 5024991"/>
              <a:gd name="connsiteX16-5779" fmla="*/ 351466 w 3889897"/>
              <a:gd name="connsiteY16-5780" fmla="*/ 3105588 h 5024991"/>
              <a:gd name="connsiteX17-5781" fmla="*/ 397186 w 3889897"/>
              <a:gd name="connsiteY17-5782" fmla="*/ 3021768 h 5024991"/>
              <a:gd name="connsiteX18-5783" fmla="*/ 488626 w 3889897"/>
              <a:gd name="connsiteY18-5784" fmla="*/ 2998908 h 5024991"/>
              <a:gd name="connsiteX19-5785" fmla="*/ 471956 w 3889897"/>
              <a:gd name="connsiteY19-5786" fmla="*/ 2942709 h 5024991"/>
              <a:gd name="connsiteX20-5787" fmla="*/ 435286 w 3889897"/>
              <a:gd name="connsiteY20-5788" fmla="*/ 2930328 h 5024991"/>
              <a:gd name="connsiteX21-5789" fmla="*/ 389566 w 3889897"/>
              <a:gd name="connsiteY21-5790" fmla="*/ 2930328 h 5024991"/>
              <a:gd name="connsiteX22-5791" fmla="*/ 314000 w 3889897"/>
              <a:gd name="connsiteY22-5792" fmla="*/ 2893495 h 5024991"/>
              <a:gd name="connsiteX23-5793" fmla="*/ 320986 w 3889897"/>
              <a:gd name="connsiteY23-5794" fmla="*/ 2846508 h 5024991"/>
              <a:gd name="connsiteX24-5795" fmla="*/ 328606 w 3889897"/>
              <a:gd name="connsiteY24-5796" fmla="*/ 2793168 h 5024991"/>
              <a:gd name="connsiteX25-5797" fmla="*/ 313366 w 3889897"/>
              <a:gd name="connsiteY25-5798" fmla="*/ 2732208 h 5024991"/>
              <a:gd name="connsiteX26-5799" fmla="*/ 267646 w 3889897"/>
              <a:gd name="connsiteY26-5800" fmla="*/ 2671248 h 5024991"/>
              <a:gd name="connsiteX27-5801" fmla="*/ 176206 w 3889897"/>
              <a:gd name="connsiteY27-5802" fmla="*/ 2656008 h 5024991"/>
              <a:gd name="connsiteX28-5803" fmla="*/ 54286 w 3889897"/>
              <a:gd name="connsiteY28-5804" fmla="*/ 2610288 h 5024991"/>
              <a:gd name="connsiteX29-5805" fmla="*/ 7931 w 3889897"/>
              <a:gd name="connsiteY29-5806" fmla="*/ 2563298 h 5024991"/>
              <a:gd name="connsiteX30-5807" fmla="*/ 8566 w 3889897"/>
              <a:gd name="connsiteY30-5808" fmla="*/ 2488368 h 5024991"/>
              <a:gd name="connsiteX31-5809" fmla="*/ 92386 w 3889897"/>
              <a:gd name="connsiteY31-5810" fmla="*/ 2335968 h 5024991"/>
              <a:gd name="connsiteX32-5811" fmla="*/ 221926 w 3889897"/>
              <a:gd name="connsiteY32-5812" fmla="*/ 2175948 h 5024991"/>
              <a:gd name="connsiteX33-5813" fmla="*/ 282886 w 3889897"/>
              <a:gd name="connsiteY33-5814" fmla="*/ 2084508 h 5024991"/>
              <a:gd name="connsiteX34-5815" fmla="*/ 328606 w 3889897"/>
              <a:gd name="connsiteY34-5816" fmla="*/ 1977828 h 5024991"/>
              <a:gd name="connsiteX35-5817" fmla="*/ 359086 w 3889897"/>
              <a:gd name="connsiteY35-5818" fmla="*/ 1871148 h 5024991"/>
              <a:gd name="connsiteX36-5819" fmla="*/ 374326 w 3889897"/>
              <a:gd name="connsiteY36-5820" fmla="*/ 1810188 h 5024991"/>
              <a:gd name="connsiteX37-5821" fmla="*/ 343846 w 3889897"/>
              <a:gd name="connsiteY37-5822" fmla="*/ 1756848 h 5024991"/>
              <a:gd name="connsiteX38-5823" fmla="*/ 328606 w 3889897"/>
              <a:gd name="connsiteY38-5824" fmla="*/ 1680648 h 5024991"/>
              <a:gd name="connsiteX39-5825" fmla="*/ 412426 w 3889897"/>
              <a:gd name="connsiteY39-5826" fmla="*/ 1474908 h 5024991"/>
              <a:gd name="connsiteX40-5827" fmla="*/ 442906 w 3889897"/>
              <a:gd name="connsiteY40-5828" fmla="*/ 1307268 h 5024991"/>
              <a:gd name="connsiteX41-5829" fmla="*/ 465766 w 3889897"/>
              <a:gd name="connsiteY41-5830" fmla="*/ 1192968 h 5024991"/>
              <a:gd name="connsiteX42-5831" fmla="*/ 503866 w 3889897"/>
              <a:gd name="connsiteY42-5832" fmla="*/ 1055808 h 5024991"/>
              <a:gd name="connsiteX43-5833" fmla="*/ 557206 w 3889897"/>
              <a:gd name="connsiteY43-5834" fmla="*/ 888168 h 5024991"/>
              <a:gd name="connsiteX44-5835" fmla="*/ 503866 w 3889897"/>
              <a:gd name="connsiteY44-5836" fmla="*/ 888168 h 5024991"/>
              <a:gd name="connsiteX45-5837" fmla="*/ 412426 w 3889897"/>
              <a:gd name="connsiteY45-5838" fmla="*/ 834828 h 5024991"/>
              <a:gd name="connsiteX46-5839" fmla="*/ 328606 w 3889897"/>
              <a:gd name="connsiteY46-5840" fmla="*/ 789108 h 5024991"/>
              <a:gd name="connsiteX47-5841" fmla="*/ 260026 w 3889897"/>
              <a:gd name="connsiteY47-5842" fmla="*/ 773868 h 5024991"/>
              <a:gd name="connsiteX48-5843" fmla="*/ 214306 w 3889897"/>
              <a:gd name="connsiteY48-5844" fmla="*/ 751008 h 5024991"/>
              <a:gd name="connsiteX49-5845" fmla="*/ 260026 w 3889897"/>
              <a:gd name="connsiteY49-5846" fmla="*/ 674808 h 5024991"/>
              <a:gd name="connsiteX50-5847" fmla="*/ 374326 w 3889897"/>
              <a:gd name="connsiteY50-5848" fmla="*/ 606228 h 5024991"/>
              <a:gd name="connsiteX51-5849" fmla="*/ 557206 w 3889897"/>
              <a:gd name="connsiteY51-5850" fmla="*/ 507168 h 5024991"/>
              <a:gd name="connsiteX52-5851" fmla="*/ 656266 w 3889897"/>
              <a:gd name="connsiteY52-5852" fmla="*/ 423348 h 5024991"/>
              <a:gd name="connsiteX53-5853" fmla="*/ 892486 w 3889897"/>
              <a:gd name="connsiteY53-5854" fmla="*/ 232848 h 5024991"/>
              <a:gd name="connsiteX54-5855" fmla="*/ 1174426 w 3889897"/>
              <a:gd name="connsiteY54-5856" fmla="*/ 80448 h 5024991"/>
              <a:gd name="connsiteX55-5857" fmla="*/ 1593526 w 3889897"/>
              <a:gd name="connsiteY55-5858" fmla="*/ 11868 h 5024991"/>
              <a:gd name="connsiteX56-5859" fmla="*/ 1944046 w 3889897"/>
              <a:gd name="connsiteY56-5860" fmla="*/ 4248 h 5024991"/>
              <a:gd name="connsiteX57-5861" fmla="*/ 2172646 w 3889897"/>
              <a:gd name="connsiteY57-5862" fmla="*/ 4248 h 5024991"/>
              <a:gd name="connsiteX58-5863" fmla="*/ 2393626 w 3889897"/>
              <a:gd name="connsiteY58-5864" fmla="*/ 57588 h 5024991"/>
              <a:gd name="connsiteX59-5865" fmla="*/ 2667946 w 3889897"/>
              <a:gd name="connsiteY59-5866" fmla="*/ 133788 h 5024991"/>
              <a:gd name="connsiteX60-5867" fmla="*/ 2820346 w 3889897"/>
              <a:gd name="connsiteY60-5868" fmla="*/ 202368 h 5024991"/>
              <a:gd name="connsiteX61-5869" fmla="*/ 3102286 w 3889897"/>
              <a:gd name="connsiteY61-5870" fmla="*/ 400488 h 5024991"/>
              <a:gd name="connsiteX62-5871" fmla="*/ 3285166 w 3889897"/>
              <a:gd name="connsiteY62-5872" fmla="*/ 651948 h 5024991"/>
              <a:gd name="connsiteX63-5873" fmla="*/ 3407086 w 3889897"/>
              <a:gd name="connsiteY63-5874" fmla="*/ 918648 h 5024991"/>
              <a:gd name="connsiteX64-5875" fmla="*/ 3475666 w 3889897"/>
              <a:gd name="connsiteY64-5876" fmla="*/ 1238688 h 5024991"/>
              <a:gd name="connsiteX65-5877" fmla="*/ 3506146 w 3889897"/>
              <a:gd name="connsiteY65-5878" fmla="*/ 1543488 h 5024991"/>
              <a:gd name="connsiteX66-5879" fmla="*/ 3506146 w 3889897"/>
              <a:gd name="connsiteY66-5880" fmla="*/ 1962588 h 5024991"/>
              <a:gd name="connsiteX67-5881" fmla="*/ 3338506 w 3889897"/>
              <a:gd name="connsiteY67-5882" fmla="*/ 2305488 h 5024991"/>
              <a:gd name="connsiteX68-5883" fmla="*/ 3254686 w 3889897"/>
              <a:gd name="connsiteY68-5884" fmla="*/ 2473128 h 5024991"/>
              <a:gd name="connsiteX69-5885" fmla="*/ 3132766 w 3889897"/>
              <a:gd name="connsiteY69-5886" fmla="*/ 2663628 h 5024991"/>
              <a:gd name="connsiteX70-5887" fmla="*/ 3071806 w 3889897"/>
              <a:gd name="connsiteY70-5888" fmla="*/ 2838888 h 5024991"/>
              <a:gd name="connsiteX71-5889" fmla="*/ 3064186 w 3889897"/>
              <a:gd name="connsiteY71-5890" fmla="*/ 2915088 h 5024991"/>
              <a:gd name="connsiteX72-5891" fmla="*/ 3018466 w 3889897"/>
              <a:gd name="connsiteY72-5892" fmla="*/ 3014148 h 5024991"/>
              <a:gd name="connsiteX73-5893" fmla="*/ 2980366 w 3889897"/>
              <a:gd name="connsiteY73-5894" fmla="*/ 3082728 h 5024991"/>
              <a:gd name="connsiteX74-5895" fmla="*/ 2957506 w 3889897"/>
              <a:gd name="connsiteY74-5896" fmla="*/ 3120828 h 5024991"/>
              <a:gd name="connsiteX75-5897" fmla="*/ 2957506 w 3889897"/>
              <a:gd name="connsiteY75-5898" fmla="*/ 3555168 h 5024991"/>
              <a:gd name="connsiteX76-5899" fmla="*/ 3010846 w 3889897"/>
              <a:gd name="connsiteY76-5900" fmla="*/ 3539928 h 5024991"/>
              <a:gd name="connsiteX77-5901" fmla="*/ 3109906 w 3889897"/>
              <a:gd name="connsiteY77-5902" fmla="*/ 3570408 h 5024991"/>
              <a:gd name="connsiteX78-5903" fmla="*/ 3140386 w 3889897"/>
              <a:gd name="connsiteY78-5904" fmla="*/ 3631368 h 5024991"/>
              <a:gd name="connsiteX79-5905" fmla="*/ 3117526 w 3889897"/>
              <a:gd name="connsiteY79-5906" fmla="*/ 3738048 h 5024991"/>
              <a:gd name="connsiteX80-5907" fmla="*/ 3125146 w 3889897"/>
              <a:gd name="connsiteY80-5908" fmla="*/ 4103808 h 5024991"/>
              <a:gd name="connsiteX81-5909" fmla="*/ 3163246 w 3889897"/>
              <a:gd name="connsiteY81-5910" fmla="*/ 4157148 h 5024991"/>
              <a:gd name="connsiteX82-5911" fmla="*/ 3201346 w 3889897"/>
              <a:gd name="connsiteY82-5912" fmla="*/ 4164768 h 5024991"/>
              <a:gd name="connsiteX83-5913" fmla="*/ 3231826 w 3889897"/>
              <a:gd name="connsiteY83-5914" fmla="*/ 4172388 h 5024991"/>
              <a:gd name="connsiteX84-5915" fmla="*/ 3285166 w 3889897"/>
              <a:gd name="connsiteY84-5916" fmla="*/ 4294308 h 5024991"/>
              <a:gd name="connsiteX85-5917" fmla="*/ 3300406 w 3889897"/>
              <a:gd name="connsiteY85-5918" fmla="*/ 4347648 h 5024991"/>
              <a:gd name="connsiteX86-5919" fmla="*/ 3330886 w 3889897"/>
              <a:gd name="connsiteY86-5920" fmla="*/ 4408608 h 5024991"/>
              <a:gd name="connsiteX87-5921" fmla="*/ 3551866 w 3889897"/>
              <a:gd name="connsiteY87-5922" fmla="*/ 4644828 h 5024991"/>
              <a:gd name="connsiteX88-5923" fmla="*/ 3889897 w 3889897"/>
              <a:gd name="connsiteY88-5924" fmla="*/ 5020326 h 5024991"/>
              <a:gd name="connsiteX0-5925" fmla="*/ 712990 w 3889897"/>
              <a:gd name="connsiteY0-5926" fmla="*/ 5019479 h 5020326"/>
              <a:gd name="connsiteX1-5927" fmla="*/ 961066 w 3889897"/>
              <a:gd name="connsiteY1-5928" fmla="*/ 4644828 h 5020326"/>
              <a:gd name="connsiteX2-5929" fmla="*/ 1342066 w 3889897"/>
              <a:gd name="connsiteY2-5930" fmla="*/ 4172388 h 5020326"/>
              <a:gd name="connsiteX3-5931" fmla="*/ 1258246 w 3889897"/>
              <a:gd name="connsiteY3-5932" fmla="*/ 4012368 h 5020326"/>
              <a:gd name="connsiteX4-5933" fmla="*/ 1204906 w 3889897"/>
              <a:gd name="connsiteY4-5934" fmla="*/ 3928548 h 5020326"/>
              <a:gd name="connsiteX5-5935" fmla="*/ 1174426 w 3889897"/>
              <a:gd name="connsiteY5-5936" fmla="*/ 3768528 h 5020326"/>
              <a:gd name="connsiteX6-5937" fmla="*/ 1151566 w 3889897"/>
              <a:gd name="connsiteY6-5938" fmla="*/ 3699948 h 5020326"/>
              <a:gd name="connsiteX7-5939" fmla="*/ 1143946 w 3889897"/>
              <a:gd name="connsiteY7-5940" fmla="*/ 3669468 h 5020326"/>
              <a:gd name="connsiteX8-5941" fmla="*/ 1067746 w 3889897"/>
              <a:gd name="connsiteY8-5942" fmla="*/ 3661848 h 5020326"/>
              <a:gd name="connsiteX9-5943" fmla="*/ 938206 w 3889897"/>
              <a:gd name="connsiteY9-5944" fmla="*/ 3669468 h 5020326"/>
              <a:gd name="connsiteX10-5945" fmla="*/ 831526 w 3889897"/>
              <a:gd name="connsiteY10-5946" fmla="*/ 3692328 h 5020326"/>
              <a:gd name="connsiteX11-5947" fmla="*/ 610546 w 3889897"/>
              <a:gd name="connsiteY11-5948" fmla="*/ 3738048 h 5020326"/>
              <a:gd name="connsiteX12-5949" fmla="*/ 389566 w 3889897"/>
              <a:gd name="connsiteY12-5950" fmla="*/ 3638988 h 5020326"/>
              <a:gd name="connsiteX13-5951" fmla="*/ 381946 w 3889897"/>
              <a:gd name="connsiteY13-5952" fmla="*/ 3326568 h 5020326"/>
              <a:gd name="connsiteX14-5953" fmla="*/ 420046 w 3889897"/>
              <a:gd name="connsiteY14-5954" fmla="*/ 3227508 h 5020326"/>
              <a:gd name="connsiteX15-5955" fmla="*/ 389566 w 3889897"/>
              <a:gd name="connsiteY15-5956" fmla="*/ 3166548 h 5020326"/>
              <a:gd name="connsiteX16-5957" fmla="*/ 351466 w 3889897"/>
              <a:gd name="connsiteY16-5958" fmla="*/ 3105588 h 5020326"/>
              <a:gd name="connsiteX17-5959" fmla="*/ 397186 w 3889897"/>
              <a:gd name="connsiteY17-5960" fmla="*/ 3021768 h 5020326"/>
              <a:gd name="connsiteX18-5961" fmla="*/ 488626 w 3889897"/>
              <a:gd name="connsiteY18-5962" fmla="*/ 2998908 h 5020326"/>
              <a:gd name="connsiteX19-5963" fmla="*/ 471956 w 3889897"/>
              <a:gd name="connsiteY19-5964" fmla="*/ 2942709 h 5020326"/>
              <a:gd name="connsiteX20-5965" fmla="*/ 435286 w 3889897"/>
              <a:gd name="connsiteY20-5966" fmla="*/ 2930328 h 5020326"/>
              <a:gd name="connsiteX21-5967" fmla="*/ 389566 w 3889897"/>
              <a:gd name="connsiteY21-5968" fmla="*/ 2930328 h 5020326"/>
              <a:gd name="connsiteX22-5969" fmla="*/ 314000 w 3889897"/>
              <a:gd name="connsiteY22-5970" fmla="*/ 2893495 h 5020326"/>
              <a:gd name="connsiteX23-5971" fmla="*/ 320986 w 3889897"/>
              <a:gd name="connsiteY23-5972" fmla="*/ 2846508 h 5020326"/>
              <a:gd name="connsiteX24-5973" fmla="*/ 328606 w 3889897"/>
              <a:gd name="connsiteY24-5974" fmla="*/ 2793168 h 5020326"/>
              <a:gd name="connsiteX25-5975" fmla="*/ 313366 w 3889897"/>
              <a:gd name="connsiteY25-5976" fmla="*/ 2732208 h 5020326"/>
              <a:gd name="connsiteX26-5977" fmla="*/ 267646 w 3889897"/>
              <a:gd name="connsiteY26-5978" fmla="*/ 2671248 h 5020326"/>
              <a:gd name="connsiteX27-5979" fmla="*/ 176206 w 3889897"/>
              <a:gd name="connsiteY27-5980" fmla="*/ 2656008 h 5020326"/>
              <a:gd name="connsiteX28-5981" fmla="*/ 54286 w 3889897"/>
              <a:gd name="connsiteY28-5982" fmla="*/ 2610288 h 5020326"/>
              <a:gd name="connsiteX29-5983" fmla="*/ 7931 w 3889897"/>
              <a:gd name="connsiteY29-5984" fmla="*/ 2563298 h 5020326"/>
              <a:gd name="connsiteX30-5985" fmla="*/ 8566 w 3889897"/>
              <a:gd name="connsiteY30-5986" fmla="*/ 2488368 h 5020326"/>
              <a:gd name="connsiteX31-5987" fmla="*/ 92386 w 3889897"/>
              <a:gd name="connsiteY31-5988" fmla="*/ 2335968 h 5020326"/>
              <a:gd name="connsiteX32-5989" fmla="*/ 221926 w 3889897"/>
              <a:gd name="connsiteY32-5990" fmla="*/ 2175948 h 5020326"/>
              <a:gd name="connsiteX33-5991" fmla="*/ 282886 w 3889897"/>
              <a:gd name="connsiteY33-5992" fmla="*/ 2084508 h 5020326"/>
              <a:gd name="connsiteX34-5993" fmla="*/ 328606 w 3889897"/>
              <a:gd name="connsiteY34-5994" fmla="*/ 1977828 h 5020326"/>
              <a:gd name="connsiteX35-5995" fmla="*/ 359086 w 3889897"/>
              <a:gd name="connsiteY35-5996" fmla="*/ 1871148 h 5020326"/>
              <a:gd name="connsiteX36-5997" fmla="*/ 374326 w 3889897"/>
              <a:gd name="connsiteY36-5998" fmla="*/ 1810188 h 5020326"/>
              <a:gd name="connsiteX37-5999" fmla="*/ 343846 w 3889897"/>
              <a:gd name="connsiteY37-6000" fmla="*/ 1756848 h 5020326"/>
              <a:gd name="connsiteX38-6001" fmla="*/ 328606 w 3889897"/>
              <a:gd name="connsiteY38-6002" fmla="*/ 1680648 h 5020326"/>
              <a:gd name="connsiteX39-6003" fmla="*/ 412426 w 3889897"/>
              <a:gd name="connsiteY39-6004" fmla="*/ 1474908 h 5020326"/>
              <a:gd name="connsiteX40-6005" fmla="*/ 442906 w 3889897"/>
              <a:gd name="connsiteY40-6006" fmla="*/ 1307268 h 5020326"/>
              <a:gd name="connsiteX41-6007" fmla="*/ 465766 w 3889897"/>
              <a:gd name="connsiteY41-6008" fmla="*/ 1192968 h 5020326"/>
              <a:gd name="connsiteX42-6009" fmla="*/ 503866 w 3889897"/>
              <a:gd name="connsiteY42-6010" fmla="*/ 1055808 h 5020326"/>
              <a:gd name="connsiteX43-6011" fmla="*/ 557206 w 3889897"/>
              <a:gd name="connsiteY43-6012" fmla="*/ 888168 h 5020326"/>
              <a:gd name="connsiteX44-6013" fmla="*/ 503866 w 3889897"/>
              <a:gd name="connsiteY44-6014" fmla="*/ 888168 h 5020326"/>
              <a:gd name="connsiteX45-6015" fmla="*/ 412426 w 3889897"/>
              <a:gd name="connsiteY45-6016" fmla="*/ 834828 h 5020326"/>
              <a:gd name="connsiteX46-6017" fmla="*/ 328606 w 3889897"/>
              <a:gd name="connsiteY46-6018" fmla="*/ 789108 h 5020326"/>
              <a:gd name="connsiteX47-6019" fmla="*/ 260026 w 3889897"/>
              <a:gd name="connsiteY47-6020" fmla="*/ 773868 h 5020326"/>
              <a:gd name="connsiteX48-6021" fmla="*/ 214306 w 3889897"/>
              <a:gd name="connsiteY48-6022" fmla="*/ 751008 h 5020326"/>
              <a:gd name="connsiteX49-6023" fmla="*/ 260026 w 3889897"/>
              <a:gd name="connsiteY49-6024" fmla="*/ 674808 h 5020326"/>
              <a:gd name="connsiteX50-6025" fmla="*/ 374326 w 3889897"/>
              <a:gd name="connsiteY50-6026" fmla="*/ 606228 h 5020326"/>
              <a:gd name="connsiteX51-6027" fmla="*/ 557206 w 3889897"/>
              <a:gd name="connsiteY51-6028" fmla="*/ 507168 h 5020326"/>
              <a:gd name="connsiteX52-6029" fmla="*/ 656266 w 3889897"/>
              <a:gd name="connsiteY52-6030" fmla="*/ 423348 h 5020326"/>
              <a:gd name="connsiteX53-6031" fmla="*/ 892486 w 3889897"/>
              <a:gd name="connsiteY53-6032" fmla="*/ 232848 h 5020326"/>
              <a:gd name="connsiteX54-6033" fmla="*/ 1174426 w 3889897"/>
              <a:gd name="connsiteY54-6034" fmla="*/ 80448 h 5020326"/>
              <a:gd name="connsiteX55-6035" fmla="*/ 1593526 w 3889897"/>
              <a:gd name="connsiteY55-6036" fmla="*/ 11868 h 5020326"/>
              <a:gd name="connsiteX56-6037" fmla="*/ 1944046 w 3889897"/>
              <a:gd name="connsiteY56-6038" fmla="*/ 4248 h 5020326"/>
              <a:gd name="connsiteX57-6039" fmla="*/ 2172646 w 3889897"/>
              <a:gd name="connsiteY57-6040" fmla="*/ 4248 h 5020326"/>
              <a:gd name="connsiteX58-6041" fmla="*/ 2393626 w 3889897"/>
              <a:gd name="connsiteY58-6042" fmla="*/ 57588 h 5020326"/>
              <a:gd name="connsiteX59-6043" fmla="*/ 2667946 w 3889897"/>
              <a:gd name="connsiteY59-6044" fmla="*/ 133788 h 5020326"/>
              <a:gd name="connsiteX60-6045" fmla="*/ 2820346 w 3889897"/>
              <a:gd name="connsiteY60-6046" fmla="*/ 202368 h 5020326"/>
              <a:gd name="connsiteX61-6047" fmla="*/ 3102286 w 3889897"/>
              <a:gd name="connsiteY61-6048" fmla="*/ 400488 h 5020326"/>
              <a:gd name="connsiteX62-6049" fmla="*/ 3285166 w 3889897"/>
              <a:gd name="connsiteY62-6050" fmla="*/ 651948 h 5020326"/>
              <a:gd name="connsiteX63-6051" fmla="*/ 3407086 w 3889897"/>
              <a:gd name="connsiteY63-6052" fmla="*/ 918648 h 5020326"/>
              <a:gd name="connsiteX64-6053" fmla="*/ 3475666 w 3889897"/>
              <a:gd name="connsiteY64-6054" fmla="*/ 1238688 h 5020326"/>
              <a:gd name="connsiteX65-6055" fmla="*/ 3506146 w 3889897"/>
              <a:gd name="connsiteY65-6056" fmla="*/ 1543488 h 5020326"/>
              <a:gd name="connsiteX66-6057" fmla="*/ 3506146 w 3889897"/>
              <a:gd name="connsiteY66-6058" fmla="*/ 1962588 h 5020326"/>
              <a:gd name="connsiteX67-6059" fmla="*/ 3338506 w 3889897"/>
              <a:gd name="connsiteY67-6060" fmla="*/ 2305488 h 5020326"/>
              <a:gd name="connsiteX68-6061" fmla="*/ 3254686 w 3889897"/>
              <a:gd name="connsiteY68-6062" fmla="*/ 2473128 h 5020326"/>
              <a:gd name="connsiteX69-6063" fmla="*/ 3132766 w 3889897"/>
              <a:gd name="connsiteY69-6064" fmla="*/ 2663628 h 5020326"/>
              <a:gd name="connsiteX70-6065" fmla="*/ 3071806 w 3889897"/>
              <a:gd name="connsiteY70-6066" fmla="*/ 2838888 h 5020326"/>
              <a:gd name="connsiteX71-6067" fmla="*/ 3064186 w 3889897"/>
              <a:gd name="connsiteY71-6068" fmla="*/ 2915088 h 5020326"/>
              <a:gd name="connsiteX72-6069" fmla="*/ 3018466 w 3889897"/>
              <a:gd name="connsiteY72-6070" fmla="*/ 3014148 h 5020326"/>
              <a:gd name="connsiteX73-6071" fmla="*/ 2980366 w 3889897"/>
              <a:gd name="connsiteY73-6072" fmla="*/ 3082728 h 5020326"/>
              <a:gd name="connsiteX74-6073" fmla="*/ 2957506 w 3889897"/>
              <a:gd name="connsiteY74-6074" fmla="*/ 3120828 h 5020326"/>
              <a:gd name="connsiteX75-6075" fmla="*/ 2957506 w 3889897"/>
              <a:gd name="connsiteY75-6076" fmla="*/ 3555168 h 5020326"/>
              <a:gd name="connsiteX76-6077" fmla="*/ 3010846 w 3889897"/>
              <a:gd name="connsiteY76-6078" fmla="*/ 3539928 h 5020326"/>
              <a:gd name="connsiteX77-6079" fmla="*/ 3109906 w 3889897"/>
              <a:gd name="connsiteY77-6080" fmla="*/ 3570408 h 5020326"/>
              <a:gd name="connsiteX78-6081" fmla="*/ 3140386 w 3889897"/>
              <a:gd name="connsiteY78-6082" fmla="*/ 3631368 h 5020326"/>
              <a:gd name="connsiteX79-6083" fmla="*/ 3117526 w 3889897"/>
              <a:gd name="connsiteY79-6084" fmla="*/ 3738048 h 5020326"/>
              <a:gd name="connsiteX80-6085" fmla="*/ 3125146 w 3889897"/>
              <a:gd name="connsiteY80-6086" fmla="*/ 4103808 h 5020326"/>
              <a:gd name="connsiteX81-6087" fmla="*/ 3163246 w 3889897"/>
              <a:gd name="connsiteY81-6088" fmla="*/ 4157148 h 5020326"/>
              <a:gd name="connsiteX82-6089" fmla="*/ 3201346 w 3889897"/>
              <a:gd name="connsiteY82-6090" fmla="*/ 4164768 h 5020326"/>
              <a:gd name="connsiteX83-6091" fmla="*/ 3231826 w 3889897"/>
              <a:gd name="connsiteY83-6092" fmla="*/ 4172388 h 5020326"/>
              <a:gd name="connsiteX84-6093" fmla="*/ 3285166 w 3889897"/>
              <a:gd name="connsiteY84-6094" fmla="*/ 4294308 h 5020326"/>
              <a:gd name="connsiteX85-6095" fmla="*/ 3300406 w 3889897"/>
              <a:gd name="connsiteY85-6096" fmla="*/ 4347648 h 5020326"/>
              <a:gd name="connsiteX86-6097" fmla="*/ 3330886 w 3889897"/>
              <a:gd name="connsiteY86-6098" fmla="*/ 4408608 h 5020326"/>
              <a:gd name="connsiteX87-6099" fmla="*/ 3551866 w 3889897"/>
              <a:gd name="connsiteY87-6100" fmla="*/ 4644828 h 5020326"/>
              <a:gd name="connsiteX88-6101" fmla="*/ 3889897 w 3889897"/>
              <a:gd name="connsiteY88-6102" fmla="*/ 5020326 h 5020326"/>
              <a:gd name="connsiteX0-6103" fmla="*/ 712990 w 3889897"/>
              <a:gd name="connsiteY0-6104" fmla="*/ 5019479 h 5020326"/>
              <a:gd name="connsiteX1-6105" fmla="*/ 961066 w 3889897"/>
              <a:gd name="connsiteY1-6106" fmla="*/ 4644828 h 5020326"/>
              <a:gd name="connsiteX2-6107" fmla="*/ 1342066 w 3889897"/>
              <a:gd name="connsiteY2-6108" fmla="*/ 4172388 h 5020326"/>
              <a:gd name="connsiteX3-6109" fmla="*/ 1258246 w 3889897"/>
              <a:gd name="connsiteY3-6110" fmla="*/ 4012368 h 5020326"/>
              <a:gd name="connsiteX4-6111" fmla="*/ 1204906 w 3889897"/>
              <a:gd name="connsiteY4-6112" fmla="*/ 3928548 h 5020326"/>
              <a:gd name="connsiteX5-6113" fmla="*/ 1174426 w 3889897"/>
              <a:gd name="connsiteY5-6114" fmla="*/ 3768528 h 5020326"/>
              <a:gd name="connsiteX6-6115" fmla="*/ 1151566 w 3889897"/>
              <a:gd name="connsiteY6-6116" fmla="*/ 3699948 h 5020326"/>
              <a:gd name="connsiteX7-6117" fmla="*/ 1143946 w 3889897"/>
              <a:gd name="connsiteY7-6118" fmla="*/ 3669468 h 5020326"/>
              <a:gd name="connsiteX8-6119" fmla="*/ 1067746 w 3889897"/>
              <a:gd name="connsiteY8-6120" fmla="*/ 3661848 h 5020326"/>
              <a:gd name="connsiteX9-6121" fmla="*/ 938206 w 3889897"/>
              <a:gd name="connsiteY9-6122" fmla="*/ 3669468 h 5020326"/>
              <a:gd name="connsiteX10-6123" fmla="*/ 831526 w 3889897"/>
              <a:gd name="connsiteY10-6124" fmla="*/ 3692328 h 5020326"/>
              <a:gd name="connsiteX11-6125" fmla="*/ 610546 w 3889897"/>
              <a:gd name="connsiteY11-6126" fmla="*/ 3738048 h 5020326"/>
              <a:gd name="connsiteX12-6127" fmla="*/ 389566 w 3889897"/>
              <a:gd name="connsiteY12-6128" fmla="*/ 3638988 h 5020326"/>
              <a:gd name="connsiteX13-6129" fmla="*/ 381946 w 3889897"/>
              <a:gd name="connsiteY13-6130" fmla="*/ 3326568 h 5020326"/>
              <a:gd name="connsiteX14-6131" fmla="*/ 420046 w 3889897"/>
              <a:gd name="connsiteY14-6132" fmla="*/ 3227508 h 5020326"/>
              <a:gd name="connsiteX15-6133" fmla="*/ 389566 w 3889897"/>
              <a:gd name="connsiteY15-6134" fmla="*/ 3166548 h 5020326"/>
              <a:gd name="connsiteX16-6135" fmla="*/ 351466 w 3889897"/>
              <a:gd name="connsiteY16-6136" fmla="*/ 3105588 h 5020326"/>
              <a:gd name="connsiteX17-6137" fmla="*/ 397186 w 3889897"/>
              <a:gd name="connsiteY17-6138" fmla="*/ 3021768 h 5020326"/>
              <a:gd name="connsiteX18-6139" fmla="*/ 488626 w 3889897"/>
              <a:gd name="connsiteY18-6140" fmla="*/ 2998908 h 5020326"/>
              <a:gd name="connsiteX19-6141" fmla="*/ 471956 w 3889897"/>
              <a:gd name="connsiteY19-6142" fmla="*/ 2942709 h 5020326"/>
              <a:gd name="connsiteX20-6143" fmla="*/ 435286 w 3889897"/>
              <a:gd name="connsiteY20-6144" fmla="*/ 2930328 h 5020326"/>
              <a:gd name="connsiteX21-6145" fmla="*/ 389566 w 3889897"/>
              <a:gd name="connsiteY21-6146" fmla="*/ 2930328 h 5020326"/>
              <a:gd name="connsiteX22-6147" fmla="*/ 314000 w 3889897"/>
              <a:gd name="connsiteY22-6148" fmla="*/ 2893495 h 5020326"/>
              <a:gd name="connsiteX23-6149" fmla="*/ 320986 w 3889897"/>
              <a:gd name="connsiteY23-6150" fmla="*/ 2846508 h 5020326"/>
              <a:gd name="connsiteX24-6151" fmla="*/ 328606 w 3889897"/>
              <a:gd name="connsiteY24-6152" fmla="*/ 2793168 h 5020326"/>
              <a:gd name="connsiteX25-6153" fmla="*/ 313366 w 3889897"/>
              <a:gd name="connsiteY25-6154" fmla="*/ 2732208 h 5020326"/>
              <a:gd name="connsiteX26-6155" fmla="*/ 267646 w 3889897"/>
              <a:gd name="connsiteY26-6156" fmla="*/ 2671248 h 5020326"/>
              <a:gd name="connsiteX27-6157" fmla="*/ 176206 w 3889897"/>
              <a:gd name="connsiteY27-6158" fmla="*/ 2656008 h 5020326"/>
              <a:gd name="connsiteX28-6159" fmla="*/ 54286 w 3889897"/>
              <a:gd name="connsiteY28-6160" fmla="*/ 2610288 h 5020326"/>
              <a:gd name="connsiteX29-6161" fmla="*/ 7931 w 3889897"/>
              <a:gd name="connsiteY29-6162" fmla="*/ 2563298 h 5020326"/>
              <a:gd name="connsiteX30-6163" fmla="*/ 8566 w 3889897"/>
              <a:gd name="connsiteY30-6164" fmla="*/ 2488368 h 5020326"/>
              <a:gd name="connsiteX31-6165" fmla="*/ 92386 w 3889897"/>
              <a:gd name="connsiteY31-6166" fmla="*/ 2335968 h 5020326"/>
              <a:gd name="connsiteX32-6167" fmla="*/ 221926 w 3889897"/>
              <a:gd name="connsiteY32-6168" fmla="*/ 2175948 h 5020326"/>
              <a:gd name="connsiteX33-6169" fmla="*/ 282886 w 3889897"/>
              <a:gd name="connsiteY33-6170" fmla="*/ 2084508 h 5020326"/>
              <a:gd name="connsiteX34-6171" fmla="*/ 328606 w 3889897"/>
              <a:gd name="connsiteY34-6172" fmla="*/ 1977828 h 5020326"/>
              <a:gd name="connsiteX35-6173" fmla="*/ 359086 w 3889897"/>
              <a:gd name="connsiteY35-6174" fmla="*/ 1871148 h 5020326"/>
              <a:gd name="connsiteX36-6175" fmla="*/ 374326 w 3889897"/>
              <a:gd name="connsiteY36-6176" fmla="*/ 1810188 h 5020326"/>
              <a:gd name="connsiteX37-6177" fmla="*/ 343846 w 3889897"/>
              <a:gd name="connsiteY37-6178" fmla="*/ 1756848 h 5020326"/>
              <a:gd name="connsiteX38-6179" fmla="*/ 328606 w 3889897"/>
              <a:gd name="connsiteY38-6180" fmla="*/ 1680648 h 5020326"/>
              <a:gd name="connsiteX39-6181" fmla="*/ 412426 w 3889897"/>
              <a:gd name="connsiteY39-6182" fmla="*/ 1474908 h 5020326"/>
              <a:gd name="connsiteX40-6183" fmla="*/ 442906 w 3889897"/>
              <a:gd name="connsiteY40-6184" fmla="*/ 1307268 h 5020326"/>
              <a:gd name="connsiteX41-6185" fmla="*/ 465766 w 3889897"/>
              <a:gd name="connsiteY41-6186" fmla="*/ 1192968 h 5020326"/>
              <a:gd name="connsiteX42-6187" fmla="*/ 503866 w 3889897"/>
              <a:gd name="connsiteY42-6188" fmla="*/ 1055808 h 5020326"/>
              <a:gd name="connsiteX43-6189" fmla="*/ 557206 w 3889897"/>
              <a:gd name="connsiteY43-6190" fmla="*/ 888168 h 5020326"/>
              <a:gd name="connsiteX44-6191" fmla="*/ 503866 w 3889897"/>
              <a:gd name="connsiteY44-6192" fmla="*/ 888168 h 5020326"/>
              <a:gd name="connsiteX45-6193" fmla="*/ 412426 w 3889897"/>
              <a:gd name="connsiteY45-6194" fmla="*/ 834828 h 5020326"/>
              <a:gd name="connsiteX46-6195" fmla="*/ 328606 w 3889897"/>
              <a:gd name="connsiteY46-6196" fmla="*/ 789108 h 5020326"/>
              <a:gd name="connsiteX47-6197" fmla="*/ 260026 w 3889897"/>
              <a:gd name="connsiteY47-6198" fmla="*/ 773868 h 5020326"/>
              <a:gd name="connsiteX48-6199" fmla="*/ 214306 w 3889897"/>
              <a:gd name="connsiteY48-6200" fmla="*/ 751008 h 5020326"/>
              <a:gd name="connsiteX49-6201" fmla="*/ 260026 w 3889897"/>
              <a:gd name="connsiteY49-6202" fmla="*/ 674808 h 5020326"/>
              <a:gd name="connsiteX50-6203" fmla="*/ 374326 w 3889897"/>
              <a:gd name="connsiteY50-6204" fmla="*/ 606228 h 5020326"/>
              <a:gd name="connsiteX51-6205" fmla="*/ 557206 w 3889897"/>
              <a:gd name="connsiteY51-6206" fmla="*/ 507168 h 5020326"/>
              <a:gd name="connsiteX52-6207" fmla="*/ 656266 w 3889897"/>
              <a:gd name="connsiteY52-6208" fmla="*/ 423348 h 5020326"/>
              <a:gd name="connsiteX53-6209" fmla="*/ 892486 w 3889897"/>
              <a:gd name="connsiteY53-6210" fmla="*/ 232848 h 5020326"/>
              <a:gd name="connsiteX54-6211" fmla="*/ 1174426 w 3889897"/>
              <a:gd name="connsiteY54-6212" fmla="*/ 80448 h 5020326"/>
              <a:gd name="connsiteX55-6213" fmla="*/ 1593526 w 3889897"/>
              <a:gd name="connsiteY55-6214" fmla="*/ 11868 h 5020326"/>
              <a:gd name="connsiteX56-6215" fmla="*/ 1944046 w 3889897"/>
              <a:gd name="connsiteY56-6216" fmla="*/ 4248 h 5020326"/>
              <a:gd name="connsiteX57-6217" fmla="*/ 2172646 w 3889897"/>
              <a:gd name="connsiteY57-6218" fmla="*/ 4248 h 5020326"/>
              <a:gd name="connsiteX58-6219" fmla="*/ 2393626 w 3889897"/>
              <a:gd name="connsiteY58-6220" fmla="*/ 57588 h 5020326"/>
              <a:gd name="connsiteX59-6221" fmla="*/ 2667946 w 3889897"/>
              <a:gd name="connsiteY59-6222" fmla="*/ 133788 h 5020326"/>
              <a:gd name="connsiteX60-6223" fmla="*/ 2820346 w 3889897"/>
              <a:gd name="connsiteY60-6224" fmla="*/ 202368 h 5020326"/>
              <a:gd name="connsiteX61-6225" fmla="*/ 3102286 w 3889897"/>
              <a:gd name="connsiteY61-6226" fmla="*/ 400488 h 5020326"/>
              <a:gd name="connsiteX62-6227" fmla="*/ 3285166 w 3889897"/>
              <a:gd name="connsiteY62-6228" fmla="*/ 651948 h 5020326"/>
              <a:gd name="connsiteX63-6229" fmla="*/ 3407086 w 3889897"/>
              <a:gd name="connsiteY63-6230" fmla="*/ 918648 h 5020326"/>
              <a:gd name="connsiteX64-6231" fmla="*/ 3475666 w 3889897"/>
              <a:gd name="connsiteY64-6232" fmla="*/ 1238688 h 5020326"/>
              <a:gd name="connsiteX65-6233" fmla="*/ 3506146 w 3889897"/>
              <a:gd name="connsiteY65-6234" fmla="*/ 1543488 h 5020326"/>
              <a:gd name="connsiteX66-6235" fmla="*/ 3506146 w 3889897"/>
              <a:gd name="connsiteY66-6236" fmla="*/ 1962588 h 5020326"/>
              <a:gd name="connsiteX67-6237" fmla="*/ 3338506 w 3889897"/>
              <a:gd name="connsiteY67-6238" fmla="*/ 2305488 h 5020326"/>
              <a:gd name="connsiteX68-6239" fmla="*/ 3254686 w 3889897"/>
              <a:gd name="connsiteY68-6240" fmla="*/ 2473128 h 5020326"/>
              <a:gd name="connsiteX69-6241" fmla="*/ 3132766 w 3889897"/>
              <a:gd name="connsiteY69-6242" fmla="*/ 2663628 h 5020326"/>
              <a:gd name="connsiteX70-6243" fmla="*/ 3071806 w 3889897"/>
              <a:gd name="connsiteY70-6244" fmla="*/ 2838888 h 5020326"/>
              <a:gd name="connsiteX71-6245" fmla="*/ 3064186 w 3889897"/>
              <a:gd name="connsiteY71-6246" fmla="*/ 2915088 h 5020326"/>
              <a:gd name="connsiteX72-6247" fmla="*/ 3018466 w 3889897"/>
              <a:gd name="connsiteY72-6248" fmla="*/ 3014148 h 5020326"/>
              <a:gd name="connsiteX73-6249" fmla="*/ 2980366 w 3889897"/>
              <a:gd name="connsiteY73-6250" fmla="*/ 3082728 h 5020326"/>
              <a:gd name="connsiteX74-6251" fmla="*/ 2957506 w 3889897"/>
              <a:gd name="connsiteY74-6252" fmla="*/ 3120828 h 5020326"/>
              <a:gd name="connsiteX75-6253" fmla="*/ 2957506 w 3889897"/>
              <a:gd name="connsiteY75-6254" fmla="*/ 3555168 h 5020326"/>
              <a:gd name="connsiteX76-6255" fmla="*/ 3010846 w 3889897"/>
              <a:gd name="connsiteY76-6256" fmla="*/ 3539928 h 5020326"/>
              <a:gd name="connsiteX77-6257" fmla="*/ 3109906 w 3889897"/>
              <a:gd name="connsiteY77-6258" fmla="*/ 3570408 h 5020326"/>
              <a:gd name="connsiteX78-6259" fmla="*/ 3140386 w 3889897"/>
              <a:gd name="connsiteY78-6260" fmla="*/ 3631368 h 5020326"/>
              <a:gd name="connsiteX79-6261" fmla="*/ 3117526 w 3889897"/>
              <a:gd name="connsiteY79-6262" fmla="*/ 3738048 h 5020326"/>
              <a:gd name="connsiteX80-6263" fmla="*/ 3125146 w 3889897"/>
              <a:gd name="connsiteY80-6264" fmla="*/ 4103808 h 5020326"/>
              <a:gd name="connsiteX81-6265" fmla="*/ 3201346 w 3889897"/>
              <a:gd name="connsiteY81-6266" fmla="*/ 4164768 h 5020326"/>
              <a:gd name="connsiteX82-6267" fmla="*/ 3231826 w 3889897"/>
              <a:gd name="connsiteY82-6268" fmla="*/ 4172388 h 5020326"/>
              <a:gd name="connsiteX83-6269" fmla="*/ 3285166 w 3889897"/>
              <a:gd name="connsiteY83-6270" fmla="*/ 4294308 h 5020326"/>
              <a:gd name="connsiteX84-6271" fmla="*/ 3300406 w 3889897"/>
              <a:gd name="connsiteY84-6272" fmla="*/ 4347648 h 5020326"/>
              <a:gd name="connsiteX85-6273" fmla="*/ 3330886 w 3889897"/>
              <a:gd name="connsiteY85-6274" fmla="*/ 4408608 h 5020326"/>
              <a:gd name="connsiteX86-6275" fmla="*/ 3551866 w 3889897"/>
              <a:gd name="connsiteY86-6276" fmla="*/ 4644828 h 5020326"/>
              <a:gd name="connsiteX87-6277" fmla="*/ 3889897 w 3889897"/>
              <a:gd name="connsiteY87-6278" fmla="*/ 5020326 h 5020326"/>
              <a:gd name="connsiteX0-6279" fmla="*/ 712990 w 3889897"/>
              <a:gd name="connsiteY0-6280" fmla="*/ 5019479 h 5020326"/>
              <a:gd name="connsiteX1-6281" fmla="*/ 961066 w 3889897"/>
              <a:gd name="connsiteY1-6282" fmla="*/ 4644828 h 5020326"/>
              <a:gd name="connsiteX2-6283" fmla="*/ 1342066 w 3889897"/>
              <a:gd name="connsiteY2-6284" fmla="*/ 4172388 h 5020326"/>
              <a:gd name="connsiteX3-6285" fmla="*/ 1258246 w 3889897"/>
              <a:gd name="connsiteY3-6286" fmla="*/ 4012368 h 5020326"/>
              <a:gd name="connsiteX4-6287" fmla="*/ 1204906 w 3889897"/>
              <a:gd name="connsiteY4-6288" fmla="*/ 3928548 h 5020326"/>
              <a:gd name="connsiteX5-6289" fmla="*/ 1174426 w 3889897"/>
              <a:gd name="connsiteY5-6290" fmla="*/ 3768528 h 5020326"/>
              <a:gd name="connsiteX6-6291" fmla="*/ 1151566 w 3889897"/>
              <a:gd name="connsiteY6-6292" fmla="*/ 3699948 h 5020326"/>
              <a:gd name="connsiteX7-6293" fmla="*/ 1143946 w 3889897"/>
              <a:gd name="connsiteY7-6294" fmla="*/ 3669468 h 5020326"/>
              <a:gd name="connsiteX8-6295" fmla="*/ 1067746 w 3889897"/>
              <a:gd name="connsiteY8-6296" fmla="*/ 3661848 h 5020326"/>
              <a:gd name="connsiteX9-6297" fmla="*/ 938206 w 3889897"/>
              <a:gd name="connsiteY9-6298" fmla="*/ 3669468 h 5020326"/>
              <a:gd name="connsiteX10-6299" fmla="*/ 831526 w 3889897"/>
              <a:gd name="connsiteY10-6300" fmla="*/ 3692328 h 5020326"/>
              <a:gd name="connsiteX11-6301" fmla="*/ 610546 w 3889897"/>
              <a:gd name="connsiteY11-6302" fmla="*/ 3738048 h 5020326"/>
              <a:gd name="connsiteX12-6303" fmla="*/ 389566 w 3889897"/>
              <a:gd name="connsiteY12-6304" fmla="*/ 3638988 h 5020326"/>
              <a:gd name="connsiteX13-6305" fmla="*/ 381946 w 3889897"/>
              <a:gd name="connsiteY13-6306" fmla="*/ 3326568 h 5020326"/>
              <a:gd name="connsiteX14-6307" fmla="*/ 420046 w 3889897"/>
              <a:gd name="connsiteY14-6308" fmla="*/ 3227508 h 5020326"/>
              <a:gd name="connsiteX15-6309" fmla="*/ 389566 w 3889897"/>
              <a:gd name="connsiteY15-6310" fmla="*/ 3166548 h 5020326"/>
              <a:gd name="connsiteX16-6311" fmla="*/ 351466 w 3889897"/>
              <a:gd name="connsiteY16-6312" fmla="*/ 3105588 h 5020326"/>
              <a:gd name="connsiteX17-6313" fmla="*/ 397186 w 3889897"/>
              <a:gd name="connsiteY17-6314" fmla="*/ 3021768 h 5020326"/>
              <a:gd name="connsiteX18-6315" fmla="*/ 488626 w 3889897"/>
              <a:gd name="connsiteY18-6316" fmla="*/ 2998908 h 5020326"/>
              <a:gd name="connsiteX19-6317" fmla="*/ 471956 w 3889897"/>
              <a:gd name="connsiteY19-6318" fmla="*/ 2942709 h 5020326"/>
              <a:gd name="connsiteX20-6319" fmla="*/ 435286 w 3889897"/>
              <a:gd name="connsiteY20-6320" fmla="*/ 2930328 h 5020326"/>
              <a:gd name="connsiteX21-6321" fmla="*/ 389566 w 3889897"/>
              <a:gd name="connsiteY21-6322" fmla="*/ 2930328 h 5020326"/>
              <a:gd name="connsiteX22-6323" fmla="*/ 314000 w 3889897"/>
              <a:gd name="connsiteY22-6324" fmla="*/ 2893495 h 5020326"/>
              <a:gd name="connsiteX23-6325" fmla="*/ 320986 w 3889897"/>
              <a:gd name="connsiteY23-6326" fmla="*/ 2846508 h 5020326"/>
              <a:gd name="connsiteX24-6327" fmla="*/ 328606 w 3889897"/>
              <a:gd name="connsiteY24-6328" fmla="*/ 2793168 h 5020326"/>
              <a:gd name="connsiteX25-6329" fmla="*/ 313366 w 3889897"/>
              <a:gd name="connsiteY25-6330" fmla="*/ 2732208 h 5020326"/>
              <a:gd name="connsiteX26-6331" fmla="*/ 267646 w 3889897"/>
              <a:gd name="connsiteY26-6332" fmla="*/ 2671248 h 5020326"/>
              <a:gd name="connsiteX27-6333" fmla="*/ 176206 w 3889897"/>
              <a:gd name="connsiteY27-6334" fmla="*/ 2656008 h 5020326"/>
              <a:gd name="connsiteX28-6335" fmla="*/ 54286 w 3889897"/>
              <a:gd name="connsiteY28-6336" fmla="*/ 2610288 h 5020326"/>
              <a:gd name="connsiteX29-6337" fmla="*/ 7931 w 3889897"/>
              <a:gd name="connsiteY29-6338" fmla="*/ 2563298 h 5020326"/>
              <a:gd name="connsiteX30-6339" fmla="*/ 8566 w 3889897"/>
              <a:gd name="connsiteY30-6340" fmla="*/ 2488368 h 5020326"/>
              <a:gd name="connsiteX31-6341" fmla="*/ 92386 w 3889897"/>
              <a:gd name="connsiteY31-6342" fmla="*/ 2335968 h 5020326"/>
              <a:gd name="connsiteX32-6343" fmla="*/ 221926 w 3889897"/>
              <a:gd name="connsiteY32-6344" fmla="*/ 2175948 h 5020326"/>
              <a:gd name="connsiteX33-6345" fmla="*/ 282886 w 3889897"/>
              <a:gd name="connsiteY33-6346" fmla="*/ 2084508 h 5020326"/>
              <a:gd name="connsiteX34-6347" fmla="*/ 328606 w 3889897"/>
              <a:gd name="connsiteY34-6348" fmla="*/ 1977828 h 5020326"/>
              <a:gd name="connsiteX35-6349" fmla="*/ 359086 w 3889897"/>
              <a:gd name="connsiteY35-6350" fmla="*/ 1871148 h 5020326"/>
              <a:gd name="connsiteX36-6351" fmla="*/ 374326 w 3889897"/>
              <a:gd name="connsiteY36-6352" fmla="*/ 1810188 h 5020326"/>
              <a:gd name="connsiteX37-6353" fmla="*/ 343846 w 3889897"/>
              <a:gd name="connsiteY37-6354" fmla="*/ 1756848 h 5020326"/>
              <a:gd name="connsiteX38-6355" fmla="*/ 328606 w 3889897"/>
              <a:gd name="connsiteY38-6356" fmla="*/ 1680648 h 5020326"/>
              <a:gd name="connsiteX39-6357" fmla="*/ 412426 w 3889897"/>
              <a:gd name="connsiteY39-6358" fmla="*/ 1474908 h 5020326"/>
              <a:gd name="connsiteX40-6359" fmla="*/ 442906 w 3889897"/>
              <a:gd name="connsiteY40-6360" fmla="*/ 1307268 h 5020326"/>
              <a:gd name="connsiteX41-6361" fmla="*/ 465766 w 3889897"/>
              <a:gd name="connsiteY41-6362" fmla="*/ 1192968 h 5020326"/>
              <a:gd name="connsiteX42-6363" fmla="*/ 503866 w 3889897"/>
              <a:gd name="connsiteY42-6364" fmla="*/ 1055808 h 5020326"/>
              <a:gd name="connsiteX43-6365" fmla="*/ 557206 w 3889897"/>
              <a:gd name="connsiteY43-6366" fmla="*/ 888168 h 5020326"/>
              <a:gd name="connsiteX44-6367" fmla="*/ 503866 w 3889897"/>
              <a:gd name="connsiteY44-6368" fmla="*/ 888168 h 5020326"/>
              <a:gd name="connsiteX45-6369" fmla="*/ 412426 w 3889897"/>
              <a:gd name="connsiteY45-6370" fmla="*/ 834828 h 5020326"/>
              <a:gd name="connsiteX46-6371" fmla="*/ 328606 w 3889897"/>
              <a:gd name="connsiteY46-6372" fmla="*/ 789108 h 5020326"/>
              <a:gd name="connsiteX47-6373" fmla="*/ 260026 w 3889897"/>
              <a:gd name="connsiteY47-6374" fmla="*/ 773868 h 5020326"/>
              <a:gd name="connsiteX48-6375" fmla="*/ 214306 w 3889897"/>
              <a:gd name="connsiteY48-6376" fmla="*/ 751008 h 5020326"/>
              <a:gd name="connsiteX49-6377" fmla="*/ 260026 w 3889897"/>
              <a:gd name="connsiteY49-6378" fmla="*/ 674808 h 5020326"/>
              <a:gd name="connsiteX50-6379" fmla="*/ 374326 w 3889897"/>
              <a:gd name="connsiteY50-6380" fmla="*/ 606228 h 5020326"/>
              <a:gd name="connsiteX51-6381" fmla="*/ 557206 w 3889897"/>
              <a:gd name="connsiteY51-6382" fmla="*/ 507168 h 5020326"/>
              <a:gd name="connsiteX52-6383" fmla="*/ 656266 w 3889897"/>
              <a:gd name="connsiteY52-6384" fmla="*/ 423348 h 5020326"/>
              <a:gd name="connsiteX53-6385" fmla="*/ 892486 w 3889897"/>
              <a:gd name="connsiteY53-6386" fmla="*/ 232848 h 5020326"/>
              <a:gd name="connsiteX54-6387" fmla="*/ 1174426 w 3889897"/>
              <a:gd name="connsiteY54-6388" fmla="*/ 80448 h 5020326"/>
              <a:gd name="connsiteX55-6389" fmla="*/ 1593526 w 3889897"/>
              <a:gd name="connsiteY55-6390" fmla="*/ 11868 h 5020326"/>
              <a:gd name="connsiteX56-6391" fmla="*/ 1944046 w 3889897"/>
              <a:gd name="connsiteY56-6392" fmla="*/ 4248 h 5020326"/>
              <a:gd name="connsiteX57-6393" fmla="*/ 2172646 w 3889897"/>
              <a:gd name="connsiteY57-6394" fmla="*/ 4248 h 5020326"/>
              <a:gd name="connsiteX58-6395" fmla="*/ 2393626 w 3889897"/>
              <a:gd name="connsiteY58-6396" fmla="*/ 57588 h 5020326"/>
              <a:gd name="connsiteX59-6397" fmla="*/ 2667946 w 3889897"/>
              <a:gd name="connsiteY59-6398" fmla="*/ 133788 h 5020326"/>
              <a:gd name="connsiteX60-6399" fmla="*/ 2820346 w 3889897"/>
              <a:gd name="connsiteY60-6400" fmla="*/ 202368 h 5020326"/>
              <a:gd name="connsiteX61-6401" fmla="*/ 3102286 w 3889897"/>
              <a:gd name="connsiteY61-6402" fmla="*/ 400488 h 5020326"/>
              <a:gd name="connsiteX62-6403" fmla="*/ 3285166 w 3889897"/>
              <a:gd name="connsiteY62-6404" fmla="*/ 651948 h 5020326"/>
              <a:gd name="connsiteX63-6405" fmla="*/ 3407086 w 3889897"/>
              <a:gd name="connsiteY63-6406" fmla="*/ 918648 h 5020326"/>
              <a:gd name="connsiteX64-6407" fmla="*/ 3475666 w 3889897"/>
              <a:gd name="connsiteY64-6408" fmla="*/ 1238688 h 5020326"/>
              <a:gd name="connsiteX65-6409" fmla="*/ 3506146 w 3889897"/>
              <a:gd name="connsiteY65-6410" fmla="*/ 1543488 h 5020326"/>
              <a:gd name="connsiteX66-6411" fmla="*/ 3506146 w 3889897"/>
              <a:gd name="connsiteY66-6412" fmla="*/ 1962588 h 5020326"/>
              <a:gd name="connsiteX67-6413" fmla="*/ 3338506 w 3889897"/>
              <a:gd name="connsiteY67-6414" fmla="*/ 2305488 h 5020326"/>
              <a:gd name="connsiteX68-6415" fmla="*/ 3254686 w 3889897"/>
              <a:gd name="connsiteY68-6416" fmla="*/ 2473128 h 5020326"/>
              <a:gd name="connsiteX69-6417" fmla="*/ 3132766 w 3889897"/>
              <a:gd name="connsiteY69-6418" fmla="*/ 2663628 h 5020326"/>
              <a:gd name="connsiteX70-6419" fmla="*/ 3071806 w 3889897"/>
              <a:gd name="connsiteY70-6420" fmla="*/ 2838888 h 5020326"/>
              <a:gd name="connsiteX71-6421" fmla="*/ 3064186 w 3889897"/>
              <a:gd name="connsiteY71-6422" fmla="*/ 2915088 h 5020326"/>
              <a:gd name="connsiteX72-6423" fmla="*/ 3018466 w 3889897"/>
              <a:gd name="connsiteY72-6424" fmla="*/ 3014148 h 5020326"/>
              <a:gd name="connsiteX73-6425" fmla="*/ 2980366 w 3889897"/>
              <a:gd name="connsiteY73-6426" fmla="*/ 3082728 h 5020326"/>
              <a:gd name="connsiteX74-6427" fmla="*/ 2957506 w 3889897"/>
              <a:gd name="connsiteY74-6428" fmla="*/ 3120828 h 5020326"/>
              <a:gd name="connsiteX75-6429" fmla="*/ 2957506 w 3889897"/>
              <a:gd name="connsiteY75-6430" fmla="*/ 3555168 h 5020326"/>
              <a:gd name="connsiteX76-6431" fmla="*/ 3010846 w 3889897"/>
              <a:gd name="connsiteY76-6432" fmla="*/ 3539928 h 5020326"/>
              <a:gd name="connsiteX77-6433" fmla="*/ 3109906 w 3889897"/>
              <a:gd name="connsiteY77-6434" fmla="*/ 3570408 h 5020326"/>
              <a:gd name="connsiteX78-6435" fmla="*/ 3140386 w 3889897"/>
              <a:gd name="connsiteY78-6436" fmla="*/ 3631368 h 5020326"/>
              <a:gd name="connsiteX79-6437" fmla="*/ 3117526 w 3889897"/>
              <a:gd name="connsiteY79-6438" fmla="*/ 3738048 h 5020326"/>
              <a:gd name="connsiteX80-6439" fmla="*/ 3125146 w 3889897"/>
              <a:gd name="connsiteY80-6440" fmla="*/ 4103808 h 5020326"/>
              <a:gd name="connsiteX81-6441" fmla="*/ 3231826 w 3889897"/>
              <a:gd name="connsiteY81-6442" fmla="*/ 4172388 h 5020326"/>
              <a:gd name="connsiteX82-6443" fmla="*/ 3285166 w 3889897"/>
              <a:gd name="connsiteY82-6444" fmla="*/ 4294308 h 5020326"/>
              <a:gd name="connsiteX83-6445" fmla="*/ 3300406 w 3889897"/>
              <a:gd name="connsiteY83-6446" fmla="*/ 4347648 h 5020326"/>
              <a:gd name="connsiteX84-6447" fmla="*/ 3330886 w 3889897"/>
              <a:gd name="connsiteY84-6448" fmla="*/ 4408608 h 5020326"/>
              <a:gd name="connsiteX85-6449" fmla="*/ 3551866 w 3889897"/>
              <a:gd name="connsiteY85-6450" fmla="*/ 4644828 h 5020326"/>
              <a:gd name="connsiteX86-6451" fmla="*/ 3889897 w 3889897"/>
              <a:gd name="connsiteY86-6452" fmla="*/ 5020326 h 5020326"/>
              <a:gd name="connsiteX0-6453" fmla="*/ 712990 w 3889897"/>
              <a:gd name="connsiteY0-6454" fmla="*/ 5019479 h 5020326"/>
              <a:gd name="connsiteX1-6455" fmla="*/ 961066 w 3889897"/>
              <a:gd name="connsiteY1-6456" fmla="*/ 4644828 h 5020326"/>
              <a:gd name="connsiteX2-6457" fmla="*/ 1342066 w 3889897"/>
              <a:gd name="connsiteY2-6458" fmla="*/ 4172388 h 5020326"/>
              <a:gd name="connsiteX3-6459" fmla="*/ 1258246 w 3889897"/>
              <a:gd name="connsiteY3-6460" fmla="*/ 4012368 h 5020326"/>
              <a:gd name="connsiteX4-6461" fmla="*/ 1204906 w 3889897"/>
              <a:gd name="connsiteY4-6462" fmla="*/ 3928548 h 5020326"/>
              <a:gd name="connsiteX5-6463" fmla="*/ 1174426 w 3889897"/>
              <a:gd name="connsiteY5-6464" fmla="*/ 3768528 h 5020326"/>
              <a:gd name="connsiteX6-6465" fmla="*/ 1143946 w 3889897"/>
              <a:gd name="connsiteY6-6466" fmla="*/ 3669468 h 5020326"/>
              <a:gd name="connsiteX7-6467" fmla="*/ 1067746 w 3889897"/>
              <a:gd name="connsiteY7-6468" fmla="*/ 3661848 h 5020326"/>
              <a:gd name="connsiteX8-6469" fmla="*/ 938206 w 3889897"/>
              <a:gd name="connsiteY8-6470" fmla="*/ 3669468 h 5020326"/>
              <a:gd name="connsiteX9-6471" fmla="*/ 831526 w 3889897"/>
              <a:gd name="connsiteY9-6472" fmla="*/ 3692328 h 5020326"/>
              <a:gd name="connsiteX10-6473" fmla="*/ 610546 w 3889897"/>
              <a:gd name="connsiteY10-6474" fmla="*/ 3738048 h 5020326"/>
              <a:gd name="connsiteX11-6475" fmla="*/ 389566 w 3889897"/>
              <a:gd name="connsiteY11-6476" fmla="*/ 3638988 h 5020326"/>
              <a:gd name="connsiteX12-6477" fmla="*/ 381946 w 3889897"/>
              <a:gd name="connsiteY12-6478" fmla="*/ 3326568 h 5020326"/>
              <a:gd name="connsiteX13-6479" fmla="*/ 420046 w 3889897"/>
              <a:gd name="connsiteY13-6480" fmla="*/ 3227508 h 5020326"/>
              <a:gd name="connsiteX14-6481" fmla="*/ 389566 w 3889897"/>
              <a:gd name="connsiteY14-6482" fmla="*/ 3166548 h 5020326"/>
              <a:gd name="connsiteX15-6483" fmla="*/ 351466 w 3889897"/>
              <a:gd name="connsiteY15-6484" fmla="*/ 3105588 h 5020326"/>
              <a:gd name="connsiteX16-6485" fmla="*/ 397186 w 3889897"/>
              <a:gd name="connsiteY16-6486" fmla="*/ 3021768 h 5020326"/>
              <a:gd name="connsiteX17-6487" fmla="*/ 488626 w 3889897"/>
              <a:gd name="connsiteY17-6488" fmla="*/ 2998908 h 5020326"/>
              <a:gd name="connsiteX18-6489" fmla="*/ 471956 w 3889897"/>
              <a:gd name="connsiteY18-6490" fmla="*/ 2942709 h 5020326"/>
              <a:gd name="connsiteX19-6491" fmla="*/ 435286 w 3889897"/>
              <a:gd name="connsiteY19-6492" fmla="*/ 2930328 h 5020326"/>
              <a:gd name="connsiteX20-6493" fmla="*/ 389566 w 3889897"/>
              <a:gd name="connsiteY20-6494" fmla="*/ 2930328 h 5020326"/>
              <a:gd name="connsiteX21-6495" fmla="*/ 314000 w 3889897"/>
              <a:gd name="connsiteY21-6496" fmla="*/ 2893495 h 5020326"/>
              <a:gd name="connsiteX22-6497" fmla="*/ 320986 w 3889897"/>
              <a:gd name="connsiteY22-6498" fmla="*/ 2846508 h 5020326"/>
              <a:gd name="connsiteX23-6499" fmla="*/ 328606 w 3889897"/>
              <a:gd name="connsiteY23-6500" fmla="*/ 2793168 h 5020326"/>
              <a:gd name="connsiteX24-6501" fmla="*/ 313366 w 3889897"/>
              <a:gd name="connsiteY24-6502" fmla="*/ 2732208 h 5020326"/>
              <a:gd name="connsiteX25-6503" fmla="*/ 267646 w 3889897"/>
              <a:gd name="connsiteY25-6504" fmla="*/ 2671248 h 5020326"/>
              <a:gd name="connsiteX26-6505" fmla="*/ 176206 w 3889897"/>
              <a:gd name="connsiteY26-6506" fmla="*/ 2656008 h 5020326"/>
              <a:gd name="connsiteX27-6507" fmla="*/ 54286 w 3889897"/>
              <a:gd name="connsiteY27-6508" fmla="*/ 2610288 h 5020326"/>
              <a:gd name="connsiteX28-6509" fmla="*/ 7931 w 3889897"/>
              <a:gd name="connsiteY28-6510" fmla="*/ 2563298 h 5020326"/>
              <a:gd name="connsiteX29-6511" fmla="*/ 8566 w 3889897"/>
              <a:gd name="connsiteY29-6512" fmla="*/ 2488368 h 5020326"/>
              <a:gd name="connsiteX30-6513" fmla="*/ 92386 w 3889897"/>
              <a:gd name="connsiteY30-6514" fmla="*/ 2335968 h 5020326"/>
              <a:gd name="connsiteX31-6515" fmla="*/ 221926 w 3889897"/>
              <a:gd name="connsiteY31-6516" fmla="*/ 2175948 h 5020326"/>
              <a:gd name="connsiteX32-6517" fmla="*/ 282886 w 3889897"/>
              <a:gd name="connsiteY32-6518" fmla="*/ 2084508 h 5020326"/>
              <a:gd name="connsiteX33-6519" fmla="*/ 328606 w 3889897"/>
              <a:gd name="connsiteY33-6520" fmla="*/ 1977828 h 5020326"/>
              <a:gd name="connsiteX34-6521" fmla="*/ 359086 w 3889897"/>
              <a:gd name="connsiteY34-6522" fmla="*/ 1871148 h 5020326"/>
              <a:gd name="connsiteX35-6523" fmla="*/ 374326 w 3889897"/>
              <a:gd name="connsiteY35-6524" fmla="*/ 1810188 h 5020326"/>
              <a:gd name="connsiteX36-6525" fmla="*/ 343846 w 3889897"/>
              <a:gd name="connsiteY36-6526" fmla="*/ 1756848 h 5020326"/>
              <a:gd name="connsiteX37-6527" fmla="*/ 328606 w 3889897"/>
              <a:gd name="connsiteY37-6528" fmla="*/ 1680648 h 5020326"/>
              <a:gd name="connsiteX38-6529" fmla="*/ 412426 w 3889897"/>
              <a:gd name="connsiteY38-6530" fmla="*/ 1474908 h 5020326"/>
              <a:gd name="connsiteX39-6531" fmla="*/ 442906 w 3889897"/>
              <a:gd name="connsiteY39-6532" fmla="*/ 1307268 h 5020326"/>
              <a:gd name="connsiteX40-6533" fmla="*/ 465766 w 3889897"/>
              <a:gd name="connsiteY40-6534" fmla="*/ 1192968 h 5020326"/>
              <a:gd name="connsiteX41-6535" fmla="*/ 503866 w 3889897"/>
              <a:gd name="connsiteY41-6536" fmla="*/ 1055808 h 5020326"/>
              <a:gd name="connsiteX42-6537" fmla="*/ 557206 w 3889897"/>
              <a:gd name="connsiteY42-6538" fmla="*/ 888168 h 5020326"/>
              <a:gd name="connsiteX43-6539" fmla="*/ 503866 w 3889897"/>
              <a:gd name="connsiteY43-6540" fmla="*/ 888168 h 5020326"/>
              <a:gd name="connsiteX44-6541" fmla="*/ 412426 w 3889897"/>
              <a:gd name="connsiteY44-6542" fmla="*/ 834828 h 5020326"/>
              <a:gd name="connsiteX45-6543" fmla="*/ 328606 w 3889897"/>
              <a:gd name="connsiteY45-6544" fmla="*/ 789108 h 5020326"/>
              <a:gd name="connsiteX46-6545" fmla="*/ 260026 w 3889897"/>
              <a:gd name="connsiteY46-6546" fmla="*/ 773868 h 5020326"/>
              <a:gd name="connsiteX47-6547" fmla="*/ 214306 w 3889897"/>
              <a:gd name="connsiteY47-6548" fmla="*/ 751008 h 5020326"/>
              <a:gd name="connsiteX48-6549" fmla="*/ 260026 w 3889897"/>
              <a:gd name="connsiteY48-6550" fmla="*/ 674808 h 5020326"/>
              <a:gd name="connsiteX49-6551" fmla="*/ 374326 w 3889897"/>
              <a:gd name="connsiteY49-6552" fmla="*/ 606228 h 5020326"/>
              <a:gd name="connsiteX50-6553" fmla="*/ 557206 w 3889897"/>
              <a:gd name="connsiteY50-6554" fmla="*/ 507168 h 5020326"/>
              <a:gd name="connsiteX51-6555" fmla="*/ 656266 w 3889897"/>
              <a:gd name="connsiteY51-6556" fmla="*/ 423348 h 5020326"/>
              <a:gd name="connsiteX52-6557" fmla="*/ 892486 w 3889897"/>
              <a:gd name="connsiteY52-6558" fmla="*/ 232848 h 5020326"/>
              <a:gd name="connsiteX53-6559" fmla="*/ 1174426 w 3889897"/>
              <a:gd name="connsiteY53-6560" fmla="*/ 80448 h 5020326"/>
              <a:gd name="connsiteX54-6561" fmla="*/ 1593526 w 3889897"/>
              <a:gd name="connsiteY54-6562" fmla="*/ 11868 h 5020326"/>
              <a:gd name="connsiteX55-6563" fmla="*/ 1944046 w 3889897"/>
              <a:gd name="connsiteY55-6564" fmla="*/ 4248 h 5020326"/>
              <a:gd name="connsiteX56-6565" fmla="*/ 2172646 w 3889897"/>
              <a:gd name="connsiteY56-6566" fmla="*/ 4248 h 5020326"/>
              <a:gd name="connsiteX57-6567" fmla="*/ 2393626 w 3889897"/>
              <a:gd name="connsiteY57-6568" fmla="*/ 57588 h 5020326"/>
              <a:gd name="connsiteX58-6569" fmla="*/ 2667946 w 3889897"/>
              <a:gd name="connsiteY58-6570" fmla="*/ 133788 h 5020326"/>
              <a:gd name="connsiteX59-6571" fmla="*/ 2820346 w 3889897"/>
              <a:gd name="connsiteY59-6572" fmla="*/ 202368 h 5020326"/>
              <a:gd name="connsiteX60-6573" fmla="*/ 3102286 w 3889897"/>
              <a:gd name="connsiteY60-6574" fmla="*/ 400488 h 5020326"/>
              <a:gd name="connsiteX61-6575" fmla="*/ 3285166 w 3889897"/>
              <a:gd name="connsiteY61-6576" fmla="*/ 651948 h 5020326"/>
              <a:gd name="connsiteX62-6577" fmla="*/ 3407086 w 3889897"/>
              <a:gd name="connsiteY62-6578" fmla="*/ 918648 h 5020326"/>
              <a:gd name="connsiteX63-6579" fmla="*/ 3475666 w 3889897"/>
              <a:gd name="connsiteY63-6580" fmla="*/ 1238688 h 5020326"/>
              <a:gd name="connsiteX64-6581" fmla="*/ 3506146 w 3889897"/>
              <a:gd name="connsiteY64-6582" fmla="*/ 1543488 h 5020326"/>
              <a:gd name="connsiteX65-6583" fmla="*/ 3506146 w 3889897"/>
              <a:gd name="connsiteY65-6584" fmla="*/ 1962588 h 5020326"/>
              <a:gd name="connsiteX66-6585" fmla="*/ 3338506 w 3889897"/>
              <a:gd name="connsiteY66-6586" fmla="*/ 2305488 h 5020326"/>
              <a:gd name="connsiteX67-6587" fmla="*/ 3254686 w 3889897"/>
              <a:gd name="connsiteY67-6588" fmla="*/ 2473128 h 5020326"/>
              <a:gd name="connsiteX68-6589" fmla="*/ 3132766 w 3889897"/>
              <a:gd name="connsiteY68-6590" fmla="*/ 2663628 h 5020326"/>
              <a:gd name="connsiteX69-6591" fmla="*/ 3071806 w 3889897"/>
              <a:gd name="connsiteY69-6592" fmla="*/ 2838888 h 5020326"/>
              <a:gd name="connsiteX70-6593" fmla="*/ 3064186 w 3889897"/>
              <a:gd name="connsiteY70-6594" fmla="*/ 2915088 h 5020326"/>
              <a:gd name="connsiteX71-6595" fmla="*/ 3018466 w 3889897"/>
              <a:gd name="connsiteY71-6596" fmla="*/ 3014148 h 5020326"/>
              <a:gd name="connsiteX72-6597" fmla="*/ 2980366 w 3889897"/>
              <a:gd name="connsiteY72-6598" fmla="*/ 3082728 h 5020326"/>
              <a:gd name="connsiteX73-6599" fmla="*/ 2957506 w 3889897"/>
              <a:gd name="connsiteY73-6600" fmla="*/ 3120828 h 5020326"/>
              <a:gd name="connsiteX74-6601" fmla="*/ 2957506 w 3889897"/>
              <a:gd name="connsiteY74-6602" fmla="*/ 3555168 h 5020326"/>
              <a:gd name="connsiteX75-6603" fmla="*/ 3010846 w 3889897"/>
              <a:gd name="connsiteY75-6604" fmla="*/ 3539928 h 5020326"/>
              <a:gd name="connsiteX76-6605" fmla="*/ 3109906 w 3889897"/>
              <a:gd name="connsiteY76-6606" fmla="*/ 3570408 h 5020326"/>
              <a:gd name="connsiteX77-6607" fmla="*/ 3140386 w 3889897"/>
              <a:gd name="connsiteY77-6608" fmla="*/ 3631368 h 5020326"/>
              <a:gd name="connsiteX78-6609" fmla="*/ 3117526 w 3889897"/>
              <a:gd name="connsiteY78-6610" fmla="*/ 3738048 h 5020326"/>
              <a:gd name="connsiteX79-6611" fmla="*/ 3125146 w 3889897"/>
              <a:gd name="connsiteY79-6612" fmla="*/ 4103808 h 5020326"/>
              <a:gd name="connsiteX80-6613" fmla="*/ 3231826 w 3889897"/>
              <a:gd name="connsiteY80-6614" fmla="*/ 4172388 h 5020326"/>
              <a:gd name="connsiteX81-6615" fmla="*/ 3285166 w 3889897"/>
              <a:gd name="connsiteY81-6616" fmla="*/ 4294308 h 5020326"/>
              <a:gd name="connsiteX82-6617" fmla="*/ 3300406 w 3889897"/>
              <a:gd name="connsiteY82-6618" fmla="*/ 4347648 h 5020326"/>
              <a:gd name="connsiteX83-6619" fmla="*/ 3330886 w 3889897"/>
              <a:gd name="connsiteY83-6620" fmla="*/ 4408608 h 5020326"/>
              <a:gd name="connsiteX84-6621" fmla="*/ 3551866 w 3889897"/>
              <a:gd name="connsiteY84-6622" fmla="*/ 4644828 h 5020326"/>
              <a:gd name="connsiteX85-6623" fmla="*/ 3889897 w 3889897"/>
              <a:gd name="connsiteY85-6624" fmla="*/ 5020326 h 5020326"/>
              <a:gd name="connsiteX0-6625" fmla="*/ 712990 w 3889897"/>
              <a:gd name="connsiteY0-6626" fmla="*/ 5019479 h 5020326"/>
              <a:gd name="connsiteX1-6627" fmla="*/ 961066 w 3889897"/>
              <a:gd name="connsiteY1-6628" fmla="*/ 4644828 h 5020326"/>
              <a:gd name="connsiteX2-6629" fmla="*/ 1342066 w 3889897"/>
              <a:gd name="connsiteY2-6630" fmla="*/ 4172388 h 5020326"/>
              <a:gd name="connsiteX3-6631" fmla="*/ 1258246 w 3889897"/>
              <a:gd name="connsiteY3-6632" fmla="*/ 4012368 h 5020326"/>
              <a:gd name="connsiteX4-6633" fmla="*/ 1204906 w 3889897"/>
              <a:gd name="connsiteY4-6634" fmla="*/ 3928548 h 5020326"/>
              <a:gd name="connsiteX5-6635" fmla="*/ 1174426 w 3889897"/>
              <a:gd name="connsiteY5-6636" fmla="*/ 3768528 h 5020326"/>
              <a:gd name="connsiteX6-6637" fmla="*/ 1143946 w 3889897"/>
              <a:gd name="connsiteY6-6638" fmla="*/ 3669468 h 5020326"/>
              <a:gd name="connsiteX7-6639" fmla="*/ 1067746 w 3889897"/>
              <a:gd name="connsiteY7-6640" fmla="*/ 3661848 h 5020326"/>
              <a:gd name="connsiteX8-6641" fmla="*/ 938206 w 3889897"/>
              <a:gd name="connsiteY8-6642" fmla="*/ 3669468 h 5020326"/>
              <a:gd name="connsiteX9-6643" fmla="*/ 831526 w 3889897"/>
              <a:gd name="connsiteY9-6644" fmla="*/ 3692328 h 5020326"/>
              <a:gd name="connsiteX10-6645" fmla="*/ 610546 w 3889897"/>
              <a:gd name="connsiteY10-6646" fmla="*/ 3738048 h 5020326"/>
              <a:gd name="connsiteX11-6647" fmla="*/ 389566 w 3889897"/>
              <a:gd name="connsiteY11-6648" fmla="*/ 3638988 h 5020326"/>
              <a:gd name="connsiteX12-6649" fmla="*/ 381946 w 3889897"/>
              <a:gd name="connsiteY12-6650" fmla="*/ 3326568 h 5020326"/>
              <a:gd name="connsiteX13-6651" fmla="*/ 420046 w 3889897"/>
              <a:gd name="connsiteY13-6652" fmla="*/ 3227508 h 5020326"/>
              <a:gd name="connsiteX14-6653" fmla="*/ 389566 w 3889897"/>
              <a:gd name="connsiteY14-6654" fmla="*/ 3166548 h 5020326"/>
              <a:gd name="connsiteX15-6655" fmla="*/ 351466 w 3889897"/>
              <a:gd name="connsiteY15-6656" fmla="*/ 3105588 h 5020326"/>
              <a:gd name="connsiteX16-6657" fmla="*/ 397186 w 3889897"/>
              <a:gd name="connsiteY16-6658" fmla="*/ 3021768 h 5020326"/>
              <a:gd name="connsiteX17-6659" fmla="*/ 488626 w 3889897"/>
              <a:gd name="connsiteY17-6660" fmla="*/ 2998908 h 5020326"/>
              <a:gd name="connsiteX18-6661" fmla="*/ 471956 w 3889897"/>
              <a:gd name="connsiteY18-6662" fmla="*/ 2942709 h 5020326"/>
              <a:gd name="connsiteX19-6663" fmla="*/ 435286 w 3889897"/>
              <a:gd name="connsiteY19-6664" fmla="*/ 2930328 h 5020326"/>
              <a:gd name="connsiteX20-6665" fmla="*/ 389566 w 3889897"/>
              <a:gd name="connsiteY20-6666" fmla="*/ 2930328 h 5020326"/>
              <a:gd name="connsiteX21-6667" fmla="*/ 314000 w 3889897"/>
              <a:gd name="connsiteY21-6668" fmla="*/ 2893495 h 5020326"/>
              <a:gd name="connsiteX22-6669" fmla="*/ 320986 w 3889897"/>
              <a:gd name="connsiteY22-6670" fmla="*/ 2846508 h 5020326"/>
              <a:gd name="connsiteX23-6671" fmla="*/ 328606 w 3889897"/>
              <a:gd name="connsiteY23-6672" fmla="*/ 2793168 h 5020326"/>
              <a:gd name="connsiteX24-6673" fmla="*/ 313366 w 3889897"/>
              <a:gd name="connsiteY24-6674" fmla="*/ 2732208 h 5020326"/>
              <a:gd name="connsiteX25-6675" fmla="*/ 267646 w 3889897"/>
              <a:gd name="connsiteY25-6676" fmla="*/ 2671248 h 5020326"/>
              <a:gd name="connsiteX26-6677" fmla="*/ 176206 w 3889897"/>
              <a:gd name="connsiteY26-6678" fmla="*/ 2656008 h 5020326"/>
              <a:gd name="connsiteX27-6679" fmla="*/ 54286 w 3889897"/>
              <a:gd name="connsiteY27-6680" fmla="*/ 2610288 h 5020326"/>
              <a:gd name="connsiteX28-6681" fmla="*/ 7931 w 3889897"/>
              <a:gd name="connsiteY28-6682" fmla="*/ 2563298 h 5020326"/>
              <a:gd name="connsiteX29-6683" fmla="*/ 8566 w 3889897"/>
              <a:gd name="connsiteY29-6684" fmla="*/ 2488368 h 5020326"/>
              <a:gd name="connsiteX30-6685" fmla="*/ 92386 w 3889897"/>
              <a:gd name="connsiteY30-6686" fmla="*/ 2335968 h 5020326"/>
              <a:gd name="connsiteX31-6687" fmla="*/ 221926 w 3889897"/>
              <a:gd name="connsiteY31-6688" fmla="*/ 2175948 h 5020326"/>
              <a:gd name="connsiteX32-6689" fmla="*/ 282886 w 3889897"/>
              <a:gd name="connsiteY32-6690" fmla="*/ 2084508 h 5020326"/>
              <a:gd name="connsiteX33-6691" fmla="*/ 328606 w 3889897"/>
              <a:gd name="connsiteY33-6692" fmla="*/ 1977828 h 5020326"/>
              <a:gd name="connsiteX34-6693" fmla="*/ 359086 w 3889897"/>
              <a:gd name="connsiteY34-6694" fmla="*/ 1871148 h 5020326"/>
              <a:gd name="connsiteX35-6695" fmla="*/ 374326 w 3889897"/>
              <a:gd name="connsiteY35-6696" fmla="*/ 1810188 h 5020326"/>
              <a:gd name="connsiteX36-6697" fmla="*/ 343846 w 3889897"/>
              <a:gd name="connsiteY36-6698" fmla="*/ 1756848 h 5020326"/>
              <a:gd name="connsiteX37-6699" fmla="*/ 328606 w 3889897"/>
              <a:gd name="connsiteY37-6700" fmla="*/ 1680648 h 5020326"/>
              <a:gd name="connsiteX38-6701" fmla="*/ 412426 w 3889897"/>
              <a:gd name="connsiteY38-6702" fmla="*/ 1474908 h 5020326"/>
              <a:gd name="connsiteX39-6703" fmla="*/ 442906 w 3889897"/>
              <a:gd name="connsiteY39-6704" fmla="*/ 1307268 h 5020326"/>
              <a:gd name="connsiteX40-6705" fmla="*/ 465766 w 3889897"/>
              <a:gd name="connsiteY40-6706" fmla="*/ 1192968 h 5020326"/>
              <a:gd name="connsiteX41-6707" fmla="*/ 503866 w 3889897"/>
              <a:gd name="connsiteY41-6708" fmla="*/ 1055808 h 5020326"/>
              <a:gd name="connsiteX42-6709" fmla="*/ 557206 w 3889897"/>
              <a:gd name="connsiteY42-6710" fmla="*/ 888168 h 5020326"/>
              <a:gd name="connsiteX43-6711" fmla="*/ 503866 w 3889897"/>
              <a:gd name="connsiteY43-6712" fmla="*/ 888168 h 5020326"/>
              <a:gd name="connsiteX44-6713" fmla="*/ 412426 w 3889897"/>
              <a:gd name="connsiteY44-6714" fmla="*/ 834828 h 5020326"/>
              <a:gd name="connsiteX45-6715" fmla="*/ 328606 w 3889897"/>
              <a:gd name="connsiteY45-6716" fmla="*/ 789108 h 5020326"/>
              <a:gd name="connsiteX46-6717" fmla="*/ 260026 w 3889897"/>
              <a:gd name="connsiteY46-6718" fmla="*/ 773868 h 5020326"/>
              <a:gd name="connsiteX47-6719" fmla="*/ 214306 w 3889897"/>
              <a:gd name="connsiteY47-6720" fmla="*/ 751008 h 5020326"/>
              <a:gd name="connsiteX48-6721" fmla="*/ 260026 w 3889897"/>
              <a:gd name="connsiteY48-6722" fmla="*/ 674808 h 5020326"/>
              <a:gd name="connsiteX49-6723" fmla="*/ 374326 w 3889897"/>
              <a:gd name="connsiteY49-6724" fmla="*/ 606228 h 5020326"/>
              <a:gd name="connsiteX50-6725" fmla="*/ 557206 w 3889897"/>
              <a:gd name="connsiteY50-6726" fmla="*/ 507168 h 5020326"/>
              <a:gd name="connsiteX51-6727" fmla="*/ 656266 w 3889897"/>
              <a:gd name="connsiteY51-6728" fmla="*/ 423348 h 5020326"/>
              <a:gd name="connsiteX52-6729" fmla="*/ 892486 w 3889897"/>
              <a:gd name="connsiteY52-6730" fmla="*/ 232848 h 5020326"/>
              <a:gd name="connsiteX53-6731" fmla="*/ 1174426 w 3889897"/>
              <a:gd name="connsiteY53-6732" fmla="*/ 80448 h 5020326"/>
              <a:gd name="connsiteX54-6733" fmla="*/ 1593526 w 3889897"/>
              <a:gd name="connsiteY54-6734" fmla="*/ 11868 h 5020326"/>
              <a:gd name="connsiteX55-6735" fmla="*/ 1944046 w 3889897"/>
              <a:gd name="connsiteY55-6736" fmla="*/ 4248 h 5020326"/>
              <a:gd name="connsiteX56-6737" fmla="*/ 2172646 w 3889897"/>
              <a:gd name="connsiteY56-6738" fmla="*/ 4248 h 5020326"/>
              <a:gd name="connsiteX57-6739" fmla="*/ 2393626 w 3889897"/>
              <a:gd name="connsiteY57-6740" fmla="*/ 57588 h 5020326"/>
              <a:gd name="connsiteX58-6741" fmla="*/ 2667946 w 3889897"/>
              <a:gd name="connsiteY58-6742" fmla="*/ 133788 h 5020326"/>
              <a:gd name="connsiteX59-6743" fmla="*/ 2820346 w 3889897"/>
              <a:gd name="connsiteY59-6744" fmla="*/ 202368 h 5020326"/>
              <a:gd name="connsiteX60-6745" fmla="*/ 3102286 w 3889897"/>
              <a:gd name="connsiteY60-6746" fmla="*/ 400488 h 5020326"/>
              <a:gd name="connsiteX61-6747" fmla="*/ 3285166 w 3889897"/>
              <a:gd name="connsiteY61-6748" fmla="*/ 651948 h 5020326"/>
              <a:gd name="connsiteX62-6749" fmla="*/ 3407086 w 3889897"/>
              <a:gd name="connsiteY62-6750" fmla="*/ 918648 h 5020326"/>
              <a:gd name="connsiteX63-6751" fmla="*/ 3475666 w 3889897"/>
              <a:gd name="connsiteY63-6752" fmla="*/ 1238688 h 5020326"/>
              <a:gd name="connsiteX64-6753" fmla="*/ 3506146 w 3889897"/>
              <a:gd name="connsiteY64-6754" fmla="*/ 1543488 h 5020326"/>
              <a:gd name="connsiteX65-6755" fmla="*/ 3506146 w 3889897"/>
              <a:gd name="connsiteY65-6756" fmla="*/ 1962588 h 5020326"/>
              <a:gd name="connsiteX66-6757" fmla="*/ 3338506 w 3889897"/>
              <a:gd name="connsiteY66-6758" fmla="*/ 2305488 h 5020326"/>
              <a:gd name="connsiteX67-6759" fmla="*/ 3254686 w 3889897"/>
              <a:gd name="connsiteY67-6760" fmla="*/ 2473128 h 5020326"/>
              <a:gd name="connsiteX68-6761" fmla="*/ 3132766 w 3889897"/>
              <a:gd name="connsiteY68-6762" fmla="*/ 2663628 h 5020326"/>
              <a:gd name="connsiteX69-6763" fmla="*/ 3071806 w 3889897"/>
              <a:gd name="connsiteY69-6764" fmla="*/ 2838888 h 5020326"/>
              <a:gd name="connsiteX70-6765" fmla="*/ 3064186 w 3889897"/>
              <a:gd name="connsiteY70-6766" fmla="*/ 2915088 h 5020326"/>
              <a:gd name="connsiteX71-6767" fmla="*/ 3018466 w 3889897"/>
              <a:gd name="connsiteY71-6768" fmla="*/ 3014148 h 5020326"/>
              <a:gd name="connsiteX72-6769" fmla="*/ 2980366 w 3889897"/>
              <a:gd name="connsiteY72-6770" fmla="*/ 3082728 h 5020326"/>
              <a:gd name="connsiteX73-6771" fmla="*/ 2957506 w 3889897"/>
              <a:gd name="connsiteY73-6772" fmla="*/ 3120828 h 5020326"/>
              <a:gd name="connsiteX74-6773" fmla="*/ 2957506 w 3889897"/>
              <a:gd name="connsiteY74-6774" fmla="*/ 3555168 h 5020326"/>
              <a:gd name="connsiteX75-6775" fmla="*/ 3010846 w 3889897"/>
              <a:gd name="connsiteY75-6776" fmla="*/ 3539928 h 5020326"/>
              <a:gd name="connsiteX76-6777" fmla="*/ 3109906 w 3889897"/>
              <a:gd name="connsiteY76-6778" fmla="*/ 3570408 h 5020326"/>
              <a:gd name="connsiteX77-6779" fmla="*/ 3140386 w 3889897"/>
              <a:gd name="connsiteY77-6780" fmla="*/ 3631368 h 5020326"/>
              <a:gd name="connsiteX78-6781" fmla="*/ 3117526 w 3889897"/>
              <a:gd name="connsiteY78-6782" fmla="*/ 3738048 h 5020326"/>
              <a:gd name="connsiteX79-6783" fmla="*/ 3125146 w 3889897"/>
              <a:gd name="connsiteY79-6784" fmla="*/ 4103808 h 5020326"/>
              <a:gd name="connsiteX80-6785" fmla="*/ 3231826 w 3889897"/>
              <a:gd name="connsiteY80-6786" fmla="*/ 4172388 h 5020326"/>
              <a:gd name="connsiteX81-6787" fmla="*/ 3285166 w 3889897"/>
              <a:gd name="connsiteY81-6788" fmla="*/ 4294308 h 5020326"/>
              <a:gd name="connsiteX82-6789" fmla="*/ 3330886 w 3889897"/>
              <a:gd name="connsiteY82-6790" fmla="*/ 4408608 h 5020326"/>
              <a:gd name="connsiteX83-6791" fmla="*/ 3551866 w 3889897"/>
              <a:gd name="connsiteY83-6792" fmla="*/ 4644828 h 5020326"/>
              <a:gd name="connsiteX84-6793" fmla="*/ 3889897 w 3889897"/>
              <a:gd name="connsiteY84-6794" fmla="*/ 5020326 h 5020326"/>
            </a:gdLst>
            <a:ahLst/>
            <a:cxnLst>
              <a:cxn ang="0">
                <a:pos x="connsiteX0-6625" y="connsiteY0-6626"/>
              </a:cxn>
              <a:cxn ang="0">
                <a:pos x="connsiteX1-6627" y="connsiteY1-6628"/>
              </a:cxn>
              <a:cxn ang="0">
                <a:pos x="connsiteX2-6629" y="connsiteY2-6630"/>
              </a:cxn>
              <a:cxn ang="0">
                <a:pos x="connsiteX3-6631" y="connsiteY3-6632"/>
              </a:cxn>
              <a:cxn ang="0">
                <a:pos x="connsiteX4-6633" y="connsiteY4-6634"/>
              </a:cxn>
              <a:cxn ang="0">
                <a:pos x="connsiteX5-6635" y="connsiteY5-6636"/>
              </a:cxn>
              <a:cxn ang="0">
                <a:pos x="connsiteX6-6637" y="connsiteY6-6638"/>
              </a:cxn>
              <a:cxn ang="0">
                <a:pos x="connsiteX7-6639" y="connsiteY7-6640"/>
              </a:cxn>
              <a:cxn ang="0">
                <a:pos x="connsiteX8-6641" y="connsiteY8-6642"/>
              </a:cxn>
              <a:cxn ang="0">
                <a:pos x="connsiteX9-6643" y="connsiteY9-6644"/>
              </a:cxn>
              <a:cxn ang="0">
                <a:pos x="connsiteX10-6645" y="connsiteY10-6646"/>
              </a:cxn>
              <a:cxn ang="0">
                <a:pos x="connsiteX11-6647" y="connsiteY11-6648"/>
              </a:cxn>
              <a:cxn ang="0">
                <a:pos x="connsiteX12-6649" y="connsiteY12-6650"/>
              </a:cxn>
              <a:cxn ang="0">
                <a:pos x="connsiteX13-6651" y="connsiteY13-6652"/>
              </a:cxn>
              <a:cxn ang="0">
                <a:pos x="connsiteX14-6653" y="connsiteY14-6654"/>
              </a:cxn>
              <a:cxn ang="0">
                <a:pos x="connsiteX15-6655" y="connsiteY15-6656"/>
              </a:cxn>
              <a:cxn ang="0">
                <a:pos x="connsiteX16-6657" y="connsiteY16-6658"/>
              </a:cxn>
              <a:cxn ang="0">
                <a:pos x="connsiteX17-6659" y="connsiteY17-6660"/>
              </a:cxn>
              <a:cxn ang="0">
                <a:pos x="connsiteX18-6661" y="connsiteY18-6662"/>
              </a:cxn>
              <a:cxn ang="0">
                <a:pos x="connsiteX19-6663" y="connsiteY19-6664"/>
              </a:cxn>
              <a:cxn ang="0">
                <a:pos x="connsiteX20-6665" y="connsiteY20-6666"/>
              </a:cxn>
              <a:cxn ang="0">
                <a:pos x="connsiteX21-6667" y="connsiteY21-6668"/>
              </a:cxn>
              <a:cxn ang="0">
                <a:pos x="connsiteX22-6669" y="connsiteY22-6670"/>
              </a:cxn>
              <a:cxn ang="0">
                <a:pos x="connsiteX23-6671" y="connsiteY23-6672"/>
              </a:cxn>
              <a:cxn ang="0">
                <a:pos x="connsiteX24-6673" y="connsiteY24-6674"/>
              </a:cxn>
              <a:cxn ang="0">
                <a:pos x="connsiteX25-6675" y="connsiteY25-6676"/>
              </a:cxn>
              <a:cxn ang="0">
                <a:pos x="connsiteX26-6677" y="connsiteY26-6678"/>
              </a:cxn>
              <a:cxn ang="0">
                <a:pos x="connsiteX27-6679" y="connsiteY27-6680"/>
              </a:cxn>
              <a:cxn ang="0">
                <a:pos x="connsiteX28-6681" y="connsiteY28-6682"/>
              </a:cxn>
              <a:cxn ang="0">
                <a:pos x="connsiteX29-6683" y="connsiteY29-6684"/>
              </a:cxn>
              <a:cxn ang="0">
                <a:pos x="connsiteX30-6685" y="connsiteY30-6686"/>
              </a:cxn>
              <a:cxn ang="0">
                <a:pos x="connsiteX31-6687" y="connsiteY31-6688"/>
              </a:cxn>
              <a:cxn ang="0">
                <a:pos x="connsiteX32-6689" y="connsiteY32-6690"/>
              </a:cxn>
              <a:cxn ang="0">
                <a:pos x="connsiteX33-6691" y="connsiteY33-6692"/>
              </a:cxn>
              <a:cxn ang="0">
                <a:pos x="connsiteX34-6693" y="connsiteY34-6694"/>
              </a:cxn>
              <a:cxn ang="0">
                <a:pos x="connsiteX35-6695" y="connsiteY35-6696"/>
              </a:cxn>
              <a:cxn ang="0">
                <a:pos x="connsiteX36-6697" y="connsiteY36-6698"/>
              </a:cxn>
              <a:cxn ang="0">
                <a:pos x="connsiteX37-6699" y="connsiteY37-6700"/>
              </a:cxn>
              <a:cxn ang="0">
                <a:pos x="connsiteX38-6701" y="connsiteY38-6702"/>
              </a:cxn>
              <a:cxn ang="0">
                <a:pos x="connsiteX39-6703" y="connsiteY39-6704"/>
              </a:cxn>
              <a:cxn ang="0">
                <a:pos x="connsiteX40-6705" y="connsiteY40-6706"/>
              </a:cxn>
              <a:cxn ang="0">
                <a:pos x="connsiteX41-6707" y="connsiteY41-6708"/>
              </a:cxn>
              <a:cxn ang="0">
                <a:pos x="connsiteX42-6709" y="connsiteY42-6710"/>
              </a:cxn>
              <a:cxn ang="0">
                <a:pos x="connsiteX43-6711" y="connsiteY43-6712"/>
              </a:cxn>
              <a:cxn ang="0">
                <a:pos x="connsiteX44-6713" y="connsiteY44-6714"/>
              </a:cxn>
              <a:cxn ang="0">
                <a:pos x="connsiteX45-6715" y="connsiteY45-6716"/>
              </a:cxn>
              <a:cxn ang="0">
                <a:pos x="connsiteX46-6717" y="connsiteY46-6718"/>
              </a:cxn>
              <a:cxn ang="0">
                <a:pos x="connsiteX47-6719" y="connsiteY47-6720"/>
              </a:cxn>
              <a:cxn ang="0">
                <a:pos x="connsiteX48-6721" y="connsiteY48-6722"/>
              </a:cxn>
              <a:cxn ang="0">
                <a:pos x="connsiteX49-6723" y="connsiteY49-6724"/>
              </a:cxn>
              <a:cxn ang="0">
                <a:pos x="connsiteX50-6725" y="connsiteY50-6726"/>
              </a:cxn>
              <a:cxn ang="0">
                <a:pos x="connsiteX51-6727" y="connsiteY51-6728"/>
              </a:cxn>
              <a:cxn ang="0">
                <a:pos x="connsiteX52-6729" y="connsiteY52-6730"/>
              </a:cxn>
              <a:cxn ang="0">
                <a:pos x="connsiteX53-6731" y="connsiteY53-6732"/>
              </a:cxn>
              <a:cxn ang="0">
                <a:pos x="connsiteX54-6733" y="connsiteY54-6734"/>
              </a:cxn>
              <a:cxn ang="0">
                <a:pos x="connsiteX55-6735" y="connsiteY55-6736"/>
              </a:cxn>
              <a:cxn ang="0">
                <a:pos x="connsiteX56-6737" y="connsiteY56-6738"/>
              </a:cxn>
              <a:cxn ang="0">
                <a:pos x="connsiteX57-6739" y="connsiteY57-6740"/>
              </a:cxn>
              <a:cxn ang="0">
                <a:pos x="connsiteX58-6741" y="connsiteY58-6742"/>
              </a:cxn>
              <a:cxn ang="0">
                <a:pos x="connsiteX59-6743" y="connsiteY59-6744"/>
              </a:cxn>
              <a:cxn ang="0">
                <a:pos x="connsiteX60-6745" y="connsiteY60-6746"/>
              </a:cxn>
              <a:cxn ang="0">
                <a:pos x="connsiteX61-6747" y="connsiteY61-6748"/>
              </a:cxn>
              <a:cxn ang="0">
                <a:pos x="connsiteX62-6749" y="connsiteY62-6750"/>
              </a:cxn>
              <a:cxn ang="0">
                <a:pos x="connsiteX63-6751" y="connsiteY63-6752"/>
              </a:cxn>
              <a:cxn ang="0">
                <a:pos x="connsiteX64-6753" y="connsiteY64-6754"/>
              </a:cxn>
              <a:cxn ang="0">
                <a:pos x="connsiteX65-6755" y="connsiteY65-6756"/>
              </a:cxn>
              <a:cxn ang="0">
                <a:pos x="connsiteX66-6757" y="connsiteY66-6758"/>
              </a:cxn>
              <a:cxn ang="0">
                <a:pos x="connsiteX67-6759" y="connsiteY67-6760"/>
              </a:cxn>
              <a:cxn ang="0">
                <a:pos x="connsiteX68-6761" y="connsiteY68-6762"/>
              </a:cxn>
              <a:cxn ang="0">
                <a:pos x="connsiteX69-6763" y="connsiteY69-6764"/>
              </a:cxn>
              <a:cxn ang="0">
                <a:pos x="connsiteX70-6765" y="connsiteY70-6766"/>
              </a:cxn>
              <a:cxn ang="0">
                <a:pos x="connsiteX71-6767" y="connsiteY71-6768"/>
              </a:cxn>
              <a:cxn ang="0">
                <a:pos x="connsiteX72-6769" y="connsiteY72-6770"/>
              </a:cxn>
              <a:cxn ang="0">
                <a:pos x="connsiteX73-6771" y="connsiteY73-6772"/>
              </a:cxn>
              <a:cxn ang="0">
                <a:pos x="connsiteX74-6773" y="connsiteY74-6774"/>
              </a:cxn>
              <a:cxn ang="0">
                <a:pos x="connsiteX75-6775" y="connsiteY75-6776"/>
              </a:cxn>
              <a:cxn ang="0">
                <a:pos x="connsiteX76-6777" y="connsiteY76-6778"/>
              </a:cxn>
              <a:cxn ang="0">
                <a:pos x="connsiteX77-6779" y="connsiteY77-6780"/>
              </a:cxn>
              <a:cxn ang="0">
                <a:pos x="connsiteX78-6781" y="connsiteY78-6782"/>
              </a:cxn>
              <a:cxn ang="0">
                <a:pos x="connsiteX79-6783" y="connsiteY79-6784"/>
              </a:cxn>
              <a:cxn ang="0">
                <a:pos x="connsiteX80-6785" y="connsiteY80-6786"/>
              </a:cxn>
              <a:cxn ang="0">
                <a:pos x="connsiteX81-6787" y="connsiteY81-6788"/>
              </a:cxn>
              <a:cxn ang="0">
                <a:pos x="connsiteX82-6789" y="connsiteY82-6790"/>
              </a:cxn>
              <a:cxn ang="0">
                <a:pos x="connsiteX83-6791" y="connsiteY83-6792"/>
              </a:cxn>
              <a:cxn ang="0">
                <a:pos x="connsiteX84-6793" y="connsiteY84-6794"/>
              </a:cxn>
            </a:cxnLst>
            <a:rect l="l" t="t" r="r" b="b"/>
            <a:pathLst>
              <a:path w="3889897" h="5020326">
                <a:moveTo>
                  <a:pt x="712990" y="5019479"/>
                </a:moveTo>
                <a:cubicBezTo>
                  <a:pt x="766965" y="4944867"/>
                  <a:pt x="856220" y="4786010"/>
                  <a:pt x="961066" y="4644828"/>
                </a:cubicBezTo>
                <a:cubicBezTo>
                  <a:pt x="1065912" y="4503646"/>
                  <a:pt x="1292536" y="4277798"/>
                  <a:pt x="1342066" y="4172388"/>
                </a:cubicBezTo>
                <a:cubicBezTo>
                  <a:pt x="1391596" y="4066978"/>
                  <a:pt x="1281106" y="4053008"/>
                  <a:pt x="1258246" y="4012368"/>
                </a:cubicBezTo>
                <a:cubicBezTo>
                  <a:pt x="1235386" y="3971728"/>
                  <a:pt x="1218876" y="3969188"/>
                  <a:pt x="1204906" y="3928548"/>
                </a:cubicBezTo>
                <a:cubicBezTo>
                  <a:pt x="1190936" y="3887908"/>
                  <a:pt x="1184586" y="3811708"/>
                  <a:pt x="1174426" y="3768528"/>
                </a:cubicBezTo>
                <a:cubicBezTo>
                  <a:pt x="1164266" y="3725348"/>
                  <a:pt x="1161726" y="3687248"/>
                  <a:pt x="1143946" y="3669468"/>
                </a:cubicBezTo>
                <a:cubicBezTo>
                  <a:pt x="1126166" y="3651688"/>
                  <a:pt x="1102036" y="3661848"/>
                  <a:pt x="1067746" y="3661848"/>
                </a:cubicBezTo>
                <a:cubicBezTo>
                  <a:pt x="1033456" y="3661848"/>
                  <a:pt x="977576" y="3664388"/>
                  <a:pt x="938206" y="3669468"/>
                </a:cubicBezTo>
                <a:cubicBezTo>
                  <a:pt x="898836" y="3674548"/>
                  <a:pt x="831526" y="3692328"/>
                  <a:pt x="831526" y="3692328"/>
                </a:cubicBezTo>
                <a:cubicBezTo>
                  <a:pt x="776916" y="3703758"/>
                  <a:pt x="684206" y="3746938"/>
                  <a:pt x="610546" y="3738048"/>
                </a:cubicBezTo>
                <a:cubicBezTo>
                  <a:pt x="536886" y="3729158"/>
                  <a:pt x="427666" y="3707568"/>
                  <a:pt x="389566" y="3638988"/>
                </a:cubicBezTo>
                <a:cubicBezTo>
                  <a:pt x="351466" y="3570408"/>
                  <a:pt x="376866" y="3395148"/>
                  <a:pt x="381946" y="3326568"/>
                </a:cubicBezTo>
                <a:cubicBezTo>
                  <a:pt x="387026" y="3257988"/>
                  <a:pt x="418776" y="3254178"/>
                  <a:pt x="420046" y="3227508"/>
                </a:cubicBezTo>
                <a:cubicBezTo>
                  <a:pt x="421316" y="3200838"/>
                  <a:pt x="400996" y="3186868"/>
                  <a:pt x="389566" y="3166548"/>
                </a:cubicBezTo>
                <a:cubicBezTo>
                  <a:pt x="378136" y="3146228"/>
                  <a:pt x="350196" y="3129718"/>
                  <a:pt x="351466" y="3105588"/>
                </a:cubicBezTo>
                <a:cubicBezTo>
                  <a:pt x="352736" y="3081458"/>
                  <a:pt x="374326" y="3039548"/>
                  <a:pt x="397186" y="3021768"/>
                </a:cubicBezTo>
                <a:cubicBezTo>
                  <a:pt x="420046" y="3003988"/>
                  <a:pt x="476164" y="3012084"/>
                  <a:pt x="488626" y="2998908"/>
                </a:cubicBezTo>
                <a:cubicBezTo>
                  <a:pt x="501088" y="2985732"/>
                  <a:pt x="480846" y="2954139"/>
                  <a:pt x="471956" y="2942709"/>
                </a:cubicBezTo>
                <a:cubicBezTo>
                  <a:pt x="463066" y="2931279"/>
                  <a:pt x="449018" y="2932392"/>
                  <a:pt x="435286" y="2930328"/>
                </a:cubicBezTo>
                <a:cubicBezTo>
                  <a:pt x="421554" y="2928265"/>
                  <a:pt x="409780" y="2936467"/>
                  <a:pt x="389566" y="2930328"/>
                </a:cubicBezTo>
                <a:cubicBezTo>
                  <a:pt x="369352" y="2924189"/>
                  <a:pt x="325430" y="2907465"/>
                  <a:pt x="314000" y="2893495"/>
                </a:cubicBezTo>
                <a:cubicBezTo>
                  <a:pt x="302570" y="2879525"/>
                  <a:pt x="318552" y="2863229"/>
                  <a:pt x="320986" y="2846508"/>
                </a:cubicBezTo>
                <a:cubicBezTo>
                  <a:pt x="323420" y="2829787"/>
                  <a:pt x="329876" y="2812218"/>
                  <a:pt x="328606" y="2793168"/>
                </a:cubicBezTo>
                <a:cubicBezTo>
                  <a:pt x="327336" y="2774118"/>
                  <a:pt x="323526" y="2752528"/>
                  <a:pt x="313366" y="2732208"/>
                </a:cubicBezTo>
                <a:cubicBezTo>
                  <a:pt x="303206" y="2711888"/>
                  <a:pt x="290506" y="2683948"/>
                  <a:pt x="267646" y="2671248"/>
                </a:cubicBezTo>
                <a:cubicBezTo>
                  <a:pt x="244786" y="2658548"/>
                  <a:pt x="211766" y="2666168"/>
                  <a:pt x="176206" y="2656008"/>
                </a:cubicBezTo>
                <a:cubicBezTo>
                  <a:pt x="140646" y="2645848"/>
                  <a:pt x="82332" y="2625740"/>
                  <a:pt x="54286" y="2610288"/>
                </a:cubicBezTo>
                <a:cubicBezTo>
                  <a:pt x="26240" y="2594836"/>
                  <a:pt x="15551" y="2583618"/>
                  <a:pt x="7931" y="2563298"/>
                </a:cubicBezTo>
                <a:cubicBezTo>
                  <a:pt x="311" y="2542978"/>
                  <a:pt x="-5510" y="2526256"/>
                  <a:pt x="8566" y="2488368"/>
                </a:cubicBezTo>
                <a:cubicBezTo>
                  <a:pt x="22642" y="2450480"/>
                  <a:pt x="56826" y="2388038"/>
                  <a:pt x="92386" y="2335968"/>
                </a:cubicBezTo>
                <a:cubicBezTo>
                  <a:pt x="127946" y="2283898"/>
                  <a:pt x="190176" y="2217858"/>
                  <a:pt x="221926" y="2175948"/>
                </a:cubicBezTo>
                <a:cubicBezTo>
                  <a:pt x="253676" y="2134038"/>
                  <a:pt x="265106" y="2117528"/>
                  <a:pt x="282886" y="2084508"/>
                </a:cubicBezTo>
                <a:cubicBezTo>
                  <a:pt x="300666" y="2051488"/>
                  <a:pt x="315906" y="2013388"/>
                  <a:pt x="328606" y="1977828"/>
                </a:cubicBezTo>
                <a:cubicBezTo>
                  <a:pt x="341306" y="1942268"/>
                  <a:pt x="351466" y="1899088"/>
                  <a:pt x="359086" y="1871148"/>
                </a:cubicBezTo>
                <a:cubicBezTo>
                  <a:pt x="366706" y="1843208"/>
                  <a:pt x="376866" y="1829238"/>
                  <a:pt x="374326" y="1810188"/>
                </a:cubicBezTo>
                <a:cubicBezTo>
                  <a:pt x="371786" y="1791138"/>
                  <a:pt x="351466" y="1778438"/>
                  <a:pt x="343846" y="1756848"/>
                </a:cubicBezTo>
                <a:cubicBezTo>
                  <a:pt x="336226" y="1735258"/>
                  <a:pt x="317176" y="1727638"/>
                  <a:pt x="328606" y="1680648"/>
                </a:cubicBezTo>
                <a:cubicBezTo>
                  <a:pt x="340036" y="1633658"/>
                  <a:pt x="393376" y="1537138"/>
                  <a:pt x="412426" y="1474908"/>
                </a:cubicBezTo>
                <a:cubicBezTo>
                  <a:pt x="431476" y="1412678"/>
                  <a:pt x="434016" y="1354258"/>
                  <a:pt x="442906" y="1307268"/>
                </a:cubicBezTo>
                <a:cubicBezTo>
                  <a:pt x="451796" y="1260278"/>
                  <a:pt x="455606" y="1234878"/>
                  <a:pt x="465766" y="1192968"/>
                </a:cubicBezTo>
                <a:cubicBezTo>
                  <a:pt x="475926" y="1151058"/>
                  <a:pt x="488626" y="1106608"/>
                  <a:pt x="503866" y="1055808"/>
                </a:cubicBezTo>
                <a:cubicBezTo>
                  <a:pt x="519106" y="1005008"/>
                  <a:pt x="557206" y="916108"/>
                  <a:pt x="557206" y="888168"/>
                </a:cubicBezTo>
                <a:cubicBezTo>
                  <a:pt x="557206" y="860228"/>
                  <a:pt x="527996" y="897058"/>
                  <a:pt x="503866" y="888168"/>
                </a:cubicBezTo>
                <a:cubicBezTo>
                  <a:pt x="479736" y="879278"/>
                  <a:pt x="441636" y="851338"/>
                  <a:pt x="412426" y="834828"/>
                </a:cubicBezTo>
                <a:cubicBezTo>
                  <a:pt x="383216" y="818318"/>
                  <a:pt x="354006" y="799268"/>
                  <a:pt x="328606" y="789108"/>
                </a:cubicBezTo>
                <a:cubicBezTo>
                  <a:pt x="303206" y="778948"/>
                  <a:pt x="279076" y="780218"/>
                  <a:pt x="260026" y="773868"/>
                </a:cubicBezTo>
                <a:cubicBezTo>
                  <a:pt x="240976" y="767518"/>
                  <a:pt x="214306" y="767518"/>
                  <a:pt x="214306" y="751008"/>
                </a:cubicBezTo>
                <a:cubicBezTo>
                  <a:pt x="214306" y="734498"/>
                  <a:pt x="233356" y="698938"/>
                  <a:pt x="260026" y="674808"/>
                </a:cubicBezTo>
                <a:cubicBezTo>
                  <a:pt x="286696" y="650678"/>
                  <a:pt x="324796" y="634168"/>
                  <a:pt x="374326" y="606228"/>
                </a:cubicBezTo>
                <a:cubicBezTo>
                  <a:pt x="423856" y="578288"/>
                  <a:pt x="510216" y="537648"/>
                  <a:pt x="557206" y="507168"/>
                </a:cubicBezTo>
                <a:cubicBezTo>
                  <a:pt x="604196" y="476688"/>
                  <a:pt x="600386" y="469068"/>
                  <a:pt x="656266" y="423348"/>
                </a:cubicBezTo>
                <a:cubicBezTo>
                  <a:pt x="712146" y="377628"/>
                  <a:pt x="806126" y="289998"/>
                  <a:pt x="892486" y="232848"/>
                </a:cubicBezTo>
                <a:cubicBezTo>
                  <a:pt x="978846" y="175698"/>
                  <a:pt x="1057586" y="117278"/>
                  <a:pt x="1174426" y="80448"/>
                </a:cubicBezTo>
                <a:cubicBezTo>
                  <a:pt x="1291266" y="43618"/>
                  <a:pt x="1465256" y="24568"/>
                  <a:pt x="1593526" y="11868"/>
                </a:cubicBezTo>
                <a:cubicBezTo>
                  <a:pt x="1721796" y="-832"/>
                  <a:pt x="1847526" y="5518"/>
                  <a:pt x="1944046" y="4248"/>
                </a:cubicBezTo>
                <a:cubicBezTo>
                  <a:pt x="2040566" y="2978"/>
                  <a:pt x="2097716" y="-4642"/>
                  <a:pt x="2172646" y="4248"/>
                </a:cubicBezTo>
                <a:cubicBezTo>
                  <a:pt x="2247576" y="13138"/>
                  <a:pt x="2311076" y="35998"/>
                  <a:pt x="2393626" y="57588"/>
                </a:cubicBezTo>
                <a:cubicBezTo>
                  <a:pt x="2476176" y="79178"/>
                  <a:pt x="2596826" y="109658"/>
                  <a:pt x="2667946" y="133788"/>
                </a:cubicBezTo>
                <a:cubicBezTo>
                  <a:pt x="2739066" y="157918"/>
                  <a:pt x="2747956" y="157918"/>
                  <a:pt x="2820346" y="202368"/>
                </a:cubicBezTo>
                <a:cubicBezTo>
                  <a:pt x="2892736" y="246818"/>
                  <a:pt x="3024816" y="325558"/>
                  <a:pt x="3102286" y="400488"/>
                </a:cubicBezTo>
                <a:cubicBezTo>
                  <a:pt x="3179756" y="475418"/>
                  <a:pt x="3234366" y="565588"/>
                  <a:pt x="3285166" y="651948"/>
                </a:cubicBezTo>
                <a:cubicBezTo>
                  <a:pt x="3335966" y="738308"/>
                  <a:pt x="3375336" y="820858"/>
                  <a:pt x="3407086" y="918648"/>
                </a:cubicBezTo>
                <a:cubicBezTo>
                  <a:pt x="3438836" y="1016438"/>
                  <a:pt x="3459156" y="1134548"/>
                  <a:pt x="3475666" y="1238688"/>
                </a:cubicBezTo>
                <a:cubicBezTo>
                  <a:pt x="3492176" y="1342828"/>
                  <a:pt x="3501066" y="1422838"/>
                  <a:pt x="3506146" y="1543488"/>
                </a:cubicBezTo>
                <a:cubicBezTo>
                  <a:pt x="3511226" y="1664138"/>
                  <a:pt x="3534086" y="1835588"/>
                  <a:pt x="3506146" y="1962588"/>
                </a:cubicBezTo>
                <a:cubicBezTo>
                  <a:pt x="3478206" y="2089588"/>
                  <a:pt x="3380416" y="2220398"/>
                  <a:pt x="3338506" y="2305488"/>
                </a:cubicBezTo>
                <a:cubicBezTo>
                  <a:pt x="3296596" y="2390578"/>
                  <a:pt x="3288976" y="2413438"/>
                  <a:pt x="3254686" y="2473128"/>
                </a:cubicBezTo>
                <a:cubicBezTo>
                  <a:pt x="3220396" y="2532818"/>
                  <a:pt x="3163246" y="2602668"/>
                  <a:pt x="3132766" y="2663628"/>
                </a:cubicBezTo>
                <a:cubicBezTo>
                  <a:pt x="3102286" y="2724588"/>
                  <a:pt x="3083236" y="2796978"/>
                  <a:pt x="3071806" y="2838888"/>
                </a:cubicBezTo>
                <a:cubicBezTo>
                  <a:pt x="3060376" y="2880798"/>
                  <a:pt x="3073076" y="2885878"/>
                  <a:pt x="3064186" y="2915088"/>
                </a:cubicBezTo>
                <a:cubicBezTo>
                  <a:pt x="3055296" y="2944298"/>
                  <a:pt x="3032436" y="2986208"/>
                  <a:pt x="3018466" y="3014148"/>
                </a:cubicBezTo>
                <a:cubicBezTo>
                  <a:pt x="3004496" y="3042088"/>
                  <a:pt x="2990526" y="3064948"/>
                  <a:pt x="2980366" y="3082728"/>
                </a:cubicBezTo>
                <a:cubicBezTo>
                  <a:pt x="2970206" y="3100508"/>
                  <a:pt x="2961316" y="3042088"/>
                  <a:pt x="2957506" y="3120828"/>
                </a:cubicBezTo>
                <a:cubicBezTo>
                  <a:pt x="2953696" y="3199568"/>
                  <a:pt x="2948616" y="3485318"/>
                  <a:pt x="2957506" y="3555168"/>
                </a:cubicBezTo>
                <a:cubicBezTo>
                  <a:pt x="2966396" y="3625018"/>
                  <a:pt x="2985446" y="3537388"/>
                  <a:pt x="3010846" y="3539928"/>
                </a:cubicBezTo>
                <a:cubicBezTo>
                  <a:pt x="3036246" y="3542468"/>
                  <a:pt x="3088316" y="3555168"/>
                  <a:pt x="3109906" y="3570408"/>
                </a:cubicBezTo>
                <a:cubicBezTo>
                  <a:pt x="3131496" y="3585648"/>
                  <a:pt x="3139116" y="3603428"/>
                  <a:pt x="3140386" y="3631368"/>
                </a:cubicBezTo>
                <a:cubicBezTo>
                  <a:pt x="3141656" y="3659308"/>
                  <a:pt x="3120066" y="3659308"/>
                  <a:pt x="3117526" y="3738048"/>
                </a:cubicBezTo>
                <a:cubicBezTo>
                  <a:pt x="3114986" y="3816788"/>
                  <a:pt x="3106096" y="4031418"/>
                  <a:pt x="3125146" y="4103808"/>
                </a:cubicBezTo>
                <a:cubicBezTo>
                  <a:pt x="3144196" y="4176198"/>
                  <a:pt x="3205156" y="4140638"/>
                  <a:pt x="3231826" y="4172388"/>
                </a:cubicBezTo>
                <a:cubicBezTo>
                  <a:pt x="3258496" y="4204138"/>
                  <a:pt x="3268656" y="4254938"/>
                  <a:pt x="3285166" y="4294308"/>
                </a:cubicBezTo>
                <a:cubicBezTo>
                  <a:pt x="3301676" y="4333678"/>
                  <a:pt x="3286436" y="4350188"/>
                  <a:pt x="3330886" y="4408608"/>
                </a:cubicBezTo>
                <a:cubicBezTo>
                  <a:pt x="3372796" y="4458138"/>
                  <a:pt x="3458698" y="4542875"/>
                  <a:pt x="3551866" y="4644828"/>
                </a:cubicBezTo>
                <a:cubicBezTo>
                  <a:pt x="3645035" y="4746781"/>
                  <a:pt x="3798457" y="4911106"/>
                  <a:pt x="3889897" y="5020326"/>
                </a:cubicBezTo>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latinLnBrk="0" hangingPunct="1">
              <a:spcBef>
                <a:spcPts val="0"/>
              </a:spcBef>
              <a:spcAft>
                <a:spcPts val="0"/>
              </a:spcAft>
              <a:buClrTx/>
              <a:buSzTx/>
              <a:buFontTx/>
              <a:buNone/>
            </a:pP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9" name="Freeform 5"/>
          <p:cNvSpPr/>
          <p:nvPr>
            <p:custDataLst>
              <p:tags r:id="rId8"/>
            </p:custDataLst>
          </p:nvPr>
        </p:nvSpPr>
        <p:spPr>
          <a:xfrm>
            <a:off x="3128792" y="2164007"/>
            <a:ext cx="898144" cy="884326"/>
          </a:xfrm>
          <a:custGeom>
            <a:avLst/>
            <a:gdLst>
              <a:gd name="connsiteX0" fmla="*/ 1106997 w 2213994"/>
              <a:gd name="connsiteY0" fmla="*/ 432449 h 2180359"/>
              <a:gd name="connsiteX1" fmla="*/ 431357 w 2213994"/>
              <a:gd name="connsiteY1" fmla="*/ 1108089 h 2180359"/>
              <a:gd name="connsiteX2" fmla="*/ 1106997 w 2213994"/>
              <a:gd name="connsiteY2" fmla="*/ 1783729 h 2180359"/>
              <a:gd name="connsiteX3" fmla="*/ 1782637 w 2213994"/>
              <a:gd name="connsiteY3" fmla="*/ 1108089 h 2180359"/>
              <a:gd name="connsiteX4" fmla="*/ 1106997 w 2213994"/>
              <a:gd name="connsiteY4" fmla="*/ 43244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432449"/>
                </a:moveTo>
                <a:cubicBezTo>
                  <a:pt x="733851" y="432449"/>
                  <a:pt x="431357" y="734943"/>
                  <a:pt x="431357" y="1108089"/>
                </a:cubicBezTo>
                <a:cubicBezTo>
                  <a:pt x="431357" y="1481235"/>
                  <a:pt x="733851" y="1783729"/>
                  <a:pt x="1106997" y="1783729"/>
                </a:cubicBezTo>
                <a:cubicBezTo>
                  <a:pt x="1480143" y="1783729"/>
                  <a:pt x="1782637" y="1481235"/>
                  <a:pt x="1782637" y="1108089"/>
                </a:cubicBezTo>
                <a:cubicBezTo>
                  <a:pt x="1782637" y="734943"/>
                  <a:pt x="1480143" y="432449"/>
                  <a:pt x="1106997" y="43244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0" name="Freeform 6"/>
          <p:cNvSpPr/>
          <p:nvPr>
            <p:custDataLst>
              <p:tags r:id="rId9"/>
            </p:custDataLst>
          </p:nvPr>
        </p:nvSpPr>
        <p:spPr>
          <a:xfrm>
            <a:off x="3637531" y="2810921"/>
            <a:ext cx="1007429" cy="992355"/>
          </a:xfrm>
          <a:custGeom>
            <a:avLst/>
            <a:gdLst>
              <a:gd name="connsiteX0" fmla="*/ 1106997 w 2213994"/>
              <a:gd name="connsiteY0" fmla="*/ 561989 h 2180359"/>
              <a:gd name="connsiteX1" fmla="*/ 560897 w 2213994"/>
              <a:gd name="connsiteY1" fmla="*/ 1108089 h 2180359"/>
              <a:gd name="connsiteX2" fmla="*/ 1106997 w 2213994"/>
              <a:gd name="connsiteY2" fmla="*/ 1654189 h 2180359"/>
              <a:gd name="connsiteX3" fmla="*/ 1653097 w 2213994"/>
              <a:gd name="connsiteY3" fmla="*/ 1108089 h 2180359"/>
              <a:gd name="connsiteX4" fmla="*/ 1106997 w 2213994"/>
              <a:gd name="connsiteY4" fmla="*/ 56198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561989"/>
                </a:moveTo>
                <a:cubicBezTo>
                  <a:pt x="805394" y="561989"/>
                  <a:pt x="560897" y="806486"/>
                  <a:pt x="560897" y="1108089"/>
                </a:cubicBezTo>
                <a:cubicBezTo>
                  <a:pt x="560897" y="1409692"/>
                  <a:pt x="805394" y="1654189"/>
                  <a:pt x="1106997" y="1654189"/>
                </a:cubicBezTo>
                <a:cubicBezTo>
                  <a:pt x="1408600" y="1654189"/>
                  <a:pt x="1653097" y="1409692"/>
                  <a:pt x="1653097" y="1108089"/>
                </a:cubicBezTo>
                <a:cubicBezTo>
                  <a:pt x="1653097" y="806486"/>
                  <a:pt x="1408600" y="561989"/>
                  <a:pt x="1106997" y="56198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2" name="Freeform 7"/>
          <p:cNvSpPr/>
          <p:nvPr>
            <p:custDataLst>
              <p:tags r:id="rId10"/>
            </p:custDataLst>
          </p:nvPr>
        </p:nvSpPr>
        <p:spPr>
          <a:xfrm>
            <a:off x="4008093" y="2263242"/>
            <a:ext cx="571547" cy="619280"/>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3" name="Freeform 8"/>
          <p:cNvSpPr/>
          <p:nvPr>
            <p:custDataLst>
              <p:tags r:id="rId11"/>
            </p:custDataLst>
          </p:nvPr>
        </p:nvSpPr>
        <p:spPr>
          <a:xfrm rot="20700000">
            <a:off x="3058447" y="2967940"/>
            <a:ext cx="631842" cy="685855"/>
          </a:xfrm>
          <a:custGeom>
            <a:avLst/>
            <a:gdLst>
              <a:gd name="connsiteX0" fmla="*/ 823018 w 1433696"/>
              <a:gd name="connsiteY0" fmla="*/ 381592 h 1555648"/>
              <a:gd name="connsiteX1" fmla="*/ 320616 w 1433696"/>
              <a:gd name="connsiteY1" fmla="*/ 671654 h 1555648"/>
              <a:gd name="connsiteX2" fmla="*/ 610678 w 1433696"/>
              <a:gd name="connsiteY2" fmla="*/ 1174056 h 1555648"/>
              <a:gd name="connsiteX3" fmla="*/ 1113080 w 1433696"/>
              <a:gd name="connsiteY3" fmla="*/ 883994 h 1555648"/>
              <a:gd name="connsiteX4" fmla="*/ 823018 w 1433696"/>
              <a:gd name="connsiteY4" fmla="*/ 381592 h 1555648"/>
              <a:gd name="connsiteX5" fmla="*/ 803314 w 1433696"/>
              <a:gd name="connsiteY5" fmla="*/ 0 h 1555648"/>
              <a:gd name="connsiteX6" fmla="*/ 859474 w 1433696"/>
              <a:gd name="connsiteY6" fmla="*/ 238914 h 1555648"/>
              <a:gd name="connsiteX7" fmla="*/ 1112245 w 1433696"/>
              <a:gd name="connsiteY7" fmla="*/ 384851 h 1555648"/>
              <a:gd name="connsiteX8" fmla="*/ 1347230 w 1433696"/>
              <a:gd name="connsiteY8" fmla="*/ 314030 h 1555648"/>
              <a:gd name="connsiteX9" fmla="*/ 1433696 w 1433696"/>
              <a:gd name="connsiteY9" fmla="*/ 463794 h 1555648"/>
              <a:gd name="connsiteX10" fmla="*/ 1254871 w 1433696"/>
              <a:gd name="connsiteY10" fmla="*/ 631887 h 1555648"/>
              <a:gd name="connsiteX11" fmla="*/ 1254871 w 1433696"/>
              <a:gd name="connsiteY11" fmla="*/ 923761 h 1555648"/>
              <a:gd name="connsiteX12" fmla="*/ 1433696 w 1433696"/>
              <a:gd name="connsiteY12" fmla="*/ 1091854 h 1555648"/>
              <a:gd name="connsiteX13" fmla="*/ 1347230 w 1433696"/>
              <a:gd name="connsiteY13" fmla="*/ 1241618 h 1555648"/>
              <a:gd name="connsiteX14" fmla="*/ 1112245 w 1433696"/>
              <a:gd name="connsiteY14" fmla="*/ 1170797 h 1555648"/>
              <a:gd name="connsiteX15" fmla="*/ 859474 w 1433696"/>
              <a:gd name="connsiteY15" fmla="*/ 1316734 h 1555648"/>
              <a:gd name="connsiteX16" fmla="*/ 803314 w 1433696"/>
              <a:gd name="connsiteY16" fmla="*/ 1555648 h 1555648"/>
              <a:gd name="connsiteX17" fmla="*/ 630382 w 1433696"/>
              <a:gd name="connsiteY17" fmla="*/ 1555648 h 1555648"/>
              <a:gd name="connsiteX18" fmla="*/ 574222 w 1433696"/>
              <a:gd name="connsiteY18" fmla="*/ 1316734 h 1555648"/>
              <a:gd name="connsiteX19" fmla="*/ 321451 w 1433696"/>
              <a:gd name="connsiteY19" fmla="*/ 1170797 h 1555648"/>
              <a:gd name="connsiteX20" fmla="*/ 86466 w 1433696"/>
              <a:gd name="connsiteY20" fmla="*/ 1241618 h 1555648"/>
              <a:gd name="connsiteX21" fmla="*/ 0 w 1433696"/>
              <a:gd name="connsiteY21" fmla="*/ 1091854 h 1555648"/>
              <a:gd name="connsiteX22" fmla="*/ 178825 w 1433696"/>
              <a:gd name="connsiteY22" fmla="*/ 923761 h 1555648"/>
              <a:gd name="connsiteX23" fmla="*/ 178825 w 1433696"/>
              <a:gd name="connsiteY23" fmla="*/ 631887 h 1555648"/>
              <a:gd name="connsiteX24" fmla="*/ 0 w 1433696"/>
              <a:gd name="connsiteY24" fmla="*/ 463794 h 1555648"/>
              <a:gd name="connsiteX25" fmla="*/ 86466 w 1433696"/>
              <a:gd name="connsiteY25" fmla="*/ 314030 h 1555648"/>
              <a:gd name="connsiteX26" fmla="*/ 321451 w 1433696"/>
              <a:gd name="connsiteY26" fmla="*/ 384851 h 1555648"/>
              <a:gd name="connsiteX27" fmla="*/ 574222 w 1433696"/>
              <a:gd name="connsiteY27" fmla="*/ 238914 h 1555648"/>
              <a:gd name="connsiteX28" fmla="*/ 630382 w 1433696"/>
              <a:gd name="connsiteY28" fmla="*/ 0 h 155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33696" h="1555648">
                <a:moveTo>
                  <a:pt x="823018" y="381592"/>
                </a:moveTo>
                <a:cubicBezTo>
                  <a:pt x="604185" y="322955"/>
                  <a:pt x="379252" y="452820"/>
                  <a:pt x="320616" y="671654"/>
                </a:cubicBezTo>
                <a:cubicBezTo>
                  <a:pt x="261979" y="890487"/>
                  <a:pt x="391844" y="1115420"/>
                  <a:pt x="610678" y="1174056"/>
                </a:cubicBezTo>
                <a:cubicBezTo>
                  <a:pt x="829511" y="1232693"/>
                  <a:pt x="1054444" y="1102828"/>
                  <a:pt x="1113080" y="883994"/>
                </a:cubicBezTo>
                <a:cubicBezTo>
                  <a:pt x="1171717" y="665161"/>
                  <a:pt x="1041852" y="440228"/>
                  <a:pt x="823018" y="381592"/>
                </a:cubicBezTo>
                <a:close/>
                <a:moveTo>
                  <a:pt x="803314" y="0"/>
                </a:moveTo>
                <a:lnTo>
                  <a:pt x="859474" y="238914"/>
                </a:lnTo>
                <a:cubicBezTo>
                  <a:pt x="955196" y="264248"/>
                  <a:pt x="1042444" y="314620"/>
                  <a:pt x="1112245" y="384851"/>
                </a:cubicBezTo>
                <a:lnTo>
                  <a:pt x="1347230" y="314030"/>
                </a:lnTo>
                <a:lnTo>
                  <a:pt x="1433696" y="463794"/>
                </a:lnTo>
                <a:lnTo>
                  <a:pt x="1254871" y="631887"/>
                </a:lnTo>
                <a:cubicBezTo>
                  <a:pt x="1280793" y="727452"/>
                  <a:pt x="1280793" y="828197"/>
                  <a:pt x="1254871" y="923761"/>
                </a:cubicBezTo>
                <a:lnTo>
                  <a:pt x="1433696" y="1091854"/>
                </a:lnTo>
                <a:lnTo>
                  <a:pt x="1347230" y="1241618"/>
                </a:lnTo>
                <a:lnTo>
                  <a:pt x="1112245" y="1170797"/>
                </a:lnTo>
                <a:cubicBezTo>
                  <a:pt x="1042444" y="1241028"/>
                  <a:pt x="955197" y="1291401"/>
                  <a:pt x="859474" y="1316734"/>
                </a:cubicBezTo>
                <a:lnTo>
                  <a:pt x="803314" y="1555648"/>
                </a:lnTo>
                <a:lnTo>
                  <a:pt x="630382" y="1555648"/>
                </a:lnTo>
                <a:lnTo>
                  <a:pt x="574222" y="1316734"/>
                </a:lnTo>
                <a:cubicBezTo>
                  <a:pt x="478500" y="1291400"/>
                  <a:pt x="391252" y="1241028"/>
                  <a:pt x="321451" y="1170797"/>
                </a:cubicBezTo>
                <a:lnTo>
                  <a:pt x="86466" y="1241618"/>
                </a:lnTo>
                <a:lnTo>
                  <a:pt x="0" y="1091854"/>
                </a:lnTo>
                <a:lnTo>
                  <a:pt x="178825" y="923761"/>
                </a:lnTo>
                <a:cubicBezTo>
                  <a:pt x="152903" y="828196"/>
                  <a:pt x="152903" y="727451"/>
                  <a:pt x="178825" y="631887"/>
                </a:cubicBezTo>
                <a:lnTo>
                  <a:pt x="0" y="463794"/>
                </a:lnTo>
                <a:lnTo>
                  <a:pt x="86466" y="314030"/>
                </a:lnTo>
                <a:lnTo>
                  <a:pt x="321451" y="384851"/>
                </a:lnTo>
                <a:cubicBezTo>
                  <a:pt x="391252" y="314620"/>
                  <a:pt x="478499" y="264247"/>
                  <a:pt x="574222" y="238914"/>
                </a:cubicBezTo>
                <a:lnTo>
                  <a:pt x="630382" y="0"/>
                </a:ln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4" name="Freeform 9"/>
          <p:cNvSpPr/>
          <p:nvPr>
            <p:custDataLst>
              <p:tags r:id="rId12"/>
            </p:custDataLst>
          </p:nvPr>
        </p:nvSpPr>
        <p:spPr>
          <a:xfrm>
            <a:off x="2819780" y="2665208"/>
            <a:ext cx="351721" cy="383125"/>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5" name="Freeform 10"/>
          <p:cNvSpPr/>
          <p:nvPr>
            <p:custDataLst>
              <p:tags r:id="rId13"/>
            </p:custDataLst>
          </p:nvPr>
        </p:nvSpPr>
        <p:spPr>
          <a:xfrm>
            <a:off x="4492966" y="2774493"/>
            <a:ext cx="352977" cy="381868"/>
          </a:xfrm>
          <a:custGeom>
            <a:avLst/>
            <a:gdLst>
              <a:gd name="connsiteX0" fmla="*/ 731630 w 1463260"/>
              <a:gd name="connsiteY0" fmla="*/ 406741 h 1587726"/>
              <a:gd name="connsiteX1" fmla="*/ 344508 w 1463260"/>
              <a:gd name="connsiteY1" fmla="*/ 793863 h 1587726"/>
              <a:gd name="connsiteX2" fmla="*/ 731630 w 1463260"/>
              <a:gd name="connsiteY2" fmla="*/ 1180985 h 1587726"/>
              <a:gd name="connsiteX3" fmla="*/ 1118752 w 1463260"/>
              <a:gd name="connsiteY3" fmla="*/ 793863 h 1587726"/>
              <a:gd name="connsiteX4" fmla="*/ 731630 w 1463260"/>
              <a:gd name="connsiteY4" fmla="*/ 406741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406741"/>
                </a:moveTo>
                <a:cubicBezTo>
                  <a:pt x="517828" y="406741"/>
                  <a:pt x="344508" y="580061"/>
                  <a:pt x="344508" y="793863"/>
                </a:cubicBezTo>
                <a:cubicBezTo>
                  <a:pt x="344508" y="1007665"/>
                  <a:pt x="517828" y="1180985"/>
                  <a:pt x="731630" y="1180985"/>
                </a:cubicBezTo>
                <a:cubicBezTo>
                  <a:pt x="945432" y="1180985"/>
                  <a:pt x="1118752" y="1007665"/>
                  <a:pt x="1118752" y="793863"/>
                </a:cubicBezTo>
                <a:cubicBezTo>
                  <a:pt x="1118752" y="580061"/>
                  <a:pt x="945432" y="406741"/>
                  <a:pt x="731630" y="406741"/>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6" name="Freeform 11"/>
          <p:cNvSpPr/>
          <p:nvPr>
            <p:custDataLst>
              <p:tags r:id="rId14"/>
            </p:custDataLst>
          </p:nvPr>
        </p:nvSpPr>
        <p:spPr>
          <a:xfrm rot="20700000">
            <a:off x="3945286" y="3094810"/>
            <a:ext cx="391917" cy="424577"/>
          </a:xfrm>
          <a:custGeom>
            <a:avLst/>
            <a:gdLst>
              <a:gd name="connsiteX0" fmla="*/ 840547 w 1433696"/>
              <a:gd name="connsiteY0" fmla="*/ 316176 h 1555648"/>
              <a:gd name="connsiteX1" fmla="*/ 255200 w 1433696"/>
              <a:gd name="connsiteY1" fmla="*/ 654127 h 1555648"/>
              <a:gd name="connsiteX2" fmla="*/ 593150 w 1433696"/>
              <a:gd name="connsiteY2" fmla="*/ 1239474 h 1555648"/>
              <a:gd name="connsiteX3" fmla="*/ 1178498 w 1433696"/>
              <a:gd name="connsiteY3" fmla="*/ 901524 h 1555648"/>
              <a:gd name="connsiteX4" fmla="*/ 840547 w 1433696"/>
              <a:gd name="connsiteY4" fmla="*/ 316176 h 1555648"/>
              <a:gd name="connsiteX5" fmla="*/ 803314 w 1433696"/>
              <a:gd name="connsiteY5" fmla="*/ 0 h 1555648"/>
              <a:gd name="connsiteX6" fmla="*/ 859474 w 1433696"/>
              <a:gd name="connsiteY6" fmla="*/ 238914 h 1555648"/>
              <a:gd name="connsiteX7" fmla="*/ 1112245 w 1433696"/>
              <a:gd name="connsiteY7" fmla="*/ 384851 h 1555648"/>
              <a:gd name="connsiteX8" fmla="*/ 1347230 w 1433696"/>
              <a:gd name="connsiteY8" fmla="*/ 314030 h 1555648"/>
              <a:gd name="connsiteX9" fmla="*/ 1433696 w 1433696"/>
              <a:gd name="connsiteY9" fmla="*/ 463794 h 1555648"/>
              <a:gd name="connsiteX10" fmla="*/ 1254871 w 1433696"/>
              <a:gd name="connsiteY10" fmla="*/ 631887 h 1555648"/>
              <a:gd name="connsiteX11" fmla="*/ 1254871 w 1433696"/>
              <a:gd name="connsiteY11" fmla="*/ 923761 h 1555648"/>
              <a:gd name="connsiteX12" fmla="*/ 1433696 w 1433696"/>
              <a:gd name="connsiteY12" fmla="*/ 1091854 h 1555648"/>
              <a:gd name="connsiteX13" fmla="*/ 1347230 w 1433696"/>
              <a:gd name="connsiteY13" fmla="*/ 1241618 h 1555648"/>
              <a:gd name="connsiteX14" fmla="*/ 1112245 w 1433696"/>
              <a:gd name="connsiteY14" fmla="*/ 1170797 h 1555648"/>
              <a:gd name="connsiteX15" fmla="*/ 859474 w 1433696"/>
              <a:gd name="connsiteY15" fmla="*/ 1316734 h 1555648"/>
              <a:gd name="connsiteX16" fmla="*/ 803314 w 1433696"/>
              <a:gd name="connsiteY16" fmla="*/ 1555648 h 1555648"/>
              <a:gd name="connsiteX17" fmla="*/ 630382 w 1433696"/>
              <a:gd name="connsiteY17" fmla="*/ 1555648 h 1555648"/>
              <a:gd name="connsiteX18" fmla="*/ 574222 w 1433696"/>
              <a:gd name="connsiteY18" fmla="*/ 1316734 h 1555648"/>
              <a:gd name="connsiteX19" fmla="*/ 321451 w 1433696"/>
              <a:gd name="connsiteY19" fmla="*/ 1170797 h 1555648"/>
              <a:gd name="connsiteX20" fmla="*/ 86466 w 1433696"/>
              <a:gd name="connsiteY20" fmla="*/ 1241618 h 1555648"/>
              <a:gd name="connsiteX21" fmla="*/ 0 w 1433696"/>
              <a:gd name="connsiteY21" fmla="*/ 1091854 h 1555648"/>
              <a:gd name="connsiteX22" fmla="*/ 178825 w 1433696"/>
              <a:gd name="connsiteY22" fmla="*/ 923761 h 1555648"/>
              <a:gd name="connsiteX23" fmla="*/ 178825 w 1433696"/>
              <a:gd name="connsiteY23" fmla="*/ 631887 h 1555648"/>
              <a:gd name="connsiteX24" fmla="*/ 0 w 1433696"/>
              <a:gd name="connsiteY24" fmla="*/ 463794 h 1555648"/>
              <a:gd name="connsiteX25" fmla="*/ 86466 w 1433696"/>
              <a:gd name="connsiteY25" fmla="*/ 314030 h 1555648"/>
              <a:gd name="connsiteX26" fmla="*/ 321451 w 1433696"/>
              <a:gd name="connsiteY26" fmla="*/ 384851 h 1555648"/>
              <a:gd name="connsiteX27" fmla="*/ 574222 w 1433696"/>
              <a:gd name="connsiteY27" fmla="*/ 238914 h 1555648"/>
              <a:gd name="connsiteX28" fmla="*/ 630382 w 1433696"/>
              <a:gd name="connsiteY28" fmla="*/ 0 h 155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33696" h="1555648">
                <a:moveTo>
                  <a:pt x="840547" y="316176"/>
                </a:moveTo>
                <a:cubicBezTo>
                  <a:pt x="585585" y="247860"/>
                  <a:pt x="323517" y="399165"/>
                  <a:pt x="255200" y="654127"/>
                </a:cubicBezTo>
                <a:cubicBezTo>
                  <a:pt x="186883" y="909089"/>
                  <a:pt x="338188" y="1171157"/>
                  <a:pt x="593150" y="1239474"/>
                </a:cubicBezTo>
                <a:cubicBezTo>
                  <a:pt x="848112" y="1307791"/>
                  <a:pt x="1110181" y="1156486"/>
                  <a:pt x="1178498" y="901524"/>
                </a:cubicBezTo>
                <a:cubicBezTo>
                  <a:pt x="1246814" y="646562"/>
                  <a:pt x="1095509" y="384493"/>
                  <a:pt x="840547" y="316176"/>
                </a:cubicBezTo>
                <a:close/>
                <a:moveTo>
                  <a:pt x="803314" y="0"/>
                </a:moveTo>
                <a:lnTo>
                  <a:pt x="859474" y="238914"/>
                </a:lnTo>
                <a:cubicBezTo>
                  <a:pt x="955196" y="264248"/>
                  <a:pt x="1042444" y="314620"/>
                  <a:pt x="1112245" y="384851"/>
                </a:cubicBezTo>
                <a:lnTo>
                  <a:pt x="1347230" y="314030"/>
                </a:lnTo>
                <a:lnTo>
                  <a:pt x="1433696" y="463794"/>
                </a:lnTo>
                <a:lnTo>
                  <a:pt x="1254871" y="631887"/>
                </a:lnTo>
                <a:cubicBezTo>
                  <a:pt x="1280793" y="727452"/>
                  <a:pt x="1280793" y="828197"/>
                  <a:pt x="1254871" y="923761"/>
                </a:cubicBezTo>
                <a:lnTo>
                  <a:pt x="1433696" y="1091854"/>
                </a:lnTo>
                <a:lnTo>
                  <a:pt x="1347230" y="1241618"/>
                </a:lnTo>
                <a:lnTo>
                  <a:pt x="1112245" y="1170797"/>
                </a:lnTo>
                <a:cubicBezTo>
                  <a:pt x="1042444" y="1241028"/>
                  <a:pt x="955197" y="1291401"/>
                  <a:pt x="859474" y="1316734"/>
                </a:cubicBezTo>
                <a:lnTo>
                  <a:pt x="803314" y="1555648"/>
                </a:lnTo>
                <a:lnTo>
                  <a:pt x="630382" y="1555648"/>
                </a:lnTo>
                <a:lnTo>
                  <a:pt x="574222" y="1316734"/>
                </a:lnTo>
                <a:cubicBezTo>
                  <a:pt x="478500" y="1291400"/>
                  <a:pt x="391252" y="1241028"/>
                  <a:pt x="321451" y="1170797"/>
                </a:cubicBezTo>
                <a:lnTo>
                  <a:pt x="86466" y="1241618"/>
                </a:lnTo>
                <a:lnTo>
                  <a:pt x="0" y="1091854"/>
                </a:lnTo>
                <a:lnTo>
                  <a:pt x="178825" y="923761"/>
                </a:lnTo>
                <a:cubicBezTo>
                  <a:pt x="152903" y="828196"/>
                  <a:pt x="152903" y="727451"/>
                  <a:pt x="178825" y="631887"/>
                </a:cubicBezTo>
                <a:lnTo>
                  <a:pt x="0" y="463794"/>
                </a:lnTo>
                <a:lnTo>
                  <a:pt x="86466" y="314030"/>
                </a:lnTo>
                <a:lnTo>
                  <a:pt x="321451" y="384851"/>
                </a:lnTo>
                <a:cubicBezTo>
                  <a:pt x="391252" y="314620"/>
                  <a:pt x="478499" y="264247"/>
                  <a:pt x="574222" y="238914"/>
                </a:cubicBezTo>
                <a:lnTo>
                  <a:pt x="630382" y="0"/>
                </a:ln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7" name="Freeform 12"/>
          <p:cNvSpPr/>
          <p:nvPr>
            <p:custDataLst>
              <p:tags r:id="rId15"/>
            </p:custDataLst>
          </p:nvPr>
        </p:nvSpPr>
        <p:spPr>
          <a:xfrm>
            <a:off x="3377508" y="2385088"/>
            <a:ext cx="406991" cy="442163"/>
          </a:xfrm>
          <a:custGeom>
            <a:avLst/>
            <a:gdLst>
              <a:gd name="connsiteX0" fmla="*/ 731630 w 1463260"/>
              <a:gd name="connsiteY0" fmla="*/ 383653 h 1587726"/>
              <a:gd name="connsiteX1" fmla="*/ 321420 w 1463260"/>
              <a:gd name="connsiteY1" fmla="*/ 793863 h 1587726"/>
              <a:gd name="connsiteX2" fmla="*/ 731630 w 1463260"/>
              <a:gd name="connsiteY2" fmla="*/ 1204073 h 1587726"/>
              <a:gd name="connsiteX3" fmla="*/ 1141840 w 1463260"/>
              <a:gd name="connsiteY3" fmla="*/ 793863 h 1587726"/>
              <a:gd name="connsiteX4" fmla="*/ 731630 w 1463260"/>
              <a:gd name="connsiteY4" fmla="*/ 383653 h 1587726"/>
              <a:gd name="connsiteX5" fmla="*/ 643381 w 1463260"/>
              <a:gd name="connsiteY5" fmla="*/ 0 h 1587726"/>
              <a:gd name="connsiteX6" fmla="*/ 819879 w 1463260"/>
              <a:gd name="connsiteY6" fmla="*/ 0 h 1587726"/>
              <a:gd name="connsiteX7" fmla="*/ 877198 w 1463260"/>
              <a:gd name="connsiteY7" fmla="*/ 243840 h 1587726"/>
              <a:gd name="connsiteX8" fmla="*/ 1078555 w 1463260"/>
              <a:gd name="connsiteY8" fmla="*/ 342910 h 1587726"/>
              <a:gd name="connsiteX9" fmla="*/ 1135181 w 1463260"/>
              <a:gd name="connsiteY9" fmla="*/ 392786 h 1587726"/>
              <a:gd name="connsiteX10" fmla="*/ 1135180 w 1463260"/>
              <a:gd name="connsiteY10" fmla="*/ 392786 h 1587726"/>
              <a:gd name="connsiteX11" fmla="*/ 1135181 w 1463260"/>
              <a:gd name="connsiteY11" fmla="*/ 392786 h 1587726"/>
              <a:gd name="connsiteX12" fmla="*/ 1135181 w 1463260"/>
              <a:gd name="connsiteY12" fmla="*/ 392786 h 1587726"/>
              <a:gd name="connsiteX13" fmla="*/ 1375011 w 1463260"/>
              <a:gd name="connsiteY13" fmla="*/ 320506 h 1587726"/>
              <a:gd name="connsiteX14" fmla="*/ 1463260 w 1463260"/>
              <a:gd name="connsiteY14" fmla="*/ 473357 h 1587726"/>
              <a:gd name="connsiteX15" fmla="*/ 1280748 w 1463260"/>
              <a:gd name="connsiteY15" fmla="*/ 644917 h 1587726"/>
              <a:gd name="connsiteX16" fmla="*/ 1280748 w 1463260"/>
              <a:gd name="connsiteY16" fmla="*/ 942810 h 1587726"/>
              <a:gd name="connsiteX17" fmla="*/ 1463260 w 1463260"/>
              <a:gd name="connsiteY17" fmla="*/ 1114369 h 1587726"/>
              <a:gd name="connsiteX18" fmla="*/ 1375011 w 1463260"/>
              <a:gd name="connsiteY18" fmla="*/ 1267220 h 1587726"/>
              <a:gd name="connsiteX19" fmla="*/ 1135180 w 1463260"/>
              <a:gd name="connsiteY19" fmla="*/ 1194940 h 1587726"/>
              <a:gd name="connsiteX20" fmla="*/ 877197 w 1463260"/>
              <a:gd name="connsiteY20" fmla="*/ 1343886 h 1587726"/>
              <a:gd name="connsiteX21" fmla="*/ 819879 w 1463260"/>
              <a:gd name="connsiteY21" fmla="*/ 1587726 h 1587726"/>
              <a:gd name="connsiteX22" fmla="*/ 643381 w 1463260"/>
              <a:gd name="connsiteY22" fmla="*/ 1587726 h 1587726"/>
              <a:gd name="connsiteX23" fmla="*/ 586062 w 1463260"/>
              <a:gd name="connsiteY23" fmla="*/ 1343886 h 1587726"/>
              <a:gd name="connsiteX24" fmla="*/ 328079 w 1463260"/>
              <a:gd name="connsiteY24" fmla="*/ 1194940 h 1587726"/>
              <a:gd name="connsiteX25" fmla="*/ 88249 w 1463260"/>
              <a:gd name="connsiteY25" fmla="*/ 1267220 h 1587726"/>
              <a:gd name="connsiteX26" fmla="*/ 0 w 1463260"/>
              <a:gd name="connsiteY26" fmla="*/ 1114369 h 1587726"/>
              <a:gd name="connsiteX27" fmla="*/ 182512 w 1463260"/>
              <a:gd name="connsiteY27" fmla="*/ 942809 h 1587726"/>
              <a:gd name="connsiteX28" fmla="*/ 182512 w 1463260"/>
              <a:gd name="connsiteY28" fmla="*/ 644916 h 1587726"/>
              <a:gd name="connsiteX29" fmla="*/ 0 w 1463260"/>
              <a:gd name="connsiteY29" fmla="*/ 473357 h 1587726"/>
              <a:gd name="connsiteX30" fmla="*/ 88249 w 1463260"/>
              <a:gd name="connsiteY30" fmla="*/ 320506 h 1587726"/>
              <a:gd name="connsiteX31" fmla="*/ 328080 w 1463260"/>
              <a:gd name="connsiteY31" fmla="*/ 392786 h 1587726"/>
              <a:gd name="connsiteX32" fmla="*/ 586063 w 1463260"/>
              <a:gd name="connsiteY32" fmla="*/ 243840 h 158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463260" h="1587726">
                <a:moveTo>
                  <a:pt x="731630" y="383653"/>
                </a:moveTo>
                <a:cubicBezTo>
                  <a:pt x="505077" y="383653"/>
                  <a:pt x="321420" y="567310"/>
                  <a:pt x="321420" y="793863"/>
                </a:cubicBezTo>
                <a:cubicBezTo>
                  <a:pt x="321420" y="1020416"/>
                  <a:pt x="505077" y="1204073"/>
                  <a:pt x="731630" y="1204073"/>
                </a:cubicBezTo>
                <a:cubicBezTo>
                  <a:pt x="958183" y="1204073"/>
                  <a:pt x="1141840" y="1020416"/>
                  <a:pt x="1141840" y="793863"/>
                </a:cubicBezTo>
                <a:cubicBezTo>
                  <a:pt x="1141840" y="567310"/>
                  <a:pt x="958183" y="383653"/>
                  <a:pt x="731630" y="383653"/>
                </a:cubicBezTo>
                <a:close/>
                <a:moveTo>
                  <a:pt x="643381" y="0"/>
                </a:moveTo>
                <a:lnTo>
                  <a:pt x="819879" y="0"/>
                </a:lnTo>
                <a:lnTo>
                  <a:pt x="877198" y="243840"/>
                </a:lnTo>
                <a:cubicBezTo>
                  <a:pt x="950470" y="263232"/>
                  <a:pt x="1018877" y="296999"/>
                  <a:pt x="1078555" y="342910"/>
                </a:cubicBezTo>
                <a:lnTo>
                  <a:pt x="1135181" y="392786"/>
                </a:lnTo>
                <a:lnTo>
                  <a:pt x="1135180" y="392786"/>
                </a:lnTo>
                <a:lnTo>
                  <a:pt x="1135181" y="392786"/>
                </a:lnTo>
                <a:lnTo>
                  <a:pt x="1135181" y="392786"/>
                </a:lnTo>
                <a:lnTo>
                  <a:pt x="1375011" y="320506"/>
                </a:lnTo>
                <a:lnTo>
                  <a:pt x="1463260" y="473357"/>
                </a:lnTo>
                <a:lnTo>
                  <a:pt x="1280748" y="644917"/>
                </a:lnTo>
                <a:cubicBezTo>
                  <a:pt x="1307204" y="742452"/>
                  <a:pt x="1307204" y="845274"/>
                  <a:pt x="1280748" y="942810"/>
                </a:cubicBezTo>
                <a:lnTo>
                  <a:pt x="1463260" y="1114369"/>
                </a:lnTo>
                <a:lnTo>
                  <a:pt x="1375011" y="1267220"/>
                </a:lnTo>
                <a:lnTo>
                  <a:pt x="1135180" y="1194940"/>
                </a:lnTo>
                <a:cubicBezTo>
                  <a:pt x="1063940" y="1266619"/>
                  <a:pt x="974893" y="1318030"/>
                  <a:pt x="877197" y="1343886"/>
                </a:cubicBezTo>
                <a:lnTo>
                  <a:pt x="819879" y="1587726"/>
                </a:lnTo>
                <a:lnTo>
                  <a:pt x="643381" y="1587726"/>
                </a:lnTo>
                <a:lnTo>
                  <a:pt x="586062" y="1343886"/>
                </a:lnTo>
                <a:cubicBezTo>
                  <a:pt x="488366" y="1318030"/>
                  <a:pt x="399319" y="1266619"/>
                  <a:pt x="328079" y="1194940"/>
                </a:cubicBezTo>
                <a:lnTo>
                  <a:pt x="88249" y="1267220"/>
                </a:lnTo>
                <a:lnTo>
                  <a:pt x="0" y="1114369"/>
                </a:lnTo>
                <a:lnTo>
                  <a:pt x="182512" y="942809"/>
                </a:lnTo>
                <a:cubicBezTo>
                  <a:pt x="156056" y="845274"/>
                  <a:pt x="156056" y="742452"/>
                  <a:pt x="182512" y="644916"/>
                </a:cubicBezTo>
                <a:lnTo>
                  <a:pt x="0" y="473357"/>
                </a:lnTo>
                <a:lnTo>
                  <a:pt x="88249" y="320506"/>
                </a:lnTo>
                <a:lnTo>
                  <a:pt x="328080" y="392786"/>
                </a:lnTo>
                <a:cubicBezTo>
                  <a:pt x="399320" y="321107"/>
                  <a:pt x="488367" y="269696"/>
                  <a:pt x="586063" y="24384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8" name="Freeform 13"/>
          <p:cNvSpPr/>
          <p:nvPr>
            <p:custDataLst>
              <p:tags r:id="rId16"/>
            </p:custDataLst>
          </p:nvPr>
        </p:nvSpPr>
        <p:spPr>
          <a:xfrm>
            <a:off x="2821036" y="2164007"/>
            <a:ext cx="395686" cy="390662"/>
          </a:xfrm>
          <a:custGeom>
            <a:avLst/>
            <a:gdLst>
              <a:gd name="connsiteX0" fmla="*/ 1106997 w 2213994"/>
              <a:gd name="connsiteY0" fmla="*/ 561989 h 2180359"/>
              <a:gd name="connsiteX1" fmla="*/ 560897 w 2213994"/>
              <a:gd name="connsiteY1" fmla="*/ 1108089 h 2180359"/>
              <a:gd name="connsiteX2" fmla="*/ 1106997 w 2213994"/>
              <a:gd name="connsiteY2" fmla="*/ 1654189 h 2180359"/>
              <a:gd name="connsiteX3" fmla="*/ 1653097 w 2213994"/>
              <a:gd name="connsiteY3" fmla="*/ 1108089 h 2180359"/>
              <a:gd name="connsiteX4" fmla="*/ 1106997 w 2213994"/>
              <a:gd name="connsiteY4" fmla="*/ 561989 h 2180359"/>
              <a:gd name="connsiteX5" fmla="*/ 1016339 w 2213994"/>
              <a:gd name="connsiteY5" fmla="*/ 0 h 2180359"/>
              <a:gd name="connsiteX6" fmla="*/ 1197655 w 2213994"/>
              <a:gd name="connsiteY6" fmla="*/ 0 h 2180359"/>
              <a:gd name="connsiteX7" fmla="*/ 1237062 w 2213994"/>
              <a:gd name="connsiteY7" fmla="*/ 223520 h 2180359"/>
              <a:gd name="connsiteX8" fmla="*/ 1575952 w 2213994"/>
              <a:gd name="connsiteY8" fmla="*/ 346866 h 2180359"/>
              <a:gd name="connsiteX9" fmla="*/ 1749815 w 2213994"/>
              <a:gd name="connsiteY9" fmla="*/ 200970 h 2180359"/>
              <a:gd name="connsiteX10" fmla="*/ 1888711 w 2213994"/>
              <a:gd name="connsiteY10" fmla="*/ 317518 h 2180359"/>
              <a:gd name="connsiteX11" fmla="*/ 1775222 w 2213994"/>
              <a:gd name="connsiteY11" fmla="*/ 514074 h 2180359"/>
              <a:gd name="connsiteX12" fmla="*/ 1955541 w 2213994"/>
              <a:gd name="connsiteY12" fmla="*/ 826396 h 2180359"/>
              <a:gd name="connsiteX13" fmla="*/ 2182509 w 2213994"/>
              <a:gd name="connsiteY13" fmla="*/ 826390 h 2180359"/>
              <a:gd name="connsiteX14" fmla="*/ 2213994 w 2213994"/>
              <a:gd name="connsiteY14" fmla="*/ 1004952 h 2180359"/>
              <a:gd name="connsiteX15" fmla="*/ 2000713 w 2213994"/>
              <a:gd name="connsiteY15" fmla="*/ 1082574 h 2180359"/>
              <a:gd name="connsiteX16" fmla="*/ 1938089 w 2213994"/>
              <a:gd name="connsiteY16" fmla="*/ 1437734 h 2180359"/>
              <a:gd name="connsiteX17" fmla="*/ 2111959 w 2213994"/>
              <a:gd name="connsiteY17" fmla="*/ 1583621 h 2180359"/>
              <a:gd name="connsiteX18" fmla="*/ 2021301 w 2213994"/>
              <a:gd name="connsiteY18" fmla="*/ 1740646 h 2180359"/>
              <a:gd name="connsiteX19" fmla="*/ 1808024 w 2213994"/>
              <a:gd name="connsiteY19" fmla="*/ 1663013 h 2180359"/>
              <a:gd name="connsiteX20" fmla="*/ 1531759 w 2213994"/>
              <a:gd name="connsiteY20" fmla="*/ 1894827 h 2180359"/>
              <a:gd name="connsiteX21" fmla="*/ 1571177 w 2213994"/>
              <a:gd name="connsiteY21" fmla="*/ 2118345 h 2180359"/>
              <a:gd name="connsiteX22" fmla="*/ 1400795 w 2213994"/>
              <a:gd name="connsiteY22" fmla="*/ 2180359 h 2180359"/>
              <a:gd name="connsiteX23" fmla="*/ 1287316 w 2213994"/>
              <a:gd name="connsiteY23" fmla="*/ 1983797 h 2180359"/>
              <a:gd name="connsiteX24" fmla="*/ 926677 w 2213994"/>
              <a:gd name="connsiteY24" fmla="*/ 1983797 h 2180359"/>
              <a:gd name="connsiteX25" fmla="*/ 813199 w 2213994"/>
              <a:gd name="connsiteY25" fmla="*/ 2180359 h 2180359"/>
              <a:gd name="connsiteX26" fmla="*/ 642817 w 2213994"/>
              <a:gd name="connsiteY26" fmla="*/ 2118345 h 2180359"/>
              <a:gd name="connsiteX27" fmla="*/ 682236 w 2213994"/>
              <a:gd name="connsiteY27" fmla="*/ 1894827 h 2180359"/>
              <a:gd name="connsiteX28" fmla="*/ 405971 w 2213994"/>
              <a:gd name="connsiteY28" fmla="*/ 1663013 h 2180359"/>
              <a:gd name="connsiteX29" fmla="*/ 192693 w 2213994"/>
              <a:gd name="connsiteY29" fmla="*/ 1740646 h 2180359"/>
              <a:gd name="connsiteX30" fmla="*/ 102035 w 2213994"/>
              <a:gd name="connsiteY30" fmla="*/ 1583621 h 2180359"/>
              <a:gd name="connsiteX31" fmla="*/ 275905 w 2213994"/>
              <a:gd name="connsiteY31" fmla="*/ 1437734 h 2180359"/>
              <a:gd name="connsiteX32" fmla="*/ 213281 w 2213994"/>
              <a:gd name="connsiteY32" fmla="*/ 1082574 h 2180359"/>
              <a:gd name="connsiteX33" fmla="*/ 0 w 2213994"/>
              <a:gd name="connsiteY33" fmla="*/ 1004952 h 2180359"/>
              <a:gd name="connsiteX34" fmla="*/ 31485 w 2213994"/>
              <a:gd name="connsiteY34" fmla="*/ 826390 h 2180359"/>
              <a:gd name="connsiteX35" fmla="*/ 258452 w 2213994"/>
              <a:gd name="connsiteY35" fmla="*/ 826396 h 2180359"/>
              <a:gd name="connsiteX36" fmla="*/ 438771 w 2213994"/>
              <a:gd name="connsiteY36" fmla="*/ 514074 h 2180359"/>
              <a:gd name="connsiteX37" fmla="*/ 325283 w 2213994"/>
              <a:gd name="connsiteY37" fmla="*/ 317518 h 2180359"/>
              <a:gd name="connsiteX38" fmla="*/ 464179 w 2213994"/>
              <a:gd name="connsiteY38" fmla="*/ 200970 h 2180359"/>
              <a:gd name="connsiteX39" fmla="*/ 638042 w 2213994"/>
              <a:gd name="connsiteY39" fmla="*/ 346866 h 2180359"/>
              <a:gd name="connsiteX40" fmla="*/ 976932 w 2213994"/>
              <a:gd name="connsiteY40" fmla="*/ 223520 h 218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213994" h="2180359">
                <a:moveTo>
                  <a:pt x="1106997" y="561989"/>
                </a:moveTo>
                <a:cubicBezTo>
                  <a:pt x="805394" y="561989"/>
                  <a:pt x="560897" y="806486"/>
                  <a:pt x="560897" y="1108089"/>
                </a:cubicBezTo>
                <a:cubicBezTo>
                  <a:pt x="560897" y="1409692"/>
                  <a:pt x="805394" y="1654189"/>
                  <a:pt x="1106997" y="1654189"/>
                </a:cubicBezTo>
                <a:cubicBezTo>
                  <a:pt x="1408600" y="1654189"/>
                  <a:pt x="1653097" y="1409692"/>
                  <a:pt x="1653097" y="1108089"/>
                </a:cubicBezTo>
                <a:cubicBezTo>
                  <a:pt x="1653097" y="806486"/>
                  <a:pt x="1408600" y="561989"/>
                  <a:pt x="1106997" y="561989"/>
                </a:cubicBezTo>
                <a:close/>
                <a:moveTo>
                  <a:pt x="1016339" y="0"/>
                </a:moveTo>
                <a:lnTo>
                  <a:pt x="1197655" y="0"/>
                </a:lnTo>
                <a:lnTo>
                  <a:pt x="1237062" y="223520"/>
                </a:lnTo>
                <a:cubicBezTo>
                  <a:pt x="1357231" y="241189"/>
                  <a:pt x="1472539" y="283158"/>
                  <a:pt x="1575952" y="346866"/>
                </a:cubicBezTo>
                <a:lnTo>
                  <a:pt x="1749815" y="200970"/>
                </a:lnTo>
                <a:lnTo>
                  <a:pt x="1888711" y="317518"/>
                </a:lnTo>
                <a:lnTo>
                  <a:pt x="1775222" y="514074"/>
                </a:lnTo>
                <a:cubicBezTo>
                  <a:pt x="1855919" y="604853"/>
                  <a:pt x="1917273" y="711121"/>
                  <a:pt x="1955541" y="826396"/>
                </a:cubicBezTo>
                <a:lnTo>
                  <a:pt x="2182509" y="826390"/>
                </a:lnTo>
                <a:lnTo>
                  <a:pt x="2213994" y="1004952"/>
                </a:lnTo>
                <a:lnTo>
                  <a:pt x="2000713" y="1082574"/>
                </a:lnTo>
                <a:cubicBezTo>
                  <a:pt x="2004179" y="1203985"/>
                  <a:pt x="1982871" y="1324830"/>
                  <a:pt x="1938089" y="1437734"/>
                </a:cubicBezTo>
                <a:lnTo>
                  <a:pt x="2111959" y="1583621"/>
                </a:lnTo>
                <a:lnTo>
                  <a:pt x="2021301" y="1740646"/>
                </a:lnTo>
                <a:lnTo>
                  <a:pt x="1808024" y="1663013"/>
                </a:lnTo>
                <a:cubicBezTo>
                  <a:pt x="1732638" y="1758248"/>
                  <a:pt x="1638637" y="1837123"/>
                  <a:pt x="1531759" y="1894827"/>
                </a:cubicBezTo>
                <a:lnTo>
                  <a:pt x="1571177" y="2118345"/>
                </a:lnTo>
                <a:lnTo>
                  <a:pt x="1400795" y="2180359"/>
                </a:lnTo>
                <a:lnTo>
                  <a:pt x="1287316" y="1983797"/>
                </a:lnTo>
                <a:cubicBezTo>
                  <a:pt x="1168351" y="2008293"/>
                  <a:pt x="1045642" y="2008293"/>
                  <a:pt x="926677" y="1983797"/>
                </a:cubicBezTo>
                <a:lnTo>
                  <a:pt x="813199" y="2180359"/>
                </a:lnTo>
                <a:lnTo>
                  <a:pt x="642817" y="2118345"/>
                </a:lnTo>
                <a:lnTo>
                  <a:pt x="682236" y="1894827"/>
                </a:lnTo>
                <a:cubicBezTo>
                  <a:pt x="575358" y="1837123"/>
                  <a:pt x="481357" y="1758247"/>
                  <a:pt x="405971" y="1663013"/>
                </a:cubicBezTo>
                <a:lnTo>
                  <a:pt x="192693" y="1740646"/>
                </a:lnTo>
                <a:lnTo>
                  <a:pt x="102035" y="1583621"/>
                </a:lnTo>
                <a:lnTo>
                  <a:pt x="275905" y="1437734"/>
                </a:lnTo>
                <a:cubicBezTo>
                  <a:pt x="231123" y="1324830"/>
                  <a:pt x="209814" y="1203985"/>
                  <a:pt x="213281" y="1082574"/>
                </a:cubicBezTo>
                <a:lnTo>
                  <a:pt x="0" y="1004952"/>
                </a:lnTo>
                <a:lnTo>
                  <a:pt x="31485" y="826390"/>
                </a:lnTo>
                <a:lnTo>
                  <a:pt x="258452" y="826396"/>
                </a:lnTo>
                <a:cubicBezTo>
                  <a:pt x="296720" y="711121"/>
                  <a:pt x="358074" y="604852"/>
                  <a:pt x="438771" y="514074"/>
                </a:cubicBezTo>
                <a:lnTo>
                  <a:pt x="325283" y="317518"/>
                </a:lnTo>
                <a:lnTo>
                  <a:pt x="464179" y="200970"/>
                </a:lnTo>
                <a:lnTo>
                  <a:pt x="638042" y="346866"/>
                </a:lnTo>
                <a:cubicBezTo>
                  <a:pt x="741454" y="283158"/>
                  <a:pt x="856763" y="241190"/>
                  <a:pt x="976932" y="223520"/>
                </a:cubicBezTo>
                <a:close/>
              </a:path>
            </a:pathLst>
          </a:custGeom>
          <a:solidFill>
            <a:schemeClr val="l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a:endParaRPr lang="zh-CN" altLang="en-US">
              <a:solidFill>
                <a:schemeClr val="lt1"/>
              </a:solidFill>
              <a:latin typeface="微软雅黑" panose="020B0503020204020204" charset="-122"/>
              <a:ea typeface="微软雅黑" panose="020B0503020204020204" charset="-122"/>
            </a:endParaRPr>
          </a:p>
        </p:txBody>
      </p:sp>
      <p:sp>
        <p:nvSpPr>
          <p:cNvPr id="19" name="Freeform 14"/>
          <p:cNvSpPr/>
          <p:nvPr>
            <p:custDataLst>
              <p:tags r:id="rId17"/>
            </p:custDataLst>
          </p:nvPr>
        </p:nvSpPr>
        <p:spPr>
          <a:xfrm>
            <a:off x="3233052" y="3170179"/>
            <a:ext cx="282633" cy="282633"/>
          </a:xfrm>
          <a:custGeom>
            <a:avLst/>
            <a:gdLst>
              <a:gd name="connsiteX0" fmla="*/ 675641 w 1351280"/>
              <a:gd name="connsiteY0" fmla="*/ 436140 h 1351280"/>
              <a:gd name="connsiteX1" fmla="*/ 436140 w 1351280"/>
              <a:gd name="connsiteY1" fmla="*/ 675641 h 1351280"/>
              <a:gd name="connsiteX2" fmla="*/ 675641 w 1351280"/>
              <a:gd name="connsiteY2" fmla="*/ 915142 h 1351280"/>
              <a:gd name="connsiteX3" fmla="*/ 915142 w 1351280"/>
              <a:gd name="connsiteY3" fmla="*/ 675641 h 1351280"/>
              <a:gd name="connsiteX4" fmla="*/ 675641 w 1351280"/>
              <a:gd name="connsiteY4" fmla="*/ 436140 h 1351280"/>
              <a:gd name="connsiteX5" fmla="*/ 675640 w 1351280"/>
              <a:gd name="connsiteY5" fmla="*/ 0 h 1351280"/>
              <a:gd name="connsiteX6" fmla="*/ 1351280 w 1351280"/>
              <a:gd name="connsiteY6" fmla="*/ 675640 h 1351280"/>
              <a:gd name="connsiteX7" fmla="*/ 675640 w 1351280"/>
              <a:gd name="connsiteY7" fmla="*/ 1351280 h 1351280"/>
              <a:gd name="connsiteX8" fmla="*/ 0 w 1351280"/>
              <a:gd name="connsiteY8" fmla="*/ 675640 h 1351280"/>
              <a:gd name="connsiteX9" fmla="*/ 675640 w 1351280"/>
              <a:gd name="connsiteY9" fmla="*/ 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1280" h="1351280">
                <a:moveTo>
                  <a:pt x="675641" y="436140"/>
                </a:moveTo>
                <a:cubicBezTo>
                  <a:pt x="543368" y="436140"/>
                  <a:pt x="436140" y="543368"/>
                  <a:pt x="436140" y="675641"/>
                </a:cubicBezTo>
                <a:cubicBezTo>
                  <a:pt x="436140" y="807914"/>
                  <a:pt x="543368" y="915142"/>
                  <a:pt x="675641" y="915142"/>
                </a:cubicBezTo>
                <a:cubicBezTo>
                  <a:pt x="807914" y="915142"/>
                  <a:pt x="915142" y="807914"/>
                  <a:pt x="915142" y="675641"/>
                </a:cubicBezTo>
                <a:cubicBezTo>
                  <a:pt x="915142" y="543368"/>
                  <a:pt x="807914" y="436140"/>
                  <a:pt x="675641" y="436140"/>
                </a:cubicBezTo>
                <a:close/>
                <a:moveTo>
                  <a:pt x="675640" y="0"/>
                </a:moveTo>
                <a:cubicBezTo>
                  <a:pt x="1048786" y="0"/>
                  <a:pt x="1351280" y="302494"/>
                  <a:pt x="1351280" y="675640"/>
                </a:cubicBezTo>
                <a:cubicBezTo>
                  <a:pt x="1351280" y="1048786"/>
                  <a:pt x="1048786" y="1351280"/>
                  <a:pt x="675640" y="1351280"/>
                </a:cubicBezTo>
                <a:cubicBezTo>
                  <a:pt x="302494" y="1351280"/>
                  <a:pt x="0" y="1048786"/>
                  <a:pt x="0" y="675640"/>
                </a:cubicBezTo>
                <a:cubicBezTo>
                  <a:pt x="0" y="302494"/>
                  <a:pt x="302494" y="0"/>
                  <a:pt x="675640" y="0"/>
                </a:cubicBez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latinLnBrk="0" hangingPunct="1">
              <a:spcBef>
                <a:spcPts val="0"/>
              </a:spcBef>
              <a:spcAft>
                <a:spcPts val="0"/>
              </a:spcAft>
              <a:buClrTx/>
              <a:buSzTx/>
              <a:buFontTx/>
              <a:buNone/>
            </a:pP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
        <p:nvSpPr>
          <p:cNvPr id="20" name="Freeform 15"/>
          <p:cNvSpPr/>
          <p:nvPr>
            <p:custDataLst>
              <p:tags r:id="rId18"/>
            </p:custDataLst>
          </p:nvPr>
        </p:nvSpPr>
        <p:spPr>
          <a:xfrm>
            <a:off x="4181441" y="2457945"/>
            <a:ext cx="232387" cy="232387"/>
          </a:xfrm>
          <a:custGeom>
            <a:avLst/>
            <a:gdLst>
              <a:gd name="connsiteX0" fmla="*/ 675641 w 1351280"/>
              <a:gd name="connsiteY0" fmla="*/ 436140 h 1351280"/>
              <a:gd name="connsiteX1" fmla="*/ 436140 w 1351280"/>
              <a:gd name="connsiteY1" fmla="*/ 675641 h 1351280"/>
              <a:gd name="connsiteX2" fmla="*/ 675641 w 1351280"/>
              <a:gd name="connsiteY2" fmla="*/ 915142 h 1351280"/>
              <a:gd name="connsiteX3" fmla="*/ 915142 w 1351280"/>
              <a:gd name="connsiteY3" fmla="*/ 675641 h 1351280"/>
              <a:gd name="connsiteX4" fmla="*/ 675641 w 1351280"/>
              <a:gd name="connsiteY4" fmla="*/ 436140 h 1351280"/>
              <a:gd name="connsiteX5" fmla="*/ 675640 w 1351280"/>
              <a:gd name="connsiteY5" fmla="*/ 0 h 1351280"/>
              <a:gd name="connsiteX6" fmla="*/ 1351280 w 1351280"/>
              <a:gd name="connsiteY6" fmla="*/ 675640 h 1351280"/>
              <a:gd name="connsiteX7" fmla="*/ 675640 w 1351280"/>
              <a:gd name="connsiteY7" fmla="*/ 1351280 h 1351280"/>
              <a:gd name="connsiteX8" fmla="*/ 0 w 1351280"/>
              <a:gd name="connsiteY8" fmla="*/ 675640 h 1351280"/>
              <a:gd name="connsiteX9" fmla="*/ 675640 w 1351280"/>
              <a:gd name="connsiteY9" fmla="*/ 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51280" h="1351280">
                <a:moveTo>
                  <a:pt x="675641" y="436140"/>
                </a:moveTo>
                <a:cubicBezTo>
                  <a:pt x="543368" y="436140"/>
                  <a:pt x="436140" y="543368"/>
                  <a:pt x="436140" y="675641"/>
                </a:cubicBezTo>
                <a:cubicBezTo>
                  <a:pt x="436140" y="807914"/>
                  <a:pt x="543368" y="915142"/>
                  <a:pt x="675641" y="915142"/>
                </a:cubicBezTo>
                <a:cubicBezTo>
                  <a:pt x="807914" y="915142"/>
                  <a:pt x="915142" y="807914"/>
                  <a:pt x="915142" y="675641"/>
                </a:cubicBezTo>
                <a:cubicBezTo>
                  <a:pt x="915142" y="543368"/>
                  <a:pt x="807914" y="436140"/>
                  <a:pt x="675641" y="436140"/>
                </a:cubicBezTo>
                <a:close/>
                <a:moveTo>
                  <a:pt x="675640" y="0"/>
                </a:moveTo>
                <a:cubicBezTo>
                  <a:pt x="1048786" y="0"/>
                  <a:pt x="1351280" y="302494"/>
                  <a:pt x="1351280" y="675640"/>
                </a:cubicBezTo>
                <a:cubicBezTo>
                  <a:pt x="1351280" y="1048786"/>
                  <a:pt x="1048786" y="1351280"/>
                  <a:pt x="675640" y="1351280"/>
                </a:cubicBezTo>
                <a:cubicBezTo>
                  <a:pt x="302494" y="1351280"/>
                  <a:pt x="0" y="1048786"/>
                  <a:pt x="0" y="675640"/>
                </a:cubicBezTo>
                <a:cubicBezTo>
                  <a:pt x="0" y="302494"/>
                  <a:pt x="302494" y="0"/>
                  <a:pt x="675640" y="0"/>
                </a:cubicBez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marL="0" marR="0" lvl="0" indent="0" algn="ctr" defTabSz="914400" rtl="0" eaLnBrk="1" latinLnBrk="0" hangingPunct="1">
              <a:spcBef>
                <a:spcPts val="0"/>
              </a:spcBef>
              <a:spcAft>
                <a:spcPts val="0"/>
              </a:spcAft>
              <a:buClrTx/>
              <a:buSzTx/>
              <a:buFontTx/>
              <a:buNone/>
            </a:pPr>
            <a:endParaRPr kumimoji="0" 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endParaRPr>
          </a:p>
        </p:txBody>
      </p:sp>
    </p:spTree>
    <p:custDataLst>
      <p:tags r:id="rId19"/>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修改存储过程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修改存储过程需要使用ALTER PROCEDURE语句。默认情况下，只允许如下3种类型的用户执行ALTER PROCEDURE语句：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存储过程最初的创建者。</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sysadmin服务器角色成员。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db_owner与db_ddladmin固定的数据库角色成员。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修改存储过程的语法如下：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PROCEDURE procedure_name[;number]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[{@parameter data_type}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[VARYING] [=default] [OUTPUT]] [,...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{RECOMPILE|ENCRYPTION|RECOMPILE,ENCRYPTION}]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 REPLICATION]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sql_statement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从语法上可以看出，修改存储过程的语法与创建存储过程的语法几乎一样，只不过创建时使用CREATE，修改时使用ALTER。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2.</a:t>
            </a:r>
            <a:r>
              <a:rPr dirty="0" err="1">
                <a:solidFill>
                  <a:schemeClr val="dk1"/>
                </a:solidFill>
                <a:latin typeface="微软雅黑" panose="020B0503020204020204" charset="-122"/>
                <a:ea typeface="微软雅黑" panose="020B0503020204020204" charset="-122"/>
                <a:sym typeface="微软雅黑" panose="020B0503020204020204" charset="-122"/>
              </a:rPr>
              <a:t>删除存储过程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cxnSp>
        <p:nvCxnSpPr>
          <p:cNvPr id="29699" name="直接连接符 7"/>
          <p:cNvCxnSpPr>
            <a:cxnSpLocks noChangeShapeType="1"/>
          </p:cNvCxnSpPr>
          <p:nvPr>
            <p:custDataLst>
              <p:tags r:id="rId6"/>
            </p:custDataLst>
          </p:nvPr>
        </p:nvCxnSpPr>
        <p:spPr bwMode="auto">
          <a:xfrm>
            <a:off x="6752071" y="2910485"/>
            <a:ext cx="671255" cy="0"/>
          </a:xfrm>
          <a:prstGeom prst="line">
            <a:avLst/>
          </a:prstGeom>
          <a:noFill/>
          <a:ln w="3175" cmpd="sng">
            <a:solidFill>
              <a:schemeClr val="lt1">
                <a:lumMod val="75000"/>
              </a:schemeClr>
            </a:solidFill>
            <a:prstDash val="dash"/>
            <a:round/>
          </a:ln>
          <a:extLst>
            <a:ext uri="{909E8E84-426E-40DD-AFC4-6F175D3DCCD1}">
              <a14:hiddenFill xmlns:a14="http://schemas.microsoft.com/office/drawing/2010/main">
                <a:noFill/>
              </a14:hiddenFill>
            </a:ext>
          </a:extLst>
        </p:spPr>
      </p:cxnSp>
      <p:sp>
        <p:nvSpPr>
          <p:cNvPr id="29700" name="椭圆 8"/>
          <p:cNvSpPr>
            <a:spLocks noChangeArrowheads="1"/>
          </p:cNvSpPr>
          <p:nvPr>
            <p:custDataLst>
              <p:tags r:id="rId7"/>
            </p:custDataLst>
          </p:nvPr>
        </p:nvSpPr>
        <p:spPr bwMode="auto">
          <a:xfrm>
            <a:off x="7514860" y="2719788"/>
            <a:ext cx="379489" cy="37948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tx1"/>
                </a:solidFill>
                <a:latin typeface="Arial" panose="020B0604020202020204" pitchFamily="34" charset="0"/>
                <a:ea typeface="幼圆" panose="02010509060101010101" pitchFamily="49" charset="-122"/>
              </a:defRPr>
            </a:lvl1pPr>
            <a:lvl2pPr marL="742950" indent="-285750">
              <a:defRPr>
                <a:solidFill>
                  <a:schemeClr val="tx1"/>
                </a:solidFill>
                <a:latin typeface="Arial" panose="020B0604020202020204" pitchFamily="34" charset="0"/>
                <a:ea typeface="幼圆" panose="02010509060101010101" pitchFamily="49" charset="-122"/>
              </a:defRPr>
            </a:lvl2pPr>
            <a:lvl3pPr marL="1143000" indent="-228600">
              <a:defRPr>
                <a:solidFill>
                  <a:schemeClr val="tx1"/>
                </a:solidFill>
                <a:latin typeface="Arial" panose="020B0604020202020204" pitchFamily="34" charset="0"/>
                <a:ea typeface="幼圆" panose="02010509060101010101" pitchFamily="49" charset="-122"/>
              </a:defRPr>
            </a:lvl3pPr>
            <a:lvl4pPr marL="1600200" indent="-228600">
              <a:defRPr>
                <a:solidFill>
                  <a:schemeClr val="tx1"/>
                </a:solidFill>
                <a:latin typeface="Arial" panose="020B0604020202020204" pitchFamily="34" charset="0"/>
                <a:ea typeface="幼圆" panose="02010509060101010101" pitchFamily="49" charset="-122"/>
              </a:defRPr>
            </a:lvl4pPr>
            <a:lvl5pPr marL="2057400" indent="-228600">
              <a:defRPr>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9pPr>
          </a:lstStyle>
          <a:p>
            <a:pPr algn="ctr" eaLnBrk="1" hangingPunct="1"/>
            <a:r>
              <a:rPr lang="en-US" sz="1800">
                <a:solidFill>
                  <a:schemeClr val="lt1"/>
                </a:solidFill>
                <a:latin typeface="微软雅黑" panose="020B0503020204020204" charset="-122"/>
                <a:ea typeface="微软雅黑" panose="020B0503020204020204" charset="-122"/>
              </a:rPr>
              <a:t>1</a:t>
            </a:r>
            <a:endParaRPr lang="en-US" altLang="en-US" sz="1800">
              <a:solidFill>
                <a:schemeClr val="lt1"/>
              </a:solidFill>
              <a:latin typeface="微软雅黑" panose="020B0503020204020204" charset="-122"/>
              <a:ea typeface="微软雅黑" panose="020B0503020204020204" charset="-122"/>
            </a:endParaRPr>
          </a:p>
        </p:txBody>
      </p:sp>
      <p:sp>
        <p:nvSpPr>
          <p:cNvPr id="29701" name="文本框 29"/>
          <p:cNvSpPr txBox="1">
            <a:spLocks noChangeArrowheads="1"/>
          </p:cNvSpPr>
          <p:nvPr>
            <p:custDataLst>
              <p:tags r:id="rId8"/>
            </p:custDataLst>
          </p:nvPr>
        </p:nvSpPr>
        <p:spPr bwMode="auto">
          <a:xfrm>
            <a:off x="8317140" y="2215701"/>
            <a:ext cx="3247028" cy="1388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algn="just">
              <a:lnSpc>
                <a:spcPct val="110000"/>
              </a:lnSpc>
              <a:spcBef>
                <a:spcPts val="600"/>
              </a:spcBef>
              <a:buClr>
                <a:schemeClr val="accent1"/>
              </a:buClr>
              <a:buSzPct val="80000"/>
              <a:buFont typeface="Wingdings" panose="05000000000000000000" pitchFamily="2" charset="2"/>
              <a:buChar char="{"/>
              <a:defRPr sz="2400">
                <a:solidFill>
                  <a:schemeClr val="accent1"/>
                </a:solidFill>
                <a:latin typeface="Arial" panose="020B0604020202020204" pitchFamily="34" charset="0"/>
                <a:ea typeface="黑体" panose="02010609060101010101" pitchFamily="49" charset="-122"/>
              </a:defRPr>
            </a:lvl1pPr>
            <a:lvl2pPr marL="742950" indent="-285750" algn="just">
              <a:lnSpc>
                <a:spcPct val="120000"/>
              </a:lnSpc>
              <a:buClr>
                <a:srgbClr val="DABE8B"/>
              </a:buClr>
              <a:buFont typeface="幼圆" panose="02010509060101010101" pitchFamily="49" charset="-122"/>
              <a:buChar char=" "/>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Char char="•"/>
              <a:defRPr sz="2000">
                <a:solidFill>
                  <a:schemeClr val="tx1"/>
                </a:solidFill>
                <a:latin typeface="Arial" panose="020B0604020202020204" pitchFamily="34" charset="0"/>
                <a:ea typeface="幼圆" panose="02010509060101010101" pitchFamily="49" charset="-122"/>
              </a:defRPr>
            </a:lvl3pPr>
            <a:lvl4pPr marL="16002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4pPr>
            <a:lvl5pPr marL="20574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9pPr>
          </a:lstStyle>
          <a:p>
            <a:pPr algn="just" eaLnBrk="1" hangingPunct="1">
              <a:lnSpc>
                <a:spcPct val="130000"/>
              </a:lnSpc>
              <a:spcBef>
                <a:spcPct val="0"/>
              </a:spcBef>
              <a:buClrTx/>
              <a:buSzTx/>
              <a:buNone/>
            </a:pPr>
            <a:r>
              <a:rPr lang="zh-CN" altLang="en-US" sz="1400">
                <a:solidFill>
                  <a:schemeClr val="dk1"/>
                </a:solidFill>
                <a:latin typeface="Times New Roman" panose="02020603050405020304" charset="0"/>
                <a:ea typeface="微软雅黑" panose="020B0503020204020204" charset="-122"/>
                <a:cs typeface="Times New Roman" panose="02020603050405020304" charset="0"/>
              </a:rPr>
              <a:t>删除存储过程需要使用DROP PROCEDURE语句，语法如下：</a:t>
            </a:r>
            <a:endParaRPr lang="zh-CN" altLang="en-US" sz="1400">
              <a:solidFill>
                <a:schemeClr val="dk1"/>
              </a:solidFill>
              <a:latin typeface="Times New Roman" panose="02020603050405020304" charset="0"/>
              <a:ea typeface="微软雅黑" panose="020B0503020204020204" charset="-122"/>
              <a:cs typeface="Times New Roman" panose="02020603050405020304" charset="0"/>
            </a:endParaRPr>
          </a:p>
        </p:txBody>
      </p:sp>
      <p:sp>
        <p:nvSpPr>
          <p:cNvPr id="29703" name="任意多边形 23"/>
          <p:cNvSpPr/>
          <p:nvPr>
            <p:custDataLst>
              <p:tags r:id="rId9"/>
            </p:custDataLst>
          </p:nvPr>
        </p:nvSpPr>
        <p:spPr bwMode="auto">
          <a:xfrm>
            <a:off x="5260819" y="2227790"/>
            <a:ext cx="1430229" cy="717022"/>
          </a:xfrm>
          <a:custGeom>
            <a:avLst/>
            <a:gdLst>
              <a:gd name="T0" fmla="*/ 1213505 w 1391850"/>
              <a:gd name="T1" fmla="*/ 0 h 696292"/>
              <a:gd name="T2" fmla="*/ 1391850 w 1391850"/>
              <a:gd name="T3" fmla="*/ 680523 h 696292"/>
              <a:gd name="T4" fmla="*/ 664395 w 1391850"/>
              <a:gd name="T5" fmla="*/ 679784 h 696292"/>
              <a:gd name="T6" fmla="*/ 810270 w 1391850"/>
              <a:gd name="T7" fmla="*/ 476062 h 696292"/>
              <a:gd name="T8" fmla="*/ 0 w 1391850"/>
              <a:gd name="T9" fmla="*/ 696292 h 696292"/>
              <a:gd name="T10" fmla="*/ 1084978 w 1391850"/>
              <a:gd name="T11" fmla="*/ 149640 h 696292"/>
              <a:gd name="T12" fmla="*/ 1213505 w 1391850"/>
              <a:gd name="T13" fmla="*/ 0 h 696292"/>
            </a:gdLst>
            <a:ahLst/>
            <a:cxnLst>
              <a:cxn ang="0">
                <a:pos x="T0" y="T1"/>
              </a:cxn>
              <a:cxn ang="0">
                <a:pos x="T2" y="T3"/>
              </a:cxn>
              <a:cxn ang="0">
                <a:pos x="T4" y="T5"/>
              </a:cxn>
              <a:cxn ang="0">
                <a:pos x="T6" y="T7"/>
              </a:cxn>
              <a:cxn ang="0">
                <a:pos x="T8" y="T9"/>
              </a:cxn>
              <a:cxn ang="0">
                <a:pos x="T10" y="T11"/>
              </a:cxn>
              <a:cxn ang="0">
                <a:pos x="T12" y="T13"/>
              </a:cxn>
            </a:cxnLst>
            <a:rect l="0" t="0"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lnTo>
                  <a:pt x="121350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lang="zh-CN" altLang="en-US">
              <a:solidFill>
                <a:schemeClr val="dk1"/>
              </a:solidFill>
              <a:latin typeface="微软雅黑" panose="020B0503020204020204" charset="-122"/>
              <a:ea typeface="微软雅黑" panose="020B0503020204020204" charset="-122"/>
            </a:endParaRPr>
          </a:p>
        </p:txBody>
      </p:sp>
      <p:sp>
        <p:nvSpPr>
          <p:cNvPr id="29704" name="任意多边形 24"/>
          <p:cNvSpPr/>
          <p:nvPr>
            <p:custDataLst>
              <p:tags r:id="rId10"/>
            </p:custDataLst>
          </p:nvPr>
        </p:nvSpPr>
        <p:spPr bwMode="auto">
          <a:xfrm rot="5400000">
            <a:off x="6557560" y="3482577"/>
            <a:ext cx="1430229" cy="713208"/>
          </a:xfrm>
          <a:custGeom>
            <a:avLst/>
            <a:gdLst>
              <a:gd name="T0" fmla="*/ 1213505 w 1391850"/>
              <a:gd name="T1" fmla="*/ 0 h 696292"/>
              <a:gd name="T2" fmla="*/ 1391850 w 1391850"/>
              <a:gd name="T3" fmla="*/ 680523 h 696292"/>
              <a:gd name="T4" fmla="*/ 664395 w 1391850"/>
              <a:gd name="T5" fmla="*/ 679784 h 696292"/>
              <a:gd name="T6" fmla="*/ 810270 w 1391850"/>
              <a:gd name="T7" fmla="*/ 476062 h 696292"/>
              <a:gd name="T8" fmla="*/ 0 w 1391850"/>
              <a:gd name="T9" fmla="*/ 696292 h 696292"/>
              <a:gd name="T10" fmla="*/ 1084978 w 1391850"/>
              <a:gd name="T11" fmla="*/ 149640 h 696292"/>
              <a:gd name="T12" fmla="*/ 1213505 w 1391850"/>
              <a:gd name="T13" fmla="*/ 0 h 696292"/>
            </a:gdLst>
            <a:ahLst/>
            <a:cxnLst>
              <a:cxn ang="0">
                <a:pos x="T0" y="T1"/>
              </a:cxn>
              <a:cxn ang="0">
                <a:pos x="T2" y="T3"/>
              </a:cxn>
              <a:cxn ang="0">
                <a:pos x="T4" y="T5"/>
              </a:cxn>
              <a:cxn ang="0">
                <a:pos x="T6" y="T7"/>
              </a:cxn>
              <a:cxn ang="0">
                <a:pos x="T8" y="T9"/>
              </a:cxn>
              <a:cxn ang="0">
                <a:pos x="T10" y="T11"/>
              </a:cxn>
              <a:cxn ang="0">
                <a:pos x="T12" y="T13"/>
              </a:cxn>
            </a:cxnLst>
            <a:rect l="0" t="0"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lnTo>
                  <a:pt x="1213505"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pPr algn="ctr"/>
            <a:endParaRPr lang="zh-CN" altLang="en-US">
              <a:solidFill>
                <a:schemeClr val="dk1"/>
              </a:solidFill>
              <a:latin typeface="微软雅黑" panose="020B0503020204020204" charset="-122"/>
              <a:ea typeface="微软雅黑" panose="020B0503020204020204" charset="-122"/>
            </a:endParaRPr>
          </a:p>
        </p:txBody>
      </p:sp>
      <p:cxnSp>
        <p:nvCxnSpPr>
          <p:cNvPr id="29706" name="直接连接符 18"/>
          <p:cNvCxnSpPr>
            <a:cxnSpLocks noChangeShapeType="1"/>
          </p:cNvCxnSpPr>
          <p:nvPr>
            <p:custDataLst>
              <p:tags r:id="rId11"/>
            </p:custDataLst>
          </p:nvPr>
        </p:nvCxnSpPr>
        <p:spPr bwMode="auto">
          <a:xfrm>
            <a:off x="6946583" y="4598157"/>
            <a:ext cx="671255" cy="0"/>
          </a:xfrm>
          <a:prstGeom prst="line">
            <a:avLst/>
          </a:prstGeom>
          <a:noFill/>
          <a:ln w="3175" cmpd="sng">
            <a:solidFill>
              <a:schemeClr val="lt1">
                <a:lumMod val="75000"/>
              </a:schemeClr>
            </a:solidFill>
            <a:prstDash val="dash"/>
            <a:round/>
          </a:ln>
          <a:extLst>
            <a:ext uri="{909E8E84-426E-40DD-AFC4-6F175D3DCCD1}">
              <a14:hiddenFill xmlns:a14="http://schemas.microsoft.com/office/drawing/2010/main">
                <a:noFill/>
              </a14:hiddenFill>
            </a:ext>
          </a:extLst>
        </p:spPr>
      </p:cxnSp>
      <p:sp>
        <p:nvSpPr>
          <p:cNvPr id="29707" name="椭圆 19"/>
          <p:cNvSpPr>
            <a:spLocks noChangeArrowheads="1"/>
          </p:cNvSpPr>
          <p:nvPr>
            <p:custDataLst>
              <p:tags r:id="rId12"/>
            </p:custDataLst>
          </p:nvPr>
        </p:nvSpPr>
        <p:spPr bwMode="auto">
          <a:xfrm>
            <a:off x="7707465" y="4409366"/>
            <a:ext cx="379487" cy="379489"/>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tx1"/>
                </a:solidFill>
                <a:latin typeface="Arial" panose="020B0604020202020204" pitchFamily="34" charset="0"/>
                <a:ea typeface="幼圆" panose="02010509060101010101" pitchFamily="49" charset="-122"/>
              </a:defRPr>
            </a:lvl1pPr>
            <a:lvl2pPr marL="742950" indent="-285750">
              <a:defRPr>
                <a:solidFill>
                  <a:schemeClr val="tx1"/>
                </a:solidFill>
                <a:latin typeface="Arial" panose="020B0604020202020204" pitchFamily="34" charset="0"/>
                <a:ea typeface="幼圆" panose="02010509060101010101" pitchFamily="49" charset="-122"/>
              </a:defRPr>
            </a:lvl2pPr>
            <a:lvl3pPr marL="1143000" indent="-228600">
              <a:defRPr>
                <a:solidFill>
                  <a:schemeClr val="tx1"/>
                </a:solidFill>
                <a:latin typeface="Arial" panose="020B0604020202020204" pitchFamily="34" charset="0"/>
                <a:ea typeface="幼圆" panose="02010509060101010101" pitchFamily="49" charset="-122"/>
              </a:defRPr>
            </a:lvl3pPr>
            <a:lvl4pPr marL="1600200" indent="-228600">
              <a:defRPr>
                <a:solidFill>
                  <a:schemeClr val="tx1"/>
                </a:solidFill>
                <a:latin typeface="Arial" panose="020B0604020202020204" pitchFamily="34" charset="0"/>
                <a:ea typeface="幼圆" panose="02010509060101010101" pitchFamily="49" charset="-122"/>
              </a:defRPr>
            </a:lvl4pPr>
            <a:lvl5pPr marL="2057400" indent="-228600">
              <a:defRPr>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9pPr>
          </a:lstStyle>
          <a:p>
            <a:pPr algn="ctr" eaLnBrk="1" hangingPunct="1"/>
            <a:r>
              <a:rPr lang="en-US" sz="1800">
                <a:solidFill>
                  <a:schemeClr val="lt1"/>
                </a:solidFill>
                <a:latin typeface="微软雅黑" panose="020B0503020204020204" charset="-122"/>
                <a:ea typeface="微软雅黑" panose="020B0503020204020204" charset="-122"/>
              </a:rPr>
              <a:t>2</a:t>
            </a:r>
            <a:endParaRPr lang="en-US" altLang="en-US" sz="1800">
              <a:solidFill>
                <a:schemeClr val="lt1"/>
              </a:solidFill>
              <a:latin typeface="微软雅黑" panose="020B0503020204020204" charset="-122"/>
              <a:ea typeface="微软雅黑" panose="020B0503020204020204" charset="-122"/>
            </a:endParaRPr>
          </a:p>
        </p:txBody>
      </p:sp>
      <p:sp>
        <p:nvSpPr>
          <p:cNvPr id="29708" name="文本框 20"/>
          <p:cNvSpPr txBox="1">
            <a:spLocks noChangeArrowheads="1"/>
          </p:cNvSpPr>
          <p:nvPr>
            <p:custDataLst>
              <p:tags r:id="rId13"/>
            </p:custDataLst>
          </p:nvPr>
        </p:nvSpPr>
        <p:spPr bwMode="auto">
          <a:xfrm>
            <a:off x="8317140" y="3902737"/>
            <a:ext cx="3247028" cy="1390183"/>
          </a:xfrm>
          <a:prstGeom prst="rect">
            <a:avLst/>
          </a:prstGeom>
          <a:noFill/>
          <a:ln>
            <a:noFill/>
          </a:ln>
          <a:extLst>
            <a:ext uri="{909E8E84-426E-40DD-AFC4-6F175D3DCCD1}">
              <a14:hiddenFill xmlns:a14="http://schemas.microsoft.com/office/drawing/2010/main">
                <a:solidFill>
                  <a:srgbClr val="FFFFFF"/>
                </a:solidFill>
              </a14:hiddenFill>
            </a:ext>
          </a:extLst>
        </p:spPr>
        <p:txBody>
          <a:bodyPr lIns="0" tIns="0" rIns="0" bIns="0" anchor="ctr">
            <a:normAutofit/>
          </a:bodyPr>
          <a:lstStyle>
            <a:lvl1pPr algn="just">
              <a:lnSpc>
                <a:spcPct val="110000"/>
              </a:lnSpc>
              <a:spcBef>
                <a:spcPts val="600"/>
              </a:spcBef>
              <a:buClr>
                <a:schemeClr val="accent1"/>
              </a:buClr>
              <a:buSzPct val="80000"/>
              <a:buFont typeface="Wingdings" panose="05000000000000000000" pitchFamily="2" charset="2"/>
              <a:buChar char="{"/>
              <a:defRPr sz="2400">
                <a:solidFill>
                  <a:schemeClr val="accent1"/>
                </a:solidFill>
                <a:latin typeface="Arial" panose="020B0604020202020204" pitchFamily="34" charset="0"/>
                <a:ea typeface="黑体" panose="02010609060101010101" pitchFamily="49" charset="-122"/>
              </a:defRPr>
            </a:lvl1pPr>
            <a:lvl2pPr marL="742950" indent="-285750" algn="just">
              <a:lnSpc>
                <a:spcPct val="120000"/>
              </a:lnSpc>
              <a:buClr>
                <a:srgbClr val="DABE8B"/>
              </a:buClr>
              <a:buFont typeface="幼圆" panose="02010509060101010101" pitchFamily="49" charset="-122"/>
              <a:buChar char=" "/>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Char char="•"/>
              <a:defRPr sz="2000">
                <a:solidFill>
                  <a:schemeClr val="tx1"/>
                </a:solidFill>
                <a:latin typeface="Arial" panose="020B0604020202020204" pitchFamily="34" charset="0"/>
                <a:ea typeface="幼圆" panose="02010509060101010101" pitchFamily="49" charset="-122"/>
              </a:defRPr>
            </a:lvl3pPr>
            <a:lvl4pPr marL="16002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4pPr>
            <a:lvl5pPr marL="20574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9pPr>
          </a:lstStyle>
          <a:p>
            <a:pPr lvl="0" algn="just">
              <a:lnSpc>
                <a:spcPct val="130000"/>
              </a:lnSpc>
              <a:buClrTx/>
              <a:buSzTx/>
              <a:buNone/>
            </a:pPr>
            <a:r>
              <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rPr>
              <a:t>DROP PROCEDURE procedure_name[,...n]</a:t>
            </a:r>
            <a:endPar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endParaRPr>
          </a:p>
        </p:txBody>
      </p:sp>
      <p:sp>
        <p:nvSpPr>
          <p:cNvPr id="29702" name="任意多边形 22"/>
          <p:cNvSpPr/>
          <p:nvPr>
            <p:custDataLst>
              <p:tags r:id="rId14"/>
            </p:custDataLst>
          </p:nvPr>
        </p:nvSpPr>
        <p:spPr bwMode="auto">
          <a:xfrm rot="16200000">
            <a:off x="3964077" y="3526437"/>
            <a:ext cx="1430229" cy="713208"/>
          </a:xfrm>
          <a:custGeom>
            <a:avLst/>
            <a:gdLst>
              <a:gd name="T0" fmla="*/ 1213505 w 1391850"/>
              <a:gd name="T1" fmla="*/ 0 h 696292"/>
              <a:gd name="T2" fmla="*/ 1391850 w 1391850"/>
              <a:gd name="T3" fmla="*/ 680523 h 696292"/>
              <a:gd name="T4" fmla="*/ 664395 w 1391850"/>
              <a:gd name="T5" fmla="*/ 679784 h 696292"/>
              <a:gd name="T6" fmla="*/ 810270 w 1391850"/>
              <a:gd name="T7" fmla="*/ 476062 h 696292"/>
              <a:gd name="T8" fmla="*/ 0 w 1391850"/>
              <a:gd name="T9" fmla="*/ 696292 h 696292"/>
              <a:gd name="T10" fmla="*/ 1084978 w 1391850"/>
              <a:gd name="T11" fmla="*/ 149640 h 696292"/>
              <a:gd name="T12" fmla="*/ 1213505 w 1391850"/>
              <a:gd name="T13" fmla="*/ 0 h 696292"/>
            </a:gdLst>
            <a:ahLst/>
            <a:cxnLst>
              <a:cxn ang="0">
                <a:pos x="T0" y="T1"/>
              </a:cxn>
              <a:cxn ang="0">
                <a:pos x="T2" y="T3"/>
              </a:cxn>
              <a:cxn ang="0">
                <a:pos x="T4" y="T5"/>
              </a:cxn>
              <a:cxn ang="0">
                <a:pos x="T6" y="T7"/>
              </a:cxn>
              <a:cxn ang="0">
                <a:pos x="T8" y="T9"/>
              </a:cxn>
              <a:cxn ang="0">
                <a:pos x="T10" y="T11"/>
              </a:cxn>
              <a:cxn ang="0">
                <a:pos x="T12" y="T13"/>
              </a:cxn>
            </a:cxnLst>
            <a:rect l="0" t="0"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lnTo>
                  <a:pt x="1213505"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pPr algn="ctr"/>
            <a:endParaRPr lang="zh-CN" altLang="en-US">
              <a:solidFill>
                <a:schemeClr val="dk1"/>
              </a:solidFill>
              <a:latin typeface="微软雅黑" panose="020B0503020204020204" charset="-122"/>
              <a:ea typeface="微软雅黑" panose="020B0503020204020204" charset="-122"/>
            </a:endParaRPr>
          </a:p>
        </p:txBody>
      </p:sp>
      <p:cxnSp>
        <p:nvCxnSpPr>
          <p:cNvPr id="29709" name="直接连接符 25"/>
          <p:cNvCxnSpPr>
            <a:cxnSpLocks noChangeShapeType="1"/>
          </p:cNvCxnSpPr>
          <p:nvPr>
            <p:custDataLst>
              <p:tags r:id="rId15"/>
            </p:custDataLst>
          </p:nvPr>
        </p:nvCxnSpPr>
        <p:spPr bwMode="auto">
          <a:xfrm flipH="1">
            <a:off x="4414123" y="2933369"/>
            <a:ext cx="671255" cy="0"/>
          </a:xfrm>
          <a:prstGeom prst="line">
            <a:avLst/>
          </a:prstGeom>
          <a:noFill/>
          <a:ln w="3175" cmpd="sng">
            <a:solidFill>
              <a:schemeClr val="lt1">
                <a:lumMod val="75000"/>
              </a:schemeClr>
            </a:solidFill>
            <a:prstDash val="dash"/>
            <a:round/>
          </a:ln>
          <a:extLst>
            <a:ext uri="{909E8E84-426E-40DD-AFC4-6F175D3DCCD1}">
              <a14:hiddenFill xmlns:a14="http://schemas.microsoft.com/office/drawing/2010/main">
                <a:noFill/>
              </a14:hiddenFill>
            </a:ext>
          </a:extLst>
        </p:spPr>
      </p:cxnSp>
      <p:sp>
        <p:nvSpPr>
          <p:cNvPr id="29710" name="椭圆 26"/>
          <p:cNvSpPr>
            <a:spLocks noChangeArrowheads="1"/>
          </p:cNvSpPr>
          <p:nvPr>
            <p:custDataLst>
              <p:tags r:id="rId16"/>
            </p:custDataLst>
          </p:nvPr>
        </p:nvSpPr>
        <p:spPr bwMode="auto">
          <a:xfrm flipH="1">
            <a:off x="3943101" y="2744579"/>
            <a:ext cx="379487" cy="379489"/>
          </a:xfrm>
          <a:prstGeom prst="ellipse">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tx1"/>
                </a:solidFill>
                <a:latin typeface="Arial" panose="020B0604020202020204" pitchFamily="34" charset="0"/>
                <a:ea typeface="幼圆" panose="02010509060101010101" pitchFamily="49" charset="-122"/>
              </a:defRPr>
            </a:lvl1pPr>
            <a:lvl2pPr marL="742950" indent="-285750">
              <a:defRPr>
                <a:solidFill>
                  <a:schemeClr val="tx1"/>
                </a:solidFill>
                <a:latin typeface="Arial" panose="020B0604020202020204" pitchFamily="34" charset="0"/>
                <a:ea typeface="幼圆" panose="02010509060101010101" pitchFamily="49" charset="-122"/>
              </a:defRPr>
            </a:lvl2pPr>
            <a:lvl3pPr marL="1143000" indent="-228600">
              <a:defRPr>
                <a:solidFill>
                  <a:schemeClr val="tx1"/>
                </a:solidFill>
                <a:latin typeface="Arial" panose="020B0604020202020204" pitchFamily="34" charset="0"/>
                <a:ea typeface="幼圆" panose="02010509060101010101" pitchFamily="49" charset="-122"/>
              </a:defRPr>
            </a:lvl3pPr>
            <a:lvl4pPr marL="1600200" indent="-228600">
              <a:defRPr>
                <a:solidFill>
                  <a:schemeClr val="tx1"/>
                </a:solidFill>
                <a:latin typeface="Arial" panose="020B0604020202020204" pitchFamily="34" charset="0"/>
                <a:ea typeface="幼圆" panose="02010509060101010101" pitchFamily="49" charset="-122"/>
              </a:defRPr>
            </a:lvl4pPr>
            <a:lvl5pPr marL="2057400" indent="-228600">
              <a:defRPr>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9pPr>
          </a:lstStyle>
          <a:p>
            <a:pPr algn="ctr" eaLnBrk="1" hangingPunct="1"/>
            <a:r>
              <a:rPr lang="en-US" sz="1800">
                <a:solidFill>
                  <a:schemeClr val="lt1"/>
                </a:solidFill>
                <a:latin typeface="微软雅黑" panose="020B0503020204020204" charset="-122"/>
                <a:ea typeface="微软雅黑" panose="020B0503020204020204" charset="-122"/>
              </a:rPr>
              <a:t>4</a:t>
            </a:r>
            <a:endParaRPr lang="en-US" altLang="en-US" sz="1800">
              <a:solidFill>
                <a:schemeClr val="lt1"/>
              </a:solidFill>
              <a:latin typeface="微软雅黑" panose="020B0503020204020204" charset="-122"/>
              <a:ea typeface="微软雅黑" panose="020B0503020204020204" charset="-122"/>
            </a:endParaRPr>
          </a:p>
        </p:txBody>
      </p:sp>
      <p:sp>
        <p:nvSpPr>
          <p:cNvPr id="29711" name="文本框 27"/>
          <p:cNvSpPr txBox="1">
            <a:spLocks noChangeArrowheads="1"/>
          </p:cNvSpPr>
          <p:nvPr>
            <p:custDataLst>
              <p:tags r:id="rId17"/>
            </p:custDataLst>
          </p:nvPr>
        </p:nvSpPr>
        <p:spPr bwMode="auto">
          <a:xfrm flipH="1">
            <a:off x="1541145" y="2336165"/>
            <a:ext cx="2353310" cy="1390015"/>
          </a:xfrm>
          <a:prstGeom prst="rect">
            <a:avLst/>
          </a:prstGeom>
          <a:noFill/>
          <a:ln>
            <a:noFill/>
          </a:ln>
          <a:extLst>
            <a:ext uri="{909E8E84-426E-40DD-AFC4-6F175D3DCCD1}">
              <a14:hiddenFill xmlns:a14="http://schemas.microsoft.com/office/drawing/2010/main">
                <a:solidFill>
                  <a:srgbClr val="FFFFFF"/>
                </a:solidFill>
              </a14:hiddenFill>
            </a:ext>
          </a:extLst>
        </p:spPr>
        <p:txBody>
          <a:bodyPr lIns="0" tIns="0" rIns="0" bIns="0" anchor="ctr">
            <a:normAutofit/>
          </a:bodyPr>
          <a:lstStyle>
            <a:lvl1pPr algn="just">
              <a:lnSpc>
                <a:spcPct val="110000"/>
              </a:lnSpc>
              <a:spcBef>
                <a:spcPts val="600"/>
              </a:spcBef>
              <a:buClr>
                <a:schemeClr val="accent1"/>
              </a:buClr>
              <a:buSzPct val="80000"/>
              <a:buFont typeface="Wingdings" panose="05000000000000000000" pitchFamily="2" charset="2"/>
              <a:buChar char="{"/>
              <a:defRPr sz="2400">
                <a:solidFill>
                  <a:schemeClr val="accent1"/>
                </a:solidFill>
                <a:latin typeface="Arial" panose="020B0604020202020204" pitchFamily="34" charset="0"/>
                <a:ea typeface="黑体" panose="02010609060101010101" pitchFamily="49" charset="-122"/>
              </a:defRPr>
            </a:lvl1pPr>
            <a:lvl2pPr marL="742950" indent="-285750" algn="just">
              <a:lnSpc>
                <a:spcPct val="120000"/>
              </a:lnSpc>
              <a:buClr>
                <a:srgbClr val="DABE8B"/>
              </a:buClr>
              <a:buFont typeface="幼圆" panose="02010509060101010101" pitchFamily="49" charset="-122"/>
              <a:buChar char=" "/>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Char char="•"/>
              <a:defRPr sz="2000">
                <a:solidFill>
                  <a:schemeClr val="tx1"/>
                </a:solidFill>
                <a:latin typeface="Arial" panose="020B0604020202020204" pitchFamily="34" charset="0"/>
                <a:ea typeface="幼圆" panose="02010509060101010101" pitchFamily="49" charset="-122"/>
              </a:defRPr>
            </a:lvl3pPr>
            <a:lvl4pPr marL="16002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4pPr>
            <a:lvl5pPr marL="20574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9pPr>
          </a:lstStyle>
          <a:p>
            <a:pPr lvl="0" algn="just">
              <a:lnSpc>
                <a:spcPct val="130000"/>
              </a:lnSpc>
              <a:buClrTx/>
              <a:buSzTx/>
              <a:buNone/>
            </a:pPr>
            <a:r>
              <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rPr>
              <a:t>DROP PROCEDURE pro_test</a:t>
            </a:r>
            <a:endPar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endParaRPr>
          </a:p>
        </p:txBody>
      </p:sp>
      <p:sp>
        <p:nvSpPr>
          <p:cNvPr id="29705" name="任意多边形 14"/>
          <p:cNvSpPr/>
          <p:nvPr>
            <p:custDataLst>
              <p:tags r:id="rId18"/>
            </p:custDataLst>
          </p:nvPr>
        </p:nvSpPr>
        <p:spPr bwMode="auto">
          <a:xfrm rot="10800000">
            <a:off x="5260819" y="4823179"/>
            <a:ext cx="1430229" cy="715115"/>
          </a:xfrm>
          <a:custGeom>
            <a:avLst/>
            <a:gdLst>
              <a:gd name="T0" fmla="*/ 1213505 w 1391850"/>
              <a:gd name="T1" fmla="*/ 0 h 696292"/>
              <a:gd name="T2" fmla="*/ 1391850 w 1391850"/>
              <a:gd name="T3" fmla="*/ 680523 h 696292"/>
              <a:gd name="T4" fmla="*/ 664395 w 1391850"/>
              <a:gd name="T5" fmla="*/ 679784 h 696292"/>
              <a:gd name="T6" fmla="*/ 810270 w 1391850"/>
              <a:gd name="T7" fmla="*/ 476062 h 696292"/>
              <a:gd name="T8" fmla="*/ 0 w 1391850"/>
              <a:gd name="T9" fmla="*/ 696292 h 696292"/>
              <a:gd name="T10" fmla="*/ 1084978 w 1391850"/>
              <a:gd name="T11" fmla="*/ 149640 h 696292"/>
              <a:gd name="T12" fmla="*/ 1213505 w 1391850"/>
              <a:gd name="T13" fmla="*/ 0 h 696292"/>
            </a:gdLst>
            <a:ahLst/>
            <a:cxnLst>
              <a:cxn ang="0">
                <a:pos x="T0" y="T1"/>
              </a:cxn>
              <a:cxn ang="0">
                <a:pos x="T2" y="T3"/>
              </a:cxn>
              <a:cxn ang="0">
                <a:pos x="T4" y="T5"/>
              </a:cxn>
              <a:cxn ang="0">
                <a:pos x="T6" y="T7"/>
              </a:cxn>
              <a:cxn ang="0">
                <a:pos x="T8" y="T9"/>
              </a:cxn>
              <a:cxn ang="0">
                <a:pos x="T10" y="T11"/>
              </a:cxn>
              <a:cxn ang="0">
                <a:pos x="T12" y="T13"/>
              </a:cxn>
            </a:cxnLst>
            <a:rect l="0" t="0" r="r" b="b"/>
            <a:pathLst>
              <a:path w="1391850" h="696292">
                <a:moveTo>
                  <a:pt x="1213505" y="0"/>
                </a:moveTo>
                <a:lnTo>
                  <a:pt x="1391850" y="680523"/>
                </a:lnTo>
                <a:lnTo>
                  <a:pt x="664395" y="679784"/>
                </a:lnTo>
                <a:lnTo>
                  <a:pt x="810270" y="476062"/>
                </a:lnTo>
                <a:cubicBezTo>
                  <a:pt x="711564" y="424684"/>
                  <a:pt x="364296" y="301346"/>
                  <a:pt x="0" y="696292"/>
                </a:cubicBezTo>
                <a:cubicBezTo>
                  <a:pt x="100779" y="106417"/>
                  <a:pt x="733669" y="-15667"/>
                  <a:pt x="1084978" y="149640"/>
                </a:cubicBezTo>
                <a:lnTo>
                  <a:pt x="121350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p>
            <a:pPr algn="ctr"/>
            <a:endParaRPr lang="zh-CN" altLang="en-US">
              <a:solidFill>
                <a:schemeClr val="dk1"/>
              </a:solidFill>
              <a:latin typeface="微软雅黑" panose="020B0503020204020204" charset="-122"/>
              <a:ea typeface="微软雅黑" panose="020B0503020204020204" charset="-122"/>
            </a:endParaRPr>
          </a:p>
        </p:txBody>
      </p:sp>
      <p:cxnSp>
        <p:nvCxnSpPr>
          <p:cNvPr id="29712" name="直接连接符 32"/>
          <p:cNvCxnSpPr>
            <a:cxnSpLocks noChangeShapeType="1"/>
          </p:cNvCxnSpPr>
          <p:nvPr>
            <p:custDataLst>
              <p:tags r:id="rId19"/>
            </p:custDataLst>
          </p:nvPr>
        </p:nvCxnSpPr>
        <p:spPr bwMode="auto">
          <a:xfrm flipH="1">
            <a:off x="4524727" y="4832714"/>
            <a:ext cx="671255" cy="0"/>
          </a:xfrm>
          <a:prstGeom prst="line">
            <a:avLst/>
          </a:prstGeom>
          <a:noFill/>
          <a:ln w="3175" cmpd="sng">
            <a:solidFill>
              <a:schemeClr val="lt1">
                <a:lumMod val="75000"/>
              </a:schemeClr>
            </a:solidFill>
            <a:prstDash val="dash"/>
            <a:round/>
          </a:ln>
          <a:extLst>
            <a:ext uri="{909E8E84-426E-40DD-AFC4-6F175D3DCCD1}">
              <a14:hiddenFill xmlns:a14="http://schemas.microsoft.com/office/drawing/2010/main">
                <a:noFill/>
              </a14:hiddenFill>
            </a:ext>
          </a:extLst>
        </p:spPr>
      </p:cxnSp>
      <p:sp>
        <p:nvSpPr>
          <p:cNvPr id="29713" name="椭圆 33"/>
          <p:cNvSpPr>
            <a:spLocks noChangeArrowheads="1"/>
          </p:cNvSpPr>
          <p:nvPr>
            <p:custDataLst>
              <p:tags r:id="rId20"/>
            </p:custDataLst>
          </p:nvPr>
        </p:nvSpPr>
        <p:spPr bwMode="auto">
          <a:xfrm flipH="1">
            <a:off x="4053705" y="4642017"/>
            <a:ext cx="379487" cy="379487"/>
          </a:xfrm>
          <a:prstGeom prst="ellipse">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lIns="0" tIns="0" rIns="0" bIns="0" anchor="ctr"/>
          <a:lstStyle>
            <a:lvl1pPr>
              <a:defRPr>
                <a:solidFill>
                  <a:schemeClr val="tx1"/>
                </a:solidFill>
                <a:latin typeface="Arial" panose="020B0604020202020204" pitchFamily="34" charset="0"/>
                <a:ea typeface="幼圆" panose="02010509060101010101" pitchFamily="49" charset="-122"/>
              </a:defRPr>
            </a:lvl1pPr>
            <a:lvl2pPr marL="742950" indent="-285750">
              <a:defRPr>
                <a:solidFill>
                  <a:schemeClr val="tx1"/>
                </a:solidFill>
                <a:latin typeface="Arial" panose="020B0604020202020204" pitchFamily="34" charset="0"/>
                <a:ea typeface="幼圆" panose="02010509060101010101" pitchFamily="49" charset="-122"/>
              </a:defRPr>
            </a:lvl2pPr>
            <a:lvl3pPr marL="1143000" indent="-228600">
              <a:defRPr>
                <a:solidFill>
                  <a:schemeClr val="tx1"/>
                </a:solidFill>
                <a:latin typeface="Arial" panose="020B0604020202020204" pitchFamily="34" charset="0"/>
                <a:ea typeface="幼圆" panose="02010509060101010101" pitchFamily="49" charset="-122"/>
              </a:defRPr>
            </a:lvl3pPr>
            <a:lvl4pPr marL="1600200" indent="-228600">
              <a:defRPr>
                <a:solidFill>
                  <a:schemeClr val="tx1"/>
                </a:solidFill>
                <a:latin typeface="Arial" panose="020B0604020202020204" pitchFamily="34" charset="0"/>
                <a:ea typeface="幼圆" panose="02010509060101010101" pitchFamily="49" charset="-122"/>
              </a:defRPr>
            </a:lvl4pPr>
            <a:lvl5pPr marL="2057400" indent="-228600">
              <a:defRPr>
                <a:solidFill>
                  <a:schemeClr val="tx1"/>
                </a:solidFill>
                <a:latin typeface="Arial" panose="020B0604020202020204" pitchFamily="34" charset="0"/>
                <a:ea typeface="幼圆" panose="02010509060101010101"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幼圆" panose="02010509060101010101" pitchFamily="49" charset="-122"/>
              </a:defRPr>
            </a:lvl9pPr>
          </a:lstStyle>
          <a:p>
            <a:pPr algn="ctr" eaLnBrk="1" hangingPunct="1"/>
            <a:r>
              <a:rPr lang="en-US" sz="1800">
                <a:solidFill>
                  <a:schemeClr val="lt1"/>
                </a:solidFill>
                <a:latin typeface="微软雅黑" panose="020B0503020204020204" charset="-122"/>
                <a:ea typeface="微软雅黑" panose="020B0503020204020204" charset="-122"/>
              </a:rPr>
              <a:t>3</a:t>
            </a:r>
            <a:endParaRPr lang="en-US" altLang="en-US" sz="1800">
              <a:solidFill>
                <a:schemeClr val="lt1"/>
              </a:solidFill>
              <a:latin typeface="微软雅黑" panose="020B0503020204020204" charset="-122"/>
              <a:ea typeface="微软雅黑" panose="020B0503020204020204" charset="-122"/>
            </a:endParaRPr>
          </a:p>
        </p:txBody>
      </p:sp>
      <p:sp>
        <p:nvSpPr>
          <p:cNvPr id="29714" name="文本框 34"/>
          <p:cNvSpPr txBox="1">
            <a:spLocks noChangeArrowheads="1"/>
          </p:cNvSpPr>
          <p:nvPr>
            <p:custDataLst>
              <p:tags r:id="rId21"/>
            </p:custDataLst>
          </p:nvPr>
        </p:nvSpPr>
        <p:spPr bwMode="auto">
          <a:xfrm flipH="1">
            <a:off x="412750" y="4126865"/>
            <a:ext cx="3473450" cy="1388110"/>
          </a:xfrm>
          <a:prstGeom prst="rect">
            <a:avLst/>
          </a:prstGeom>
          <a:noFill/>
          <a:ln>
            <a:noFill/>
          </a:ln>
          <a:extLst>
            <a:ext uri="{909E8E84-426E-40DD-AFC4-6F175D3DCCD1}">
              <a14:hiddenFill xmlns:a14="http://schemas.microsoft.com/office/drawing/2010/main">
                <a:solidFill>
                  <a:srgbClr val="FFFFFF"/>
                </a:solidFill>
              </a14:hiddenFill>
            </a:ext>
          </a:extLst>
        </p:spPr>
        <p:txBody>
          <a:bodyPr lIns="0" tIns="0" rIns="0" bIns="0" anchor="ctr">
            <a:normAutofit/>
          </a:bodyPr>
          <a:lstStyle>
            <a:lvl1pPr algn="just">
              <a:lnSpc>
                <a:spcPct val="110000"/>
              </a:lnSpc>
              <a:spcBef>
                <a:spcPts val="600"/>
              </a:spcBef>
              <a:buClr>
                <a:schemeClr val="accent1"/>
              </a:buClr>
              <a:buSzPct val="80000"/>
              <a:buFont typeface="Wingdings" panose="05000000000000000000" pitchFamily="2" charset="2"/>
              <a:buChar char="{"/>
              <a:defRPr sz="2400">
                <a:solidFill>
                  <a:schemeClr val="accent1"/>
                </a:solidFill>
                <a:latin typeface="Arial" panose="020B0604020202020204" pitchFamily="34" charset="0"/>
                <a:ea typeface="黑体" panose="02010609060101010101" pitchFamily="49" charset="-122"/>
              </a:defRPr>
            </a:lvl1pPr>
            <a:lvl2pPr marL="742950" indent="-285750" algn="just">
              <a:lnSpc>
                <a:spcPct val="120000"/>
              </a:lnSpc>
              <a:buClr>
                <a:srgbClr val="DABE8B"/>
              </a:buClr>
              <a:buFont typeface="幼圆" panose="02010509060101010101" pitchFamily="49" charset="-122"/>
              <a:buChar char=" "/>
              <a:defRPr>
                <a:solidFill>
                  <a:schemeClr val="tx1"/>
                </a:solidFill>
                <a:latin typeface="Arial" panose="020B0604020202020204" pitchFamily="34" charset="0"/>
                <a:ea typeface="黑体" panose="02010609060101010101" pitchFamily="49" charset="-122"/>
              </a:defRPr>
            </a:lvl2pPr>
            <a:lvl3pPr marL="1143000" indent="-228600">
              <a:lnSpc>
                <a:spcPct val="90000"/>
              </a:lnSpc>
              <a:spcBef>
                <a:spcPts val="500"/>
              </a:spcBef>
              <a:buChar char="•"/>
              <a:defRPr sz="2000">
                <a:solidFill>
                  <a:schemeClr val="tx1"/>
                </a:solidFill>
                <a:latin typeface="Arial" panose="020B0604020202020204" pitchFamily="34" charset="0"/>
                <a:ea typeface="幼圆" panose="02010509060101010101" pitchFamily="49" charset="-122"/>
              </a:defRPr>
            </a:lvl3pPr>
            <a:lvl4pPr marL="16002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4pPr>
            <a:lvl5pPr marL="2057400" indent="-228600">
              <a:lnSpc>
                <a:spcPct val="90000"/>
              </a:lnSpc>
              <a:spcBef>
                <a:spcPts val="500"/>
              </a:spcBef>
              <a:buChar char="•"/>
              <a:defRPr>
                <a:solidFill>
                  <a:schemeClr val="tx1"/>
                </a:solidFill>
                <a:latin typeface="Arial" panose="020B0604020202020204" pitchFamily="34" charset="0"/>
                <a:ea typeface="幼圆" panose="02010509060101010101"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幼圆" panose="02010509060101010101" pitchFamily="49" charset="-122"/>
              </a:defRPr>
            </a:lvl9pPr>
          </a:lstStyle>
          <a:p>
            <a:pPr lvl="0" algn="just">
              <a:lnSpc>
                <a:spcPct val="130000"/>
              </a:lnSpc>
              <a:buClrTx/>
              <a:buSzTx/>
              <a:buNone/>
            </a:pPr>
            <a:r>
              <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rPr>
              <a:t>【例10.9】 删除pro_test存储过程的语句如下：</a:t>
            </a:r>
            <a:endPar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endParaRPr>
          </a:p>
          <a:p>
            <a:pPr lvl="0" algn="just">
              <a:lnSpc>
                <a:spcPct val="130000"/>
              </a:lnSpc>
              <a:buClrTx/>
              <a:buSzTx/>
              <a:buNone/>
            </a:pPr>
            <a:endParaRPr lang="zh-CN" altLang="en-US" sz="1400">
              <a:solidFill>
                <a:schemeClr val="dk1"/>
              </a:solidFill>
              <a:latin typeface="Times New Roman" panose="02020603050405020304" charset="0"/>
              <a:ea typeface="微软雅黑" panose="020B0503020204020204" charset="-122"/>
              <a:cs typeface="Times New Roman" panose="02020603050405020304" charset="0"/>
              <a:sym typeface="+mn-ea"/>
            </a:endParaRPr>
          </a:p>
        </p:txBody>
      </p:sp>
    </p:spTree>
    <p:custDataLst>
      <p:tags r:id="rId22"/>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sym typeface="微软雅黑" panose="020B0503020204020204" charset="-122"/>
              </a:rPr>
              <a:t>查看存储过程信息</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8450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Server中，可以使用系统存储过程、目录视图等查看存储过程的有关信息，如存储过程的定义信息、存储过程的依赖信息以及存储过程的名称和参数等信息。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使用系统存储过程查看某个存储过程的有关信息时，可以使用如下语句形式：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sp_procedure_name ‘procedure_name’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其中，sp_procedure_name表示系统存储过程；procedure_name表示被查看的存储过程。使用目录视图查看某个存储过程的有关信息时，可以使用如下语句形式：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view_name WHERE name=’procedure_name’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其中，view_name表示目录视图。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（1）查看存储过程的定义信息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查看存储过程的定义信息可以使用目录视图sys.sql_modules和系统存储过程sp_helptext等。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例10.10</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】使用系统存储过程sp_helptext查看存储过程pro_test1的定义信息，语句如下：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sp_helptext ’pro_test1’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查看存储过程的依赖信息</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84300"/>
            <a:ext cx="11278235" cy="487807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（2）查看存储过程的依赖信息</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查看存储过程的依赖信息也就是查看存储过程中涉及的数据库对象的信息，可以使用对象目录视图sys.sql_dependencies和系统存储过程sp_depends等。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】使用系统存储过程sp_depends查看存储过程pro_test1中的对象信息，语句如下：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sp_depends ‘pro_test1’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（3）查看存储过程的名称、参数等信息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查看存储过程的名称、参数等信息可以使用sys.objects、sys.procedure、sys.parameters、sys.numbered_procedures等目录视图。</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】通过目录视图sys.procedures查看存储过程pro_test1的名称、参数等信息，语句如下：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sys.procedures WHERE name='pro_test1'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1.3 处理错误信息</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659832" y="2493633"/>
            <a:ext cx="6872335"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为了提高存储过程的使用频率，存储过程应该包含与用户进行交互的事务状态（成功或失败）的信息。因为在存储过程中执行的语句并不一定会成功，所以应该在存储过程中添加事务，在开始处理事务前要进行任务逻辑检查、业务逻辑检查和错误检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RETURN语句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447800"/>
            <a:ext cx="11277600" cy="54102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使用RETURN语句可以无条件地从查询或存储过程中退出，RETURN语句后面的语句将不会被执行。RETURN语句的语法如下：</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RETURN [integer_expression]</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其中，interger_expression表示整型的返回值，即返回代码。</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【例10.13】使用如下代码创建一个存储过程return_test1：</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return_test1</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@Cno_in int</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DECLARE @count int</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IF(SELECT COUNT(*) FROM SC WHERE Cno=@Cno_in)=0</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’不存在该课程号’</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RETURN </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ELSE</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@count=COUNT(*) FROM SC WHERE Cno=@Cno_in</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 @count</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上述过程中，return_test1根据用户提供的课程号，首先在SC表中查询是否存在该课程，如果不存在，就显示提示信息，并使用RETURN语句退出存储过程，不执行后面的语句；如果存在，就显示选择该课程的人数。</a:t>
            </a:r>
            <a:endParaRPr lang="zh-CN" altLang="en-US" sz="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系统存储过程sp_addmessage</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032510"/>
            <a:ext cx="11277600" cy="582485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使用系统存储过程sp_addmessage可以自定义错误消息，新的错误消息将被保存到SQL Server数据库引擎实例中，可以通过sys.messages目录视图进行查看。</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使用sp_addmessage存储过程定义错误消息的语法如下：</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cs typeface="Times New Roman" panose="02020603050405020304" charset="0"/>
              </a:rPr>
              <a:t>EXEC  sp_addmessage</a:t>
            </a:r>
            <a:endParaRPr lang="zh-CN" altLang="en-US" sz="1800" spc="100" dirty="0">
              <a:ln w="3175">
                <a:noFill/>
                <a:prstDash val="dash"/>
              </a:ln>
              <a:solidFill>
                <a:srgbClr val="FF0000"/>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cs typeface="Times New Roman" panose="02020603050405020304" charset="0"/>
              </a:rPr>
              <a:t>    [@msgnum=]msg_id,[@severity = ] severity,[@msgtext=] 'msg'</a:t>
            </a:r>
            <a:endParaRPr lang="zh-CN" altLang="en-US" sz="1800" spc="100" dirty="0">
              <a:ln w="3175">
                <a:noFill/>
                <a:prstDash val="dash"/>
              </a:ln>
              <a:solidFill>
                <a:srgbClr val="FF0000"/>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cs typeface="Times New Roman" panose="02020603050405020304" charset="0"/>
              </a:rPr>
              <a:t>    [,[@lang=] 'language']</a:t>
            </a:r>
            <a:endParaRPr lang="zh-CN" altLang="en-US" sz="1800" spc="100" dirty="0">
              <a:ln w="3175">
                <a:noFill/>
                <a:prstDash val="dash"/>
              </a:ln>
              <a:solidFill>
                <a:srgbClr val="FF0000"/>
              </a:solidFill>
              <a:uFillTx/>
              <a:latin typeface="Times New Roman" panose="02020603050405020304" charset="0"/>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cs typeface="Times New Roman" panose="02020603050405020304" charset="0"/>
              </a:rPr>
              <a:t>[,[@with_log=] {'TRUE'|'FALSE'}]</a:t>
            </a:r>
            <a:endParaRPr lang="zh-CN" altLang="en-US" sz="1800" spc="100" dirty="0">
              <a:ln w="3175">
                <a:noFill/>
                <a:prstDash val="dash"/>
              </a:ln>
              <a:solidFill>
                <a:srgbClr val="FF0000"/>
              </a:solidFill>
              <a:uFillTx/>
              <a:latin typeface="Times New Roman" panose="02020603050405020304" charset="0"/>
              <a:cs typeface="Times New Roman" panose="02020603050405020304" charset="0"/>
            </a:endParaRPr>
          </a:p>
          <a:p>
            <a:pPr algn="l" fontAlgn="auto">
              <a:lnSpc>
                <a:spcPct val="120000"/>
              </a:lnSpc>
              <a:spcAft>
                <a:spcPts val="800"/>
              </a:spcAft>
            </a:pPr>
            <a:r>
              <a:rPr altLang="zh-CN" sz="1800" spc="100" dirty="0">
                <a:ln w="3175">
                  <a:noFill/>
                  <a:prstDash val="dash"/>
                </a:ln>
                <a:solidFill>
                  <a:srgbClr val="FF0000"/>
                </a:solidFill>
                <a:uFillTx/>
                <a:latin typeface="Times New Roman" panose="02020603050405020304" charset="0"/>
                <a:cs typeface="Times New Roman" panose="02020603050405020304" charset="0"/>
              </a:rPr>
              <a:t>    </a:t>
            </a:r>
            <a:r>
              <a:rPr lang="zh-CN" altLang="en-US" sz="1800" spc="100" dirty="0">
                <a:ln w="3175">
                  <a:noFill/>
                  <a:prstDash val="dash"/>
                </a:ln>
                <a:solidFill>
                  <a:srgbClr val="FF0000"/>
                </a:solidFill>
                <a:uFillTx/>
                <a:latin typeface="Times New Roman" panose="02020603050405020304" charset="0"/>
                <a:cs typeface="Times New Roman" panose="02020603050405020304" charset="0"/>
              </a:rPr>
              <a:t>[,[@replace=] 'replace']</a:t>
            </a:r>
            <a:endParaRPr lang="zh-CN" altLang="en-US" sz="1800" spc="100" dirty="0">
              <a:ln w="3175">
                <a:noFill/>
                <a:prstDash val="dash"/>
              </a:ln>
              <a:solidFill>
                <a:srgbClr val="FF0000"/>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@msgnum、@severity等变量：在定义新错误消息时，可以使用“@变量名=变量值”的形式，也可以省略这些变量名。如果使用这些变量，就可以不考虑参数的顺序，否则需要严格按照参数顺序赋值。</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msg_id：消息的ID。其数据类型为int，默认值为NULL。</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severity：错误的严重级别。其数据类型为smallint，默认值为NULL。</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msg：错误消息的文本。其数据类型为nvarchar(255)，默认值为NULL。</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language：消息所使用的语言。其数据类型为sysname，默认值为NULL。</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'TRUE'|'FALSE'：是否在消息发生时将其写入Windows应用程序日志。</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cs typeface="Times New Roman" panose="02020603050405020304" charset="0"/>
              </a:rPr>
              <a:t>例10.14</a:t>
            </a: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】用户自定义了一个管理员表manager，该表中有一个管理员admin不允许删除。如果要对删除该管理员的操作进行错误提示，就需要用户自定义一个错误消息，语句如下：</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EXEC  sp_addmessage</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    1001,16,’admin管理员不允许删除！’ , ‘us_english’ , ’TRUE’</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rPr>
              <a:t>上面定义了一个ID为1001的消息，严重级别为16，消息内容为“admin管理员不允许删除！”，语言为us_english，在消息发生时将其写入Windows应用程序日志。</a:t>
            </a:r>
            <a:endParaRPr lang="zh-CN" altLang="en-US" sz="1800" spc="100" dirty="0">
              <a:ln w="3175">
                <a:noFill/>
                <a:prstDash val="dash"/>
              </a:ln>
              <a:solidFill>
                <a:schemeClr val="dk1">
                  <a:lumMod val="75000"/>
                  <a:lumOff val="25000"/>
                </a:schemeClr>
              </a:solidFill>
              <a:uFillTx/>
              <a:latin typeface="Times New Roman" panose="02020603050405020304" charset="0"/>
              <a:cs typeface="Times New Roman" panose="02020603050405020304" charset="0"/>
            </a:endParaRPr>
          </a:p>
        </p:txBody>
      </p: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RAISERROR函数</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6565" y="1371600"/>
            <a:ext cx="11278235" cy="53911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RAISERROR函数可以引用sys.messages目录视图中存储的用户定义消息，也可以动态建立消息。该消息作为服务器错误消息返回到调用的应用程序中。</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RAISERROR函数的使用语法如下：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RAISERROR({msg_id | msg_str | @local_variable}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,severity,state}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,argument[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WITH option[ , …n]]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msg_id：使用sp_addmessage存储在sys.messages目录视图中的用户定义错误消息号。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msg_str：使用此参数可以创建消息文本。</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@local_variable：一个可以为任何有效字符数据类型的变量。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severity：消息的严重级别。</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argument：用于代替msg_str或对英语msg_id的消息中定义的变量的参数。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option：错误的处理形式。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】使用RAISERROR函数调用前面定义的错误消息1001，语句如下：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RAISERROR(1001,16,1)</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系统全局变量@@ERROR</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2883035" y="2189379"/>
            <a:ext cx="6425930" cy="385084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RROR可以返回执行上一个Transact-SQL语句的错误号。如果上一个Transact-SQL语句执行没有错误，就返回0。也就是说，@@ERROR的值在每一条Transact-SQL语句执行后被重置，如果想要查看不是最近的Transact-SQL语句执行的错误号，就应该在该语句后面立刻跟上@@ERROR进行查看，或者将其保存到一个局部变量中以备以后查看。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该函数的使用方法简单，直接使用@@ERROR即可。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1.4 优化存储过程</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822450"/>
            <a:ext cx="11277600" cy="4406900"/>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在存储过程中封装了许多SQL语句，如果要提高存储过程的使用效率，首先就应该对存储过程中的SQL语句进行优化。除此之外，还应该注意存储过程的编译问题。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SQL语句优化</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对SQL语句的优化可以体现在很多方面，如关键字的选择、表的查询次数、运算符的使用等。本节介绍几种常见的SQL语句优化。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使用列名代替“*”</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在使用SELECT语句查询表中的所有列时，为了方便或没有记住表中的列名，往往使用“*”表示查询列。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使用“*”可以方便SQL语句的编写，但是却会降低SQL语句的执行效率。因为如果使用“*”，而不确切地告诉SQL Server到底是哪些列，那么SQL Server在执行该SQL语句时需要先“翻译”语句中的“*”所表示的列名，这自然要花费系统更多的时间与资源。</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使用“&lt;=”代替“&lt;”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“&lt;=”与“&lt;”的作用相信读者并不陌生，前者用来表示小于等于某个值，后者用来表示小于某个值。很多时候，这两个比较符可以替换着使用。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【例10.16】</a:t>
            </a: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（3）减少查询次数</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409765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【例10.16】判断SC表中成绩不及格的信息，也就是查找成绩小于60的行数据，语句如下：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SC WHERE Grade&lt;60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SELECT * FROM SC WHERE Grade&lt;=59</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虽然这两条语句实现的查询结果一样，而且第一条语句看上去更容易让人理解，但是在实际应用中建议使用第二条查询语句，也就是使用“&gt;=”代替“&gt;”。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这两条语句的区别在于，如果使用“&lt;60”，SQL Server就会首先定位到60，然后寻找比60小的数；如果使用“&lt;=59”，SQL Server就会直接定位到第一个比60小的数，也就是59。</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（3）减少查询次数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减少表的查询次数主要是指能使用一次查询获得的数据尽量不要通过两次或更多次的查询获得，因为对表的查询次数越多，查询速度越慢。</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存储过程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使用EXECUTE…WITH RECOMPILE语句</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478028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在默认情况下，用户创建的存储过程是经过编译后存放在数据库中的，这样在以后执行该过程时，系统不需要再次编译该过程，可以大大提高存储过程的执行速度。</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但是，有时候存储过程需要在运行时重新编译，如带有输入参数的存储过程，这些输入参数有可能在每次使用存储过程时都有极大变化，并可能影响到存储过程中的JOIN或WHERE从句。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如果需要存储过程在执行时被重新编译，最简单的方法就是在创建该过程时使用WITH RECOMPILE语句。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】使用WITH RECOMPILE语句创建如下存储过程：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PROCEDURE test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@param_in int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RECOMPILE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使用WITH RECOMPILE语句后，每次执行存储过程时，系统都会重新编译它，并且不会将执行计划保存到系统的高速缓冲区中。如果不是每次都需要重新编译存储过程，而只是偶尔才需要，那么使用WITH RECOMPILE语句将会影响存储过程整体的执行速率。</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既希望存储过程不要在每次被执行时都重新编译，又希望在需要的时候编译它，这个时候就可以使用EXECUTE…WITH RECOMPILE语句执行该存储过程，在创建存储过程时就不需要使用WITH… RECOPILE语句了。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935" y="1977390"/>
            <a:ext cx="8525510" cy="38169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在SQL Server中，为了保证数据的完整性和强制使用业务规则，除了提供约束以外，还提供了另一种机制——触发器。触发器和存储过程都是SQL Server的数据库对象。
本章将介绍SQL Server中的触发器类型和不同类型的触发器的创建方法。另外，还将介绍如何管理触发器，对触发器的管理包括修改、删除、启用和禁用等操作。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11"/>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了解触发器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3842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触发器是一种特殊的存储过程，它与表紧密相连，可以看作是表定义的一部分，用于对表进行完整性约束。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 触发器概述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触发器是建立在触发事件上的，如对表执行INSERT、UPDATE或DELETE等操作时，SQL Server就会自动执行建立在这些操作上的触发器。在触发器中包含一系列用于定义业务规则的SQL语句，用来强制用户实现这些规则，从而确保数据的完整性。</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触发器的优点</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0" name="任意多边形 39"/>
          <p:cNvSpPr/>
          <p:nvPr>
            <p:custDataLst>
              <p:tags r:id="rId6"/>
            </p:custDataLst>
          </p:nvPr>
        </p:nvSpPr>
        <p:spPr bwMode="auto">
          <a:xfrm flipH="1">
            <a:off x="1303260" y="3617200"/>
            <a:ext cx="2216494" cy="823077"/>
          </a:xfrm>
          <a:custGeom>
            <a:avLst/>
            <a:gdLst>
              <a:gd name="connsiteX0" fmla="*/ 0 w 2088232"/>
              <a:gd name="connsiteY0" fmla="*/ 0 h 1224135"/>
              <a:gd name="connsiteX1" fmla="*/ 1476165 w 2088232"/>
              <a:gd name="connsiteY1" fmla="*/ 0 h 1224135"/>
              <a:gd name="connsiteX2" fmla="*/ 2088232 w 2088232"/>
              <a:gd name="connsiteY2" fmla="*/ 612068 h 1224135"/>
              <a:gd name="connsiteX3" fmla="*/ 2088232 w 2088232"/>
              <a:gd name="connsiteY3" fmla="*/ 1224135 h 1224135"/>
              <a:gd name="connsiteX4" fmla="*/ 0 w 2088232"/>
              <a:gd name="connsiteY4" fmla="*/ 1224135 h 1224135"/>
              <a:gd name="connsiteX5" fmla="*/ 0 w 2088232"/>
              <a:gd name="connsiteY5" fmla="*/ 0 h 1224135"/>
              <a:gd name="connsiteX0-1" fmla="*/ 9144 w 2088232"/>
              <a:gd name="connsiteY0-2" fmla="*/ 356616 h 1224135"/>
              <a:gd name="connsiteX1-3" fmla="*/ 1476165 w 2088232"/>
              <a:gd name="connsiteY1-4" fmla="*/ 0 h 1224135"/>
              <a:gd name="connsiteX2-5" fmla="*/ 2088232 w 2088232"/>
              <a:gd name="connsiteY2-6" fmla="*/ 612068 h 1224135"/>
              <a:gd name="connsiteX3-7" fmla="*/ 2088232 w 2088232"/>
              <a:gd name="connsiteY3-8" fmla="*/ 1224135 h 1224135"/>
              <a:gd name="connsiteX4-9" fmla="*/ 0 w 2088232"/>
              <a:gd name="connsiteY4-10" fmla="*/ 1224135 h 1224135"/>
              <a:gd name="connsiteX5-11" fmla="*/ 9144 w 2088232"/>
              <a:gd name="connsiteY5-12" fmla="*/ 356616 h 1224135"/>
              <a:gd name="connsiteX0-13" fmla="*/ 9144 w 2088232"/>
              <a:gd name="connsiteY0-14" fmla="*/ 73152 h 940671"/>
              <a:gd name="connsiteX1-15" fmla="*/ 1531029 w 2088232"/>
              <a:gd name="connsiteY1-16" fmla="*/ 0 h 940671"/>
              <a:gd name="connsiteX2-17" fmla="*/ 2088232 w 2088232"/>
              <a:gd name="connsiteY2-18" fmla="*/ 328604 h 940671"/>
              <a:gd name="connsiteX3-19" fmla="*/ 2088232 w 2088232"/>
              <a:gd name="connsiteY3-20" fmla="*/ 940671 h 940671"/>
              <a:gd name="connsiteX4-21" fmla="*/ 0 w 2088232"/>
              <a:gd name="connsiteY4-22" fmla="*/ 940671 h 940671"/>
              <a:gd name="connsiteX5-23" fmla="*/ 9144 w 2088232"/>
              <a:gd name="connsiteY5-24" fmla="*/ 73152 h 940671"/>
              <a:gd name="connsiteX0-25" fmla="*/ 9144 w 2088232"/>
              <a:gd name="connsiteY0-26" fmla="*/ 0 h 867519"/>
              <a:gd name="connsiteX1-27" fmla="*/ 2088232 w 2088232"/>
              <a:gd name="connsiteY1-28" fmla="*/ 255452 h 867519"/>
              <a:gd name="connsiteX2-29" fmla="*/ 2088232 w 2088232"/>
              <a:gd name="connsiteY2-30" fmla="*/ 867519 h 867519"/>
              <a:gd name="connsiteX3-31" fmla="*/ 0 w 2088232"/>
              <a:gd name="connsiteY3-32" fmla="*/ 867519 h 867519"/>
              <a:gd name="connsiteX4-33" fmla="*/ 9144 w 2088232"/>
              <a:gd name="connsiteY4-34" fmla="*/ 0 h 867519"/>
              <a:gd name="connsiteX0-35" fmla="*/ 9144 w 2088232"/>
              <a:gd name="connsiteY0-36" fmla="*/ 0 h 867519"/>
              <a:gd name="connsiteX1-37" fmla="*/ 2088232 w 2088232"/>
              <a:gd name="connsiteY1-38" fmla="*/ 153763 h 867519"/>
              <a:gd name="connsiteX2-39" fmla="*/ 2088232 w 2088232"/>
              <a:gd name="connsiteY2-40" fmla="*/ 867519 h 867519"/>
              <a:gd name="connsiteX3-41" fmla="*/ 0 w 2088232"/>
              <a:gd name="connsiteY3-42" fmla="*/ 867519 h 867519"/>
              <a:gd name="connsiteX4-43" fmla="*/ 9144 w 2088232"/>
              <a:gd name="connsiteY4-44" fmla="*/ 0 h 8675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8232" h="867519">
                <a:moveTo>
                  <a:pt x="9144" y="0"/>
                </a:moveTo>
                <a:lnTo>
                  <a:pt x="2088232" y="153763"/>
                </a:lnTo>
                <a:lnTo>
                  <a:pt x="2088232" y="867519"/>
                </a:lnTo>
                <a:lnTo>
                  <a:pt x="0" y="867519"/>
                </a:lnTo>
                <a:lnTo>
                  <a:pt x="9144" y="0"/>
                </a:lnTo>
                <a:close/>
              </a:path>
            </a:pathLst>
          </a:custGeom>
          <a:solidFill>
            <a:schemeClr val="accent1"/>
          </a:solidFill>
          <a:ln w="12700">
            <a:solidFill>
              <a:schemeClr val="accent1"/>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1" name="矩形 40"/>
          <p:cNvSpPr/>
          <p:nvPr>
            <p:custDataLst>
              <p:tags r:id="rId7"/>
            </p:custDataLst>
          </p:nvPr>
        </p:nvSpPr>
        <p:spPr bwMode="auto">
          <a:xfrm>
            <a:off x="1303260" y="4422170"/>
            <a:ext cx="2216494" cy="1221067"/>
          </a:xfrm>
          <a:prstGeom prst="rect">
            <a:avLst/>
          </a:prstGeom>
          <a:noFill/>
          <a:ln w="12700">
            <a:solidFill>
              <a:schemeClr val="accent1"/>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38" name="椭圆 37"/>
          <p:cNvSpPr/>
          <p:nvPr>
            <p:custDataLst>
              <p:tags r:id="rId8"/>
            </p:custDataLst>
          </p:nvPr>
        </p:nvSpPr>
        <p:spPr>
          <a:xfrm>
            <a:off x="2114808" y="3340104"/>
            <a:ext cx="593398" cy="593398"/>
          </a:xfrm>
          <a:prstGeom prst="ellipse">
            <a:avLst/>
          </a:prstGeom>
          <a:solidFill>
            <a:schemeClr val="lt1"/>
          </a:solidFill>
          <a:ln w="28575"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lnSpc>
                <a:spcPct val="120000"/>
              </a:lnSpc>
            </a:pPr>
            <a:endParaRPr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9" name="任意多边形 38"/>
          <p:cNvSpPr/>
          <p:nvPr>
            <p:custDataLst>
              <p:tags r:id="rId9"/>
            </p:custDataLst>
          </p:nvPr>
        </p:nvSpPr>
        <p:spPr bwMode="auto">
          <a:xfrm>
            <a:off x="2261528" y="3476825"/>
            <a:ext cx="299958" cy="319955"/>
          </a:xfrm>
          <a:custGeom>
            <a:avLst/>
            <a:gdLst>
              <a:gd name="T0" fmla="*/ 41 w 45"/>
              <a:gd name="T1" fmla="*/ 48 h 48"/>
              <a:gd name="T2" fmla="*/ 0 w 45"/>
              <a:gd name="T3" fmla="*/ 44 h 48"/>
              <a:gd name="T4" fmla="*/ 3 w 45"/>
              <a:gd name="T5" fmla="*/ 7 h 48"/>
              <a:gd name="T6" fmla="*/ 7 w 45"/>
              <a:gd name="T7" fmla="*/ 4 h 48"/>
              <a:gd name="T8" fmla="*/ 13 w 45"/>
              <a:gd name="T9" fmla="*/ 0 h 48"/>
              <a:gd name="T10" fmla="*/ 17 w 45"/>
              <a:gd name="T11" fmla="*/ 7 h 48"/>
              <a:gd name="T12" fmla="*/ 27 w 45"/>
              <a:gd name="T13" fmla="*/ 4 h 48"/>
              <a:gd name="T14" fmla="*/ 33 w 45"/>
              <a:gd name="T15" fmla="*/ 0 h 48"/>
              <a:gd name="T16" fmla="*/ 38 w 45"/>
              <a:gd name="T17" fmla="*/ 7 h 48"/>
              <a:gd name="T18" fmla="*/ 45 w 45"/>
              <a:gd name="T19" fmla="*/ 10 h 48"/>
              <a:gd name="T20" fmla="*/ 11 w 45"/>
              <a:gd name="T21" fmla="*/ 25 h 48"/>
              <a:gd name="T22" fmla="*/ 3 w 45"/>
              <a:gd name="T23" fmla="*/ 17 h 48"/>
              <a:gd name="T24" fmla="*/ 11 w 45"/>
              <a:gd name="T25" fmla="*/ 25 h 48"/>
              <a:gd name="T26" fmla="*/ 11 w 45"/>
              <a:gd name="T27" fmla="*/ 26 h 48"/>
              <a:gd name="T28" fmla="*/ 3 w 45"/>
              <a:gd name="T29" fmla="*/ 35 h 48"/>
              <a:gd name="T30" fmla="*/ 11 w 45"/>
              <a:gd name="T31" fmla="*/ 44 h 48"/>
              <a:gd name="T32" fmla="*/ 3 w 45"/>
              <a:gd name="T33" fmla="*/ 37 h 48"/>
              <a:gd name="T34" fmla="*/ 11 w 45"/>
              <a:gd name="T35" fmla="*/ 44 h 48"/>
              <a:gd name="T36" fmla="*/ 13 w 45"/>
              <a:gd name="T37" fmla="*/ 3 h 48"/>
              <a:gd name="T38" fmla="*/ 10 w 45"/>
              <a:gd name="T39" fmla="*/ 4 h 48"/>
              <a:gd name="T40" fmla="*/ 11 w 45"/>
              <a:gd name="T41" fmla="*/ 13 h 48"/>
              <a:gd name="T42" fmla="*/ 14 w 45"/>
              <a:gd name="T43" fmla="*/ 12 h 48"/>
              <a:gd name="T44" fmla="*/ 21 w 45"/>
              <a:gd name="T45" fmla="*/ 25 h 48"/>
              <a:gd name="T46" fmla="*/ 13 w 45"/>
              <a:gd name="T47" fmla="*/ 17 h 48"/>
              <a:gd name="T48" fmla="*/ 21 w 45"/>
              <a:gd name="T49" fmla="*/ 25 h 48"/>
              <a:gd name="T50" fmla="*/ 21 w 45"/>
              <a:gd name="T51" fmla="*/ 26 h 48"/>
              <a:gd name="T52" fmla="*/ 13 w 45"/>
              <a:gd name="T53" fmla="*/ 35 h 48"/>
              <a:gd name="T54" fmla="*/ 21 w 45"/>
              <a:gd name="T55" fmla="*/ 44 h 48"/>
              <a:gd name="T56" fmla="*/ 13 w 45"/>
              <a:gd name="T57" fmla="*/ 37 h 48"/>
              <a:gd name="T58" fmla="*/ 21 w 45"/>
              <a:gd name="T59" fmla="*/ 44 h 48"/>
              <a:gd name="T60" fmla="*/ 32 w 45"/>
              <a:gd name="T61" fmla="*/ 17 h 48"/>
              <a:gd name="T62" fmla="*/ 23 w 45"/>
              <a:gd name="T63" fmla="*/ 25 h 48"/>
              <a:gd name="T64" fmla="*/ 32 w 45"/>
              <a:gd name="T65" fmla="*/ 35 h 48"/>
              <a:gd name="T66" fmla="*/ 23 w 45"/>
              <a:gd name="T67" fmla="*/ 26 h 48"/>
              <a:gd name="T68" fmla="*/ 32 w 45"/>
              <a:gd name="T69" fmla="*/ 35 h 48"/>
              <a:gd name="T70" fmla="*/ 32 w 45"/>
              <a:gd name="T71" fmla="*/ 37 h 48"/>
              <a:gd name="T72" fmla="*/ 23 w 45"/>
              <a:gd name="T73" fmla="*/ 44 h 48"/>
              <a:gd name="T74" fmla="*/ 34 w 45"/>
              <a:gd name="T75" fmla="*/ 4 h 48"/>
              <a:gd name="T76" fmla="*/ 32 w 45"/>
              <a:gd name="T77" fmla="*/ 3 h 48"/>
              <a:gd name="T78" fmla="*/ 31 w 45"/>
              <a:gd name="T79" fmla="*/ 12 h 48"/>
              <a:gd name="T80" fmla="*/ 33 w 45"/>
              <a:gd name="T81" fmla="*/ 13 h 48"/>
              <a:gd name="T82" fmla="*/ 34 w 45"/>
              <a:gd name="T83" fmla="*/ 4 h 48"/>
              <a:gd name="T84" fmla="*/ 41 w 45"/>
              <a:gd name="T85" fmla="*/ 17 h 48"/>
              <a:gd name="T86" fmla="*/ 33 w 45"/>
              <a:gd name="T87" fmla="*/ 25 h 48"/>
              <a:gd name="T88" fmla="*/ 41 w 45"/>
              <a:gd name="T89" fmla="*/ 35 h 48"/>
              <a:gd name="T90" fmla="*/ 33 w 45"/>
              <a:gd name="T91" fmla="*/ 26 h 48"/>
              <a:gd name="T92" fmla="*/ 41 w 45"/>
              <a:gd name="T93" fmla="*/ 35 h 48"/>
              <a:gd name="T94" fmla="*/ 41 w 45"/>
              <a:gd name="T95" fmla="*/ 37 h 48"/>
              <a:gd name="T96" fmla="*/ 33 w 45"/>
              <a:gd name="T97"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48">
                <a:moveTo>
                  <a:pt x="45" y="44"/>
                </a:moveTo>
                <a:cubicBezTo>
                  <a:pt x="45" y="46"/>
                  <a:pt x="43" y="48"/>
                  <a:pt x="41" y="48"/>
                </a:cubicBezTo>
                <a:cubicBezTo>
                  <a:pt x="3" y="48"/>
                  <a:pt x="3" y="48"/>
                  <a:pt x="3" y="48"/>
                </a:cubicBezTo>
                <a:cubicBezTo>
                  <a:pt x="1" y="48"/>
                  <a:pt x="0" y="46"/>
                  <a:pt x="0" y="44"/>
                </a:cubicBezTo>
                <a:cubicBezTo>
                  <a:pt x="0" y="10"/>
                  <a:pt x="0" y="10"/>
                  <a:pt x="0" y="10"/>
                </a:cubicBezTo>
                <a:cubicBezTo>
                  <a:pt x="0" y="8"/>
                  <a:pt x="1" y="7"/>
                  <a:pt x="3" y="7"/>
                </a:cubicBezTo>
                <a:cubicBezTo>
                  <a:pt x="7" y="7"/>
                  <a:pt x="7" y="7"/>
                  <a:pt x="7" y="7"/>
                </a:cubicBezTo>
                <a:cubicBezTo>
                  <a:pt x="7" y="4"/>
                  <a:pt x="7" y="4"/>
                  <a:pt x="7" y="4"/>
                </a:cubicBezTo>
                <a:cubicBezTo>
                  <a:pt x="7" y="2"/>
                  <a:pt x="9" y="0"/>
                  <a:pt x="11" y="0"/>
                </a:cubicBezTo>
                <a:cubicBezTo>
                  <a:pt x="13" y="0"/>
                  <a:pt x="13" y="0"/>
                  <a:pt x="13" y="0"/>
                </a:cubicBezTo>
                <a:cubicBezTo>
                  <a:pt x="15" y="0"/>
                  <a:pt x="17" y="2"/>
                  <a:pt x="17" y="4"/>
                </a:cubicBezTo>
                <a:cubicBezTo>
                  <a:pt x="17" y="7"/>
                  <a:pt x="17" y="7"/>
                  <a:pt x="17" y="7"/>
                </a:cubicBezTo>
                <a:cubicBezTo>
                  <a:pt x="27" y="7"/>
                  <a:pt x="27" y="7"/>
                  <a:pt x="27" y="7"/>
                </a:cubicBezTo>
                <a:cubicBezTo>
                  <a:pt x="27" y="4"/>
                  <a:pt x="27" y="4"/>
                  <a:pt x="27" y="4"/>
                </a:cubicBezTo>
                <a:cubicBezTo>
                  <a:pt x="27" y="2"/>
                  <a:pt x="29" y="0"/>
                  <a:pt x="32" y="0"/>
                </a:cubicBezTo>
                <a:cubicBezTo>
                  <a:pt x="33" y="0"/>
                  <a:pt x="33" y="0"/>
                  <a:pt x="33" y="0"/>
                </a:cubicBezTo>
                <a:cubicBezTo>
                  <a:pt x="36" y="0"/>
                  <a:pt x="38" y="2"/>
                  <a:pt x="38" y="4"/>
                </a:cubicBezTo>
                <a:cubicBezTo>
                  <a:pt x="38" y="7"/>
                  <a:pt x="38" y="7"/>
                  <a:pt x="38" y="7"/>
                </a:cubicBezTo>
                <a:cubicBezTo>
                  <a:pt x="41" y="7"/>
                  <a:pt x="41" y="7"/>
                  <a:pt x="41" y="7"/>
                </a:cubicBezTo>
                <a:cubicBezTo>
                  <a:pt x="43" y="7"/>
                  <a:pt x="45" y="8"/>
                  <a:pt x="45" y="10"/>
                </a:cubicBezTo>
                <a:lnTo>
                  <a:pt x="45" y="44"/>
                </a:lnTo>
                <a:close/>
                <a:moveTo>
                  <a:pt x="11" y="25"/>
                </a:moveTo>
                <a:cubicBezTo>
                  <a:pt x="11" y="17"/>
                  <a:pt x="11" y="17"/>
                  <a:pt x="11" y="17"/>
                </a:cubicBezTo>
                <a:cubicBezTo>
                  <a:pt x="3" y="17"/>
                  <a:pt x="3" y="17"/>
                  <a:pt x="3" y="17"/>
                </a:cubicBezTo>
                <a:cubicBezTo>
                  <a:pt x="3" y="25"/>
                  <a:pt x="3" y="25"/>
                  <a:pt x="3" y="25"/>
                </a:cubicBezTo>
                <a:lnTo>
                  <a:pt x="11" y="25"/>
                </a:lnTo>
                <a:close/>
                <a:moveTo>
                  <a:pt x="11" y="35"/>
                </a:moveTo>
                <a:cubicBezTo>
                  <a:pt x="11" y="26"/>
                  <a:pt x="11" y="26"/>
                  <a:pt x="11" y="26"/>
                </a:cubicBezTo>
                <a:cubicBezTo>
                  <a:pt x="3" y="26"/>
                  <a:pt x="3" y="26"/>
                  <a:pt x="3" y="26"/>
                </a:cubicBezTo>
                <a:cubicBezTo>
                  <a:pt x="3" y="35"/>
                  <a:pt x="3" y="35"/>
                  <a:pt x="3" y="35"/>
                </a:cubicBezTo>
                <a:lnTo>
                  <a:pt x="11" y="35"/>
                </a:lnTo>
                <a:close/>
                <a:moveTo>
                  <a:pt x="11" y="44"/>
                </a:moveTo>
                <a:cubicBezTo>
                  <a:pt x="11" y="37"/>
                  <a:pt x="11" y="37"/>
                  <a:pt x="11" y="37"/>
                </a:cubicBezTo>
                <a:cubicBezTo>
                  <a:pt x="3" y="37"/>
                  <a:pt x="3" y="37"/>
                  <a:pt x="3" y="37"/>
                </a:cubicBezTo>
                <a:cubicBezTo>
                  <a:pt x="3" y="44"/>
                  <a:pt x="3" y="44"/>
                  <a:pt x="3" y="44"/>
                </a:cubicBezTo>
                <a:lnTo>
                  <a:pt x="11" y="44"/>
                </a:lnTo>
                <a:close/>
                <a:moveTo>
                  <a:pt x="14" y="4"/>
                </a:moveTo>
                <a:cubicBezTo>
                  <a:pt x="14" y="4"/>
                  <a:pt x="13" y="3"/>
                  <a:pt x="13" y="3"/>
                </a:cubicBezTo>
                <a:cubicBezTo>
                  <a:pt x="11" y="3"/>
                  <a:pt x="11" y="3"/>
                  <a:pt x="11" y="3"/>
                </a:cubicBezTo>
                <a:cubicBezTo>
                  <a:pt x="11" y="3"/>
                  <a:pt x="10" y="4"/>
                  <a:pt x="10" y="4"/>
                </a:cubicBezTo>
                <a:cubicBezTo>
                  <a:pt x="10" y="12"/>
                  <a:pt x="10" y="12"/>
                  <a:pt x="10" y="12"/>
                </a:cubicBezTo>
                <a:cubicBezTo>
                  <a:pt x="10" y="12"/>
                  <a:pt x="11" y="13"/>
                  <a:pt x="11" y="13"/>
                </a:cubicBezTo>
                <a:cubicBezTo>
                  <a:pt x="13" y="13"/>
                  <a:pt x="13" y="13"/>
                  <a:pt x="13" y="13"/>
                </a:cubicBezTo>
                <a:cubicBezTo>
                  <a:pt x="13" y="13"/>
                  <a:pt x="14" y="12"/>
                  <a:pt x="14" y="12"/>
                </a:cubicBezTo>
                <a:lnTo>
                  <a:pt x="14" y="4"/>
                </a:lnTo>
                <a:close/>
                <a:moveTo>
                  <a:pt x="21" y="25"/>
                </a:moveTo>
                <a:cubicBezTo>
                  <a:pt x="21" y="17"/>
                  <a:pt x="21" y="17"/>
                  <a:pt x="21" y="17"/>
                </a:cubicBezTo>
                <a:cubicBezTo>
                  <a:pt x="13" y="17"/>
                  <a:pt x="13" y="17"/>
                  <a:pt x="13" y="17"/>
                </a:cubicBezTo>
                <a:cubicBezTo>
                  <a:pt x="13" y="25"/>
                  <a:pt x="13" y="25"/>
                  <a:pt x="13" y="25"/>
                </a:cubicBezTo>
                <a:lnTo>
                  <a:pt x="21" y="25"/>
                </a:lnTo>
                <a:close/>
                <a:moveTo>
                  <a:pt x="21" y="35"/>
                </a:moveTo>
                <a:cubicBezTo>
                  <a:pt x="21" y="26"/>
                  <a:pt x="21" y="26"/>
                  <a:pt x="21" y="26"/>
                </a:cubicBezTo>
                <a:cubicBezTo>
                  <a:pt x="13" y="26"/>
                  <a:pt x="13" y="26"/>
                  <a:pt x="13" y="26"/>
                </a:cubicBezTo>
                <a:cubicBezTo>
                  <a:pt x="13" y="35"/>
                  <a:pt x="13" y="35"/>
                  <a:pt x="13" y="35"/>
                </a:cubicBezTo>
                <a:lnTo>
                  <a:pt x="21" y="35"/>
                </a:lnTo>
                <a:close/>
                <a:moveTo>
                  <a:pt x="21" y="44"/>
                </a:moveTo>
                <a:cubicBezTo>
                  <a:pt x="21" y="37"/>
                  <a:pt x="21" y="37"/>
                  <a:pt x="21" y="37"/>
                </a:cubicBezTo>
                <a:cubicBezTo>
                  <a:pt x="13" y="37"/>
                  <a:pt x="13" y="37"/>
                  <a:pt x="13" y="37"/>
                </a:cubicBezTo>
                <a:cubicBezTo>
                  <a:pt x="13" y="44"/>
                  <a:pt x="13" y="44"/>
                  <a:pt x="13" y="44"/>
                </a:cubicBezTo>
                <a:lnTo>
                  <a:pt x="21" y="44"/>
                </a:lnTo>
                <a:close/>
                <a:moveTo>
                  <a:pt x="32" y="25"/>
                </a:moveTo>
                <a:cubicBezTo>
                  <a:pt x="32" y="17"/>
                  <a:pt x="32" y="17"/>
                  <a:pt x="32" y="17"/>
                </a:cubicBezTo>
                <a:cubicBezTo>
                  <a:pt x="23" y="17"/>
                  <a:pt x="23" y="17"/>
                  <a:pt x="23" y="17"/>
                </a:cubicBezTo>
                <a:cubicBezTo>
                  <a:pt x="23" y="25"/>
                  <a:pt x="23" y="25"/>
                  <a:pt x="23" y="25"/>
                </a:cubicBezTo>
                <a:lnTo>
                  <a:pt x="32" y="25"/>
                </a:lnTo>
                <a:close/>
                <a:moveTo>
                  <a:pt x="32" y="35"/>
                </a:moveTo>
                <a:cubicBezTo>
                  <a:pt x="32" y="26"/>
                  <a:pt x="32" y="26"/>
                  <a:pt x="32" y="26"/>
                </a:cubicBezTo>
                <a:cubicBezTo>
                  <a:pt x="23" y="26"/>
                  <a:pt x="23" y="26"/>
                  <a:pt x="23" y="26"/>
                </a:cubicBezTo>
                <a:cubicBezTo>
                  <a:pt x="23" y="35"/>
                  <a:pt x="23" y="35"/>
                  <a:pt x="23" y="35"/>
                </a:cubicBezTo>
                <a:lnTo>
                  <a:pt x="32" y="35"/>
                </a:lnTo>
                <a:close/>
                <a:moveTo>
                  <a:pt x="32" y="44"/>
                </a:moveTo>
                <a:cubicBezTo>
                  <a:pt x="32" y="37"/>
                  <a:pt x="32" y="37"/>
                  <a:pt x="32" y="37"/>
                </a:cubicBezTo>
                <a:cubicBezTo>
                  <a:pt x="23" y="37"/>
                  <a:pt x="23" y="37"/>
                  <a:pt x="23" y="37"/>
                </a:cubicBezTo>
                <a:cubicBezTo>
                  <a:pt x="23" y="44"/>
                  <a:pt x="23" y="44"/>
                  <a:pt x="23" y="44"/>
                </a:cubicBezTo>
                <a:lnTo>
                  <a:pt x="32" y="44"/>
                </a:lnTo>
                <a:close/>
                <a:moveTo>
                  <a:pt x="34" y="4"/>
                </a:moveTo>
                <a:cubicBezTo>
                  <a:pt x="34" y="4"/>
                  <a:pt x="34" y="3"/>
                  <a:pt x="33" y="3"/>
                </a:cubicBezTo>
                <a:cubicBezTo>
                  <a:pt x="32" y="3"/>
                  <a:pt x="32" y="3"/>
                  <a:pt x="32" y="3"/>
                </a:cubicBezTo>
                <a:cubicBezTo>
                  <a:pt x="31" y="3"/>
                  <a:pt x="31" y="4"/>
                  <a:pt x="31" y="4"/>
                </a:cubicBezTo>
                <a:cubicBezTo>
                  <a:pt x="31" y="12"/>
                  <a:pt x="31" y="12"/>
                  <a:pt x="31" y="12"/>
                </a:cubicBezTo>
                <a:cubicBezTo>
                  <a:pt x="31" y="12"/>
                  <a:pt x="31" y="13"/>
                  <a:pt x="32" y="13"/>
                </a:cubicBezTo>
                <a:cubicBezTo>
                  <a:pt x="33" y="13"/>
                  <a:pt x="33" y="13"/>
                  <a:pt x="33" y="13"/>
                </a:cubicBezTo>
                <a:cubicBezTo>
                  <a:pt x="34" y="13"/>
                  <a:pt x="34" y="12"/>
                  <a:pt x="34" y="12"/>
                </a:cubicBezTo>
                <a:lnTo>
                  <a:pt x="34" y="4"/>
                </a:lnTo>
                <a:close/>
                <a:moveTo>
                  <a:pt x="41" y="25"/>
                </a:moveTo>
                <a:cubicBezTo>
                  <a:pt x="41" y="17"/>
                  <a:pt x="41" y="17"/>
                  <a:pt x="41" y="17"/>
                </a:cubicBezTo>
                <a:cubicBezTo>
                  <a:pt x="33" y="17"/>
                  <a:pt x="33" y="17"/>
                  <a:pt x="33" y="17"/>
                </a:cubicBezTo>
                <a:cubicBezTo>
                  <a:pt x="33" y="25"/>
                  <a:pt x="33" y="25"/>
                  <a:pt x="33" y="25"/>
                </a:cubicBezTo>
                <a:lnTo>
                  <a:pt x="41" y="25"/>
                </a:lnTo>
                <a:close/>
                <a:moveTo>
                  <a:pt x="41" y="35"/>
                </a:moveTo>
                <a:cubicBezTo>
                  <a:pt x="41" y="26"/>
                  <a:pt x="41" y="26"/>
                  <a:pt x="41" y="26"/>
                </a:cubicBezTo>
                <a:cubicBezTo>
                  <a:pt x="33" y="26"/>
                  <a:pt x="33" y="26"/>
                  <a:pt x="33" y="26"/>
                </a:cubicBezTo>
                <a:cubicBezTo>
                  <a:pt x="33" y="35"/>
                  <a:pt x="33" y="35"/>
                  <a:pt x="33" y="35"/>
                </a:cubicBezTo>
                <a:lnTo>
                  <a:pt x="41" y="35"/>
                </a:lnTo>
                <a:close/>
                <a:moveTo>
                  <a:pt x="41" y="44"/>
                </a:moveTo>
                <a:cubicBezTo>
                  <a:pt x="41" y="37"/>
                  <a:pt x="41" y="37"/>
                  <a:pt x="41" y="37"/>
                </a:cubicBezTo>
                <a:cubicBezTo>
                  <a:pt x="33" y="37"/>
                  <a:pt x="33" y="37"/>
                  <a:pt x="33" y="37"/>
                </a:cubicBezTo>
                <a:cubicBezTo>
                  <a:pt x="33" y="44"/>
                  <a:pt x="33" y="44"/>
                  <a:pt x="33" y="44"/>
                </a:cubicBezTo>
                <a:lnTo>
                  <a:pt x="41" y="44"/>
                </a:lnTo>
                <a:close/>
              </a:path>
            </a:pathLst>
          </a:custGeom>
          <a:solidFill>
            <a:schemeClr val="accent1"/>
          </a:solidFill>
          <a:ln>
            <a:noFill/>
          </a:ln>
        </p:spPr>
        <p:txBody>
          <a:bodyPr wrap="square" lIns="91440" tIns="45720" rIns="91440" bIns="45720" anchor="ctr">
            <a:normAutofit fontScale="55000" lnSpcReduction="10000"/>
          </a:bodyPr>
          <a:lstStyle/>
          <a:p>
            <a:pPr algn="ctr">
              <a:lnSpc>
                <a:spcPct val="14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3" name="矩形 42"/>
          <p:cNvSpPr/>
          <p:nvPr>
            <p:custDataLst>
              <p:tags r:id="rId10"/>
            </p:custDataLst>
          </p:nvPr>
        </p:nvSpPr>
        <p:spPr bwMode="auto">
          <a:xfrm>
            <a:off x="1303427" y="4463023"/>
            <a:ext cx="2217279" cy="107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a:lnSpc>
                <a:spcPct val="120000"/>
              </a:lnSpc>
              <a:spcBef>
                <a:spcPct val="0"/>
              </a:spcBef>
            </a:pPr>
            <a:r>
              <a:rPr lang="zh-CN" altLang="en-US" sz="1300" spc="150">
                <a:solidFill>
                  <a:schemeClr val="dk1"/>
                </a:solidFill>
                <a:latin typeface="微软雅黑" panose="020B0503020204020204" charset="-122"/>
                <a:ea typeface="微软雅黑" panose="020B0503020204020204" charset="-122"/>
                <a:sym typeface="Arial" panose="020B0604020202020204" pitchFamily="34" charset="0"/>
              </a:rPr>
              <a:t>触发器有以下优点：</a:t>
            </a:r>
            <a:endParaRPr lang="zh-CN" altLang="en-US" sz="1300" spc="15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 name="任意多边形 3"/>
          <p:cNvSpPr/>
          <p:nvPr>
            <p:custDataLst>
              <p:tags r:id="rId11"/>
            </p:custDataLst>
          </p:nvPr>
        </p:nvSpPr>
        <p:spPr bwMode="auto">
          <a:xfrm flipH="1">
            <a:off x="3759877" y="3363945"/>
            <a:ext cx="2216494" cy="1076332"/>
          </a:xfrm>
          <a:custGeom>
            <a:avLst/>
            <a:gdLst>
              <a:gd name="connsiteX0" fmla="*/ 0 w 2088232"/>
              <a:gd name="connsiteY0" fmla="*/ 0 h 1224135"/>
              <a:gd name="connsiteX1" fmla="*/ 1476165 w 2088232"/>
              <a:gd name="connsiteY1" fmla="*/ 0 h 1224135"/>
              <a:gd name="connsiteX2" fmla="*/ 2088232 w 2088232"/>
              <a:gd name="connsiteY2" fmla="*/ 612068 h 1224135"/>
              <a:gd name="connsiteX3" fmla="*/ 2088232 w 2088232"/>
              <a:gd name="connsiteY3" fmla="*/ 1224135 h 1224135"/>
              <a:gd name="connsiteX4" fmla="*/ 0 w 2088232"/>
              <a:gd name="connsiteY4" fmla="*/ 1224135 h 1224135"/>
              <a:gd name="connsiteX5" fmla="*/ 0 w 2088232"/>
              <a:gd name="connsiteY5" fmla="*/ 0 h 1224135"/>
              <a:gd name="connsiteX0-1" fmla="*/ 9144 w 2088232"/>
              <a:gd name="connsiteY0-2" fmla="*/ 356616 h 1224135"/>
              <a:gd name="connsiteX1-3" fmla="*/ 1476165 w 2088232"/>
              <a:gd name="connsiteY1-4" fmla="*/ 0 h 1224135"/>
              <a:gd name="connsiteX2-5" fmla="*/ 2088232 w 2088232"/>
              <a:gd name="connsiteY2-6" fmla="*/ 612068 h 1224135"/>
              <a:gd name="connsiteX3-7" fmla="*/ 2088232 w 2088232"/>
              <a:gd name="connsiteY3-8" fmla="*/ 1224135 h 1224135"/>
              <a:gd name="connsiteX4-9" fmla="*/ 0 w 2088232"/>
              <a:gd name="connsiteY4-10" fmla="*/ 1224135 h 1224135"/>
              <a:gd name="connsiteX5-11" fmla="*/ 9144 w 2088232"/>
              <a:gd name="connsiteY5-12" fmla="*/ 356616 h 1224135"/>
              <a:gd name="connsiteX0-13" fmla="*/ 9144 w 2088232"/>
              <a:gd name="connsiteY0-14" fmla="*/ 73152 h 940671"/>
              <a:gd name="connsiteX1-15" fmla="*/ 1531029 w 2088232"/>
              <a:gd name="connsiteY1-16" fmla="*/ 0 h 940671"/>
              <a:gd name="connsiteX2-17" fmla="*/ 2088232 w 2088232"/>
              <a:gd name="connsiteY2-18" fmla="*/ 328604 h 940671"/>
              <a:gd name="connsiteX3-19" fmla="*/ 2088232 w 2088232"/>
              <a:gd name="connsiteY3-20" fmla="*/ 940671 h 940671"/>
              <a:gd name="connsiteX4-21" fmla="*/ 0 w 2088232"/>
              <a:gd name="connsiteY4-22" fmla="*/ 940671 h 940671"/>
              <a:gd name="connsiteX5-23" fmla="*/ 9144 w 2088232"/>
              <a:gd name="connsiteY5-24" fmla="*/ 73152 h 940671"/>
              <a:gd name="connsiteX0-25" fmla="*/ 9144 w 2088232"/>
              <a:gd name="connsiteY0-26" fmla="*/ 0 h 867519"/>
              <a:gd name="connsiteX1-27" fmla="*/ 2088232 w 2088232"/>
              <a:gd name="connsiteY1-28" fmla="*/ 255452 h 867519"/>
              <a:gd name="connsiteX2-29" fmla="*/ 2088232 w 2088232"/>
              <a:gd name="connsiteY2-30" fmla="*/ 867519 h 867519"/>
              <a:gd name="connsiteX3-31" fmla="*/ 0 w 2088232"/>
              <a:gd name="connsiteY3-32" fmla="*/ 867519 h 867519"/>
              <a:gd name="connsiteX4-33" fmla="*/ 9144 w 2088232"/>
              <a:gd name="connsiteY4-34" fmla="*/ 0 h 867519"/>
              <a:gd name="connsiteX0-35" fmla="*/ 9144 w 2088232"/>
              <a:gd name="connsiteY0-36" fmla="*/ 0 h 867519"/>
              <a:gd name="connsiteX1-37" fmla="*/ 2088232 w 2088232"/>
              <a:gd name="connsiteY1-38" fmla="*/ 153763 h 867519"/>
              <a:gd name="connsiteX2-39" fmla="*/ 2088232 w 2088232"/>
              <a:gd name="connsiteY2-40" fmla="*/ 867519 h 867519"/>
              <a:gd name="connsiteX3-41" fmla="*/ 0 w 2088232"/>
              <a:gd name="connsiteY3-42" fmla="*/ 867519 h 867519"/>
              <a:gd name="connsiteX4-43" fmla="*/ 9144 w 2088232"/>
              <a:gd name="connsiteY4-44" fmla="*/ 0 h 8675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8232" h="867519">
                <a:moveTo>
                  <a:pt x="9144" y="0"/>
                </a:moveTo>
                <a:lnTo>
                  <a:pt x="2088232" y="153763"/>
                </a:lnTo>
                <a:lnTo>
                  <a:pt x="2088232" y="867519"/>
                </a:lnTo>
                <a:lnTo>
                  <a:pt x="0" y="867519"/>
                </a:lnTo>
                <a:lnTo>
                  <a:pt x="9144" y="0"/>
                </a:lnTo>
                <a:close/>
              </a:path>
            </a:pathLst>
          </a:custGeom>
          <a:solidFill>
            <a:schemeClr val="accent2"/>
          </a:solidFill>
          <a:ln w="12700">
            <a:solidFill>
              <a:schemeClr val="accent2"/>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5" name="矩形 4"/>
          <p:cNvSpPr/>
          <p:nvPr>
            <p:custDataLst>
              <p:tags r:id="rId12"/>
            </p:custDataLst>
          </p:nvPr>
        </p:nvSpPr>
        <p:spPr bwMode="auto">
          <a:xfrm>
            <a:off x="3759877" y="4422170"/>
            <a:ext cx="2216494" cy="1221067"/>
          </a:xfrm>
          <a:prstGeom prst="rect">
            <a:avLst/>
          </a:prstGeom>
          <a:noFill/>
          <a:ln w="12700">
            <a:solidFill>
              <a:schemeClr val="accent2"/>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36" name="椭圆 35"/>
          <p:cNvSpPr/>
          <p:nvPr>
            <p:custDataLst>
              <p:tags r:id="rId13"/>
            </p:custDataLst>
          </p:nvPr>
        </p:nvSpPr>
        <p:spPr>
          <a:xfrm>
            <a:off x="4571425" y="3180126"/>
            <a:ext cx="593398" cy="593398"/>
          </a:xfrm>
          <a:prstGeom prst="ellipse">
            <a:avLst/>
          </a:prstGeom>
          <a:solidFill>
            <a:schemeClr val="lt1"/>
          </a:solidFill>
          <a:ln w="28575"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lnSpc>
                <a:spcPct val="120000"/>
              </a:lnSpc>
            </a:pPr>
            <a:endParaRPr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7" name="任意多边形 36"/>
          <p:cNvSpPr/>
          <p:nvPr>
            <p:custDataLst>
              <p:tags r:id="rId14"/>
            </p:custDataLst>
          </p:nvPr>
        </p:nvSpPr>
        <p:spPr bwMode="auto">
          <a:xfrm>
            <a:off x="4708146" y="3324255"/>
            <a:ext cx="319955" cy="305138"/>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chemeClr val="accent2"/>
          </a:solidFill>
          <a:ln>
            <a:noFill/>
          </a:ln>
        </p:spPr>
        <p:txBody>
          <a:bodyPr wrap="square" lIns="91440" tIns="45720" rIns="91440" bIns="45720" anchor="ctr">
            <a:normAutofit fontScale="55000" lnSpcReduction="10000"/>
          </a:bodyPr>
          <a:lstStyle/>
          <a:p>
            <a:pPr algn="ctr">
              <a:lnSpc>
                <a:spcPct val="13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5" name="矩形 44"/>
          <p:cNvSpPr/>
          <p:nvPr>
            <p:custDataLst>
              <p:tags r:id="rId15"/>
            </p:custDataLst>
          </p:nvPr>
        </p:nvSpPr>
        <p:spPr bwMode="auto">
          <a:xfrm>
            <a:off x="3759110" y="4444292"/>
            <a:ext cx="2219146" cy="107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a:lnSpc>
                <a:spcPct val="120000"/>
              </a:lnSpc>
              <a:spcBef>
                <a:spcPct val="0"/>
              </a:spcBef>
            </a:pPr>
            <a:r>
              <a:rPr lang="zh-CN" altLang="en-US" sz="1300" spc="150">
                <a:solidFill>
                  <a:schemeClr val="dk1"/>
                </a:solidFill>
                <a:latin typeface="微软雅黑" panose="020B0503020204020204" charset="-122"/>
                <a:ea typeface="微软雅黑" panose="020B0503020204020204" charset="-122"/>
                <a:sym typeface="Arial" panose="020B0604020202020204" pitchFamily="34" charset="0"/>
              </a:rPr>
              <a:t>触发器自动执行。当表中的数据做了任何修改时，触发器将立即激活。</a:t>
            </a:r>
            <a:endParaRPr lang="zh-CN" altLang="en-US" sz="1300" spc="15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6" name="任意多边形 5"/>
          <p:cNvSpPr/>
          <p:nvPr>
            <p:custDataLst>
              <p:tags r:id="rId16"/>
            </p:custDataLst>
          </p:nvPr>
        </p:nvSpPr>
        <p:spPr bwMode="auto">
          <a:xfrm flipH="1">
            <a:off x="6216660" y="3047376"/>
            <a:ext cx="2216494" cy="1392900"/>
          </a:xfrm>
          <a:custGeom>
            <a:avLst/>
            <a:gdLst>
              <a:gd name="connsiteX0" fmla="*/ 0 w 2088232"/>
              <a:gd name="connsiteY0" fmla="*/ 0 h 1224135"/>
              <a:gd name="connsiteX1" fmla="*/ 1476165 w 2088232"/>
              <a:gd name="connsiteY1" fmla="*/ 0 h 1224135"/>
              <a:gd name="connsiteX2" fmla="*/ 2088232 w 2088232"/>
              <a:gd name="connsiteY2" fmla="*/ 612068 h 1224135"/>
              <a:gd name="connsiteX3" fmla="*/ 2088232 w 2088232"/>
              <a:gd name="connsiteY3" fmla="*/ 1224135 h 1224135"/>
              <a:gd name="connsiteX4" fmla="*/ 0 w 2088232"/>
              <a:gd name="connsiteY4" fmla="*/ 1224135 h 1224135"/>
              <a:gd name="connsiteX5" fmla="*/ 0 w 2088232"/>
              <a:gd name="connsiteY5" fmla="*/ 0 h 1224135"/>
              <a:gd name="connsiteX0-1" fmla="*/ 9144 w 2088232"/>
              <a:gd name="connsiteY0-2" fmla="*/ 356616 h 1224135"/>
              <a:gd name="connsiteX1-3" fmla="*/ 1476165 w 2088232"/>
              <a:gd name="connsiteY1-4" fmla="*/ 0 h 1224135"/>
              <a:gd name="connsiteX2-5" fmla="*/ 2088232 w 2088232"/>
              <a:gd name="connsiteY2-6" fmla="*/ 612068 h 1224135"/>
              <a:gd name="connsiteX3-7" fmla="*/ 2088232 w 2088232"/>
              <a:gd name="connsiteY3-8" fmla="*/ 1224135 h 1224135"/>
              <a:gd name="connsiteX4-9" fmla="*/ 0 w 2088232"/>
              <a:gd name="connsiteY4-10" fmla="*/ 1224135 h 1224135"/>
              <a:gd name="connsiteX5-11" fmla="*/ 9144 w 2088232"/>
              <a:gd name="connsiteY5-12" fmla="*/ 356616 h 1224135"/>
              <a:gd name="connsiteX0-13" fmla="*/ 9144 w 2088232"/>
              <a:gd name="connsiteY0-14" fmla="*/ 73152 h 940671"/>
              <a:gd name="connsiteX1-15" fmla="*/ 1531029 w 2088232"/>
              <a:gd name="connsiteY1-16" fmla="*/ 0 h 940671"/>
              <a:gd name="connsiteX2-17" fmla="*/ 2088232 w 2088232"/>
              <a:gd name="connsiteY2-18" fmla="*/ 328604 h 940671"/>
              <a:gd name="connsiteX3-19" fmla="*/ 2088232 w 2088232"/>
              <a:gd name="connsiteY3-20" fmla="*/ 940671 h 940671"/>
              <a:gd name="connsiteX4-21" fmla="*/ 0 w 2088232"/>
              <a:gd name="connsiteY4-22" fmla="*/ 940671 h 940671"/>
              <a:gd name="connsiteX5-23" fmla="*/ 9144 w 2088232"/>
              <a:gd name="connsiteY5-24" fmla="*/ 73152 h 940671"/>
              <a:gd name="connsiteX0-25" fmla="*/ 9144 w 2088232"/>
              <a:gd name="connsiteY0-26" fmla="*/ 0 h 867519"/>
              <a:gd name="connsiteX1-27" fmla="*/ 2088232 w 2088232"/>
              <a:gd name="connsiteY1-28" fmla="*/ 255452 h 867519"/>
              <a:gd name="connsiteX2-29" fmla="*/ 2088232 w 2088232"/>
              <a:gd name="connsiteY2-30" fmla="*/ 867519 h 867519"/>
              <a:gd name="connsiteX3-31" fmla="*/ 0 w 2088232"/>
              <a:gd name="connsiteY3-32" fmla="*/ 867519 h 867519"/>
              <a:gd name="connsiteX4-33" fmla="*/ 9144 w 2088232"/>
              <a:gd name="connsiteY4-34" fmla="*/ 0 h 867519"/>
              <a:gd name="connsiteX0-35" fmla="*/ 9144 w 2088232"/>
              <a:gd name="connsiteY0-36" fmla="*/ 0 h 867519"/>
              <a:gd name="connsiteX1-37" fmla="*/ 2088232 w 2088232"/>
              <a:gd name="connsiteY1-38" fmla="*/ 153763 h 867519"/>
              <a:gd name="connsiteX2-39" fmla="*/ 2088232 w 2088232"/>
              <a:gd name="connsiteY2-40" fmla="*/ 867519 h 867519"/>
              <a:gd name="connsiteX3-41" fmla="*/ 0 w 2088232"/>
              <a:gd name="connsiteY3-42" fmla="*/ 867519 h 867519"/>
              <a:gd name="connsiteX4-43" fmla="*/ 9144 w 2088232"/>
              <a:gd name="connsiteY4-44" fmla="*/ 0 h 8675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8232" h="867519">
                <a:moveTo>
                  <a:pt x="9144" y="0"/>
                </a:moveTo>
                <a:lnTo>
                  <a:pt x="2088232" y="153763"/>
                </a:lnTo>
                <a:lnTo>
                  <a:pt x="2088232" y="867519"/>
                </a:lnTo>
                <a:lnTo>
                  <a:pt x="0" y="867519"/>
                </a:lnTo>
                <a:lnTo>
                  <a:pt x="9144" y="0"/>
                </a:lnTo>
                <a:close/>
              </a:path>
            </a:pathLst>
          </a:custGeom>
          <a:solidFill>
            <a:schemeClr val="accent3"/>
          </a:solidFill>
          <a:ln w="12700">
            <a:solidFill>
              <a:schemeClr val="accent3"/>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7" name="矩形 6"/>
          <p:cNvSpPr/>
          <p:nvPr>
            <p:custDataLst>
              <p:tags r:id="rId17"/>
            </p:custDataLst>
          </p:nvPr>
        </p:nvSpPr>
        <p:spPr bwMode="auto">
          <a:xfrm>
            <a:off x="6216660" y="4422170"/>
            <a:ext cx="2216494" cy="1221067"/>
          </a:xfrm>
          <a:prstGeom prst="rect">
            <a:avLst/>
          </a:prstGeom>
          <a:solidFill>
            <a:schemeClr val="lt1"/>
          </a:solidFill>
          <a:ln w="12700">
            <a:solidFill>
              <a:schemeClr val="accent3"/>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34" name="椭圆 33"/>
          <p:cNvSpPr/>
          <p:nvPr>
            <p:custDataLst>
              <p:tags r:id="rId18"/>
            </p:custDataLst>
          </p:nvPr>
        </p:nvSpPr>
        <p:spPr>
          <a:xfrm>
            <a:off x="7028209" y="2906122"/>
            <a:ext cx="593398" cy="593398"/>
          </a:xfrm>
          <a:prstGeom prst="ellipse">
            <a:avLst/>
          </a:prstGeom>
          <a:solidFill>
            <a:schemeClr val="lt1"/>
          </a:solidFill>
          <a:ln w="28575" cap="flat" cmpd="sng" algn="ctr">
            <a:solidFill>
              <a:schemeClr val="accent3"/>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lnSpc>
                <a:spcPct val="120000"/>
              </a:lnSpc>
            </a:pPr>
            <a:endParaRPr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5" name="任意多边形 34"/>
          <p:cNvSpPr/>
          <p:nvPr>
            <p:custDataLst>
              <p:tags r:id="rId19"/>
            </p:custDataLst>
          </p:nvPr>
        </p:nvSpPr>
        <p:spPr bwMode="auto">
          <a:xfrm>
            <a:off x="7164930" y="3043086"/>
            <a:ext cx="319955" cy="319473"/>
          </a:xfrm>
          <a:custGeom>
            <a:avLst/>
            <a:gdLst>
              <a:gd name="connsiteX0" fmla="*/ 497095 w 607639"/>
              <a:gd name="connsiteY0" fmla="*/ 261992 h 606722"/>
              <a:gd name="connsiteX1" fmla="*/ 497095 w 607639"/>
              <a:gd name="connsiteY1" fmla="*/ 468794 h 606722"/>
              <a:gd name="connsiteX2" fmla="*/ 524775 w 607639"/>
              <a:gd name="connsiteY2" fmla="*/ 468794 h 606722"/>
              <a:gd name="connsiteX3" fmla="*/ 524775 w 607639"/>
              <a:gd name="connsiteY3" fmla="*/ 261992 h 606722"/>
              <a:gd name="connsiteX4" fmla="*/ 414320 w 607639"/>
              <a:gd name="connsiteY4" fmla="*/ 261992 h 606722"/>
              <a:gd name="connsiteX5" fmla="*/ 414320 w 607639"/>
              <a:gd name="connsiteY5" fmla="*/ 468794 h 606722"/>
              <a:gd name="connsiteX6" fmla="*/ 469503 w 607639"/>
              <a:gd name="connsiteY6" fmla="*/ 468794 h 606722"/>
              <a:gd name="connsiteX7" fmla="*/ 469503 w 607639"/>
              <a:gd name="connsiteY7" fmla="*/ 261992 h 606722"/>
              <a:gd name="connsiteX8" fmla="*/ 359047 w 607639"/>
              <a:gd name="connsiteY8" fmla="*/ 261992 h 606722"/>
              <a:gd name="connsiteX9" fmla="*/ 359047 w 607639"/>
              <a:gd name="connsiteY9" fmla="*/ 468794 h 606722"/>
              <a:gd name="connsiteX10" fmla="*/ 386639 w 607639"/>
              <a:gd name="connsiteY10" fmla="*/ 468794 h 606722"/>
              <a:gd name="connsiteX11" fmla="*/ 386639 w 607639"/>
              <a:gd name="connsiteY11" fmla="*/ 261992 h 606722"/>
              <a:gd name="connsiteX12" fmla="*/ 276183 w 607639"/>
              <a:gd name="connsiteY12" fmla="*/ 261992 h 606722"/>
              <a:gd name="connsiteX13" fmla="*/ 276183 w 607639"/>
              <a:gd name="connsiteY13" fmla="*/ 468794 h 606722"/>
              <a:gd name="connsiteX14" fmla="*/ 331456 w 607639"/>
              <a:gd name="connsiteY14" fmla="*/ 468794 h 606722"/>
              <a:gd name="connsiteX15" fmla="*/ 331456 w 607639"/>
              <a:gd name="connsiteY15" fmla="*/ 261992 h 606722"/>
              <a:gd name="connsiteX16" fmla="*/ 220911 w 607639"/>
              <a:gd name="connsiteY16" fmla="*/ 261992 h 606722"/>
              <a:gd name="connsiteX17" fmla="*/ 220911 w 607639"/>
              <a:gd name="connsiteY17" fmla="*/ 468794 h 606722"/>
              <a:gd name="connsiteX18" fmla="*/ 248592 w 607639"/>
              <a:gd name="connsiteY18" fmla="*/ 468794 h 606722"/>
              <a:gd name="connsiteX19" fmla="*/ 248592 w 607639"/>
              <a:gd name="connsiteY19" fmla="*/ 261992 h 606722"/>
              <a:gd name="connsiteX20" fmla="*/ 138136 w 607639"/>
              <a:gd name="connsiteY20" fmla="*/ 261992 h 606722"/>
              <a:gd name="connsiteX21" fmla="*/ 138136 w 607639"/>
              <a:gd name="connsiteY21" fmla="*/ 468794 h 606722"/>
              <a:gd name="connsiteX22" fmla="*/ 193319 w 607639"/>
              <a:gd name="connsiteY22" fmla="*/ 468794 h 606722"/>
              <a:gd name="connsiteX23" fmla="*/ 193319 w 607639"/>
              <a:gd name="connsiteY23" fmla="*/ 261992 h 606722"/>
              <a:gd name="connsiteX24" fmla="*/ 82864 w 607639"/>
              <a:gd name="connsiteY24" fmla="*/ 261992 h 606722"/>
              <a:gd name="connsiteX25" fmla="*/ 82864 w 607639"/>
              <a:gd name="connsiteY25" fmla="*/ 468794 h 606722"/>
              <a:gd name="connsiteX26" fmla="*/ 110455 w 607639"/>
              <a:gd name="connsiteY26" fmla="*/ 468794 h 606722"/>
              <a:gd name="connsiteX27" fmla="*/ 110455 w 607639"/>
              <a:gd name="connsiteY27" fmla="*/ 261992 h 606722"/>
              <a:gd name="connsiteX28" fmla="*/ 303820 w 607639"/>
              <a:gd name="connsiteY28" fmla="*/ 110294 h 606722"/>
              <a:gd name="connsiteX29" fmla="*/ 331447 w 607639"/>
              <a:gd name="connsiteY29" fmla="*/ 137885 h 606722"/>
              <a:gd name="connsiteX30" fmla="*/ 303820 w 607639"/>
              <a:gd name="connsiteY30" fmla="*/ 165476 h 606722"/>
              <a:gd name="connsiteX31" fmla="*/ 276193 w 607639"/>
              <a:gd name="connsiteY31" fmla="*/ 137885 h 606722"/>
              <a:gd name="connsiteX32" fmla="*/ 303820 w 607639"/>
              <a:gd name="connsiteY32" fmla="*/ 110294 h 606722"/>
              <a:gd name="connsiteX33" fmla="*/ 303775 w 607639"/>
              <a:gd name="connsiteY33" fmla="*/ 27550 h 606722"/>
              <a:gd name="connsiteX34" fmla="*/ 174005 w 607639"/>
              <a:gd name="connsiteY34" fmla="*/ 103446 h 606722"/>
              <a:gd name="connsiteX35" fmla="*/ 299681 w 607639"/>
              <a:gd name="connsiteY35" fmla="*/ 56522 h 606722"/>
              <a:gd name="connsiteX36" fmla="*/ 309293 w 607639"/>
              <a:gd name="connsiteY36" fmla="*/ 55189 h 606722"/>
              <a:gd name="connsiteX37" fmla="*/ 434969 w 607639"/>
              <a:gd name="connsiteY37" fmla="*/ 102024 h 606722"/>
              <a:gd name="connsiteX38" fmla="*/ 303775 w 607639"/>
              <a:gd name="connsiteY38" fmla="*/ 27550 h 606722"/>
              <a:gd name="connsiteX39" fmla="*/ 303775 w 607639"/>
              <a:gd name="connsiteY39" fmla="*/ 0 h 606722"/>
              <a:gd name="connsiteX40" fmla="*/ 470927 w 607639"/>
              <a:gd name="connsiteY40" fmla="*/ 115799 h 606722"/>
              <a:gd name="connsiteX41" fmla="*/ 570346 w 607639"/>
              <a:gd name="connsiteY41" fmla="*/ 153036 h 606722"/>
              <a:gd name="connsiteX42" fmla="*/ 579958 w 607639"/>
              <a:gd name="connsiteY42" fmla="*/ 165478 h 606722"/>
              <a:gd name="connsiteX43" fmla="*/ 579958 w 607639"/>
              <a:gd name="connsiteY43" fmla="*/ 193028 h 606722"/>
              <a:gd name="connsiteX44" fmla="*/ 579958 w 607639"/>
              <a:gd name="connsiteY44" fmla="*/ 248217 h 606722"/>
              <a:gd name="connsiteX45" fmla="*/ 566163 w 607639"/>
              <a:gd name="connsiteY45" fmla="*/ 261992 h 606722"/>
              <a:gd name="connsiteX46" fmla="*/ 552367 w 607639"/>
              <a:gd name="connsiteY46" fmla="*/ 261992 h 606722"/>
              <a:gd name="connsiteX47" fmla="*/ 552367 w 607639"/>
              <a:gd name="connsiteY47" fmla="*/ 468794 h 606722"/>
              <a:gd name="connsiteX48" fmla="*/ 566163 w 607639"/>
              <a:gd name="connsiteY48" fmla="*/ 468794 h 606722"/>
              <a:gd name="connsiteX49" fmla="*/ 579958 w 607639"/>
              <a:gd name="connsiteY49" fmla="*/ 482569 h 606722"/>
              <a:gd name="connsiteX50" fmla="*/ 566163 w 607639"/>
              <a:gd name="connsiteY50" fmla="*/ 496344 h 606722"/>
              <a:gd name="connsiteX51" fmla="*/ 538571 w 607639"/>
              <a:gd name="connsiteY51" fmla="*/ 496344 h 606722"/>
              <a:gd name="connsiteX52" fmla="*/ 483299 w 607639"/>
              <a:gd name="connsiteY52" fmla="*/ 496344 h 606722"/>
              <a:gd name="connsiteX53" fmla="*/ 400435 w 607639"/>
              <a:gd name="connsiteY53" fmla="*/ 496344 h 606722"/>
              <a:gd name="connsiteX54" fmla="*/ 345252 w 607639"/>
              <a:gd name="connsiteY54" fmla="*/ 496344 h 606722"/>
              <a:gd name="connsiteX55" fmla="*/ 262387 w 607639"/>
              <a:gd name="connsiteY55" fmla="*/ 496344 h 606722"/>
              <a:gd name="connsiteX56" fmla="*/ 207115 w 607639"/>
              <a:gd name="connsiteY56" fmla="*/ 496344 h 606722"/>
              <a:gd name="connsiteX57" fmla="*/ 124251 w 607639"/>
              <a:gd name="connsiteY57" fmla="*/ 496344 h 606722"/>
              <a:gd name="connsiteX58" fmla="*/ 69068 w 607639"/>
              <a:gd name="connsiteY58" fmla="*/ 496344 h 606722"/>
              <a:gd name="connsiteX59" fmla="*/ 55272 w 607639"/>
              <a:gd name="connsiteY59" fmla="*/ 496344 h 606722"/>
              <a:gd name="connsiteX60" fmla="*/ 55272 w 607639"/>
              <a:gd name="connsiteY60" fmla="*/ 537758 h 606722"/>
              <a:gd name="connsiteX61" fmla="*/ 41387 w 607639"/>
              <a:gd name="connsiteY61" fmla="*/ 551533 h 606722"/>
              <a:gd name="connsiteX62" fmla="*/ 27592 w 607639"/>
              <a:gd name="connsiteY62" fmla="*/ 551533 h 606722"/>
              <a:gd name="connsiteX63" fmla="*/ 27592 w 607639"/>
              <a:gd name="connsiteY63" fmla="*/ 579083 h 606722"/>
              <a:gd name="connsiteX64" fmla="*/ 579958 w 607639"/>
              <a:gd name="connsiteY64" fmla="*/ 579083 h 606722"/>
              <a:gd name="connsiteX65" fmla="*/ 579958 w 607639"/>
              <a:gd name="connsiteY65" fmla="*/ 551533 h 606722"/>
              <a:gd name="connsiteX66" fmla="*/ 96660 w 607639"/>
              <a:gd name="connsiteY66" fmla="*/ 551533 h 606722"/>
              <a:gd name="connsiteX67" fmla="*/ 82864 w 607639"/>
              <a:gd name="connsiteY67" fmla="*/ 537758 h 606722"/>
              <a:gd name="connsiteX68" fmla="*/ 96660 w 607639"/>
              <a:gd name="connsiteY68" fmla="*/ 523983 h 606722"/>
              <a:gd name="connsiteX69" fmla="*/ 593843 w 607639"/>
              <a:gd name="connsiteY69" fmla="*/ 523983 h 606722"/>
              <a:gd name="connsiteX70" fmla="*/ 607639 w 607639"/>
              <a:gd name="connsiteY70" fmla="*/ 537758 h 606722"/>
              <a:gd name="connsiteX71" fmla="*/ 607639 w 607639"/>
              <a:gd name="connsiteY71" fmla="*/ 592947 h 606722"/>
              <a:gd name="connsiteX72" fmla="*/ 593843 w 607639"/>
              <a:gd name="connsiteY72" fmla="*/ 606722 h 606722"/>
              <a:gd name="connsiteX73" fmla="*/ 13796 w 607639"/>
              <a:gd name="connsiteY73" fmla="*/ 606722 h 606722"/>
              <a:gd name="connsiteX74" fmla="*/ 0 w 607639"/>
              <a:gd name="connsiteY74" fmla="*/ 592947 h 606722"/>
              <a:gd name="connsiteX75" fmla="*/ 0 w 607639"/>
              <a:gd name="connsiteY75" fmla="*/ 537758 h 606722"/>
              <a:gd name="connsiteX76" fmla="*/ 13796 w 607639"/>
              <a:gd name="connsiteY76" fmla="*/ 523983 h 606722"/>
              <a:gd name="connsiteX77" fmla="*/ 27592 w 607639"/>
              <a:gd name="connsiteY77" fmla="*/ 523983 h 606722"/>
              <a:gd name="connsiteX78" fmla="*/ 27592 w 607639"/>
              <a:gd name="connsiteY78" fmla="*/ 482569 h 606722"/>
              <a:gd name="connsiteX79" fmla="*/ 41387 w 607639"/>
              <a:gd name="connsiteY79" fmla="*/ 468794 h 606722"/>
              <a:gd name="connsiteX80" fmla="*/ 55272 w 607639"/>
              <a:gd name="connsiteY80" fmla="*/ 468794 h 606722"/>
              <a:gd name="connsiteX81" fmla="*/ 55272 w 607639"/>
              <a:gd name="connsiteY81" fmla="*/ 261992 h 606722"/>
              <a:gd name="connsiteX82" fmla="*/ 41387 w 607639"/>
              <a:gd name="connsiteY82" fmla="*/ 261992 h 606722"/>
              <a:gd name="connsiteX83" fmla="*/ 27592 w 607639"/>
              <a:gd name="connsiteY83" fmla="*/ 248217 h 606722"/>
              <a:gd name="connsiteX84" fmla="*/ 41387 w 607639"/>
              <a:gd name="connsiteY84" fmla="*/ 234442 h 606722"/>
              <a:gd name="connsiteX85" fmla="*/ 69068 w 607639"/>
              <a:gd name="connsiteY85" fmla="*/ 234442 h 606722"/>
              <a:gd name="connsiteX86" fmla="*/ 124251 w 607639"/>
              <a:gd name="connsiteY86" fmla="*/ 234442 h 606722"/>
              <a:gd name="connsiteX87" fmla="*/ 207115 w 607639"/>
              <a:gd name="connsiteY87" fmla="*/ 234442 h 606722"/>
              <a:gd name="connsiteX88" fmla="*/ 262387 w 607639"/>
              <a:gd name="connsiteY88" fmla="*/ 234442 h 606722"/>
              <a:gd name="connsiteX89" fmla="*/ 345252 w 607639"/>
              <a:gd name="connsiteY89" fmla="*/ 234442 h 606722"/>
              <a:gd name="connsiteX90" fmla="*/ 400435 w 607639"/>
              <a:gd name="connsiteY90" fmla="*/ 234442 h 606722"/>
              <a:gd name="connsiteX91" fmla="*/ 483299 w 607639"/>
              <a:gd name="connsiteY91" fmla="*/ 234442 h 606722"/>
              <a:gd name="connsiteX92" fmla="*/ 538571 w 607639"/>
              <a:gd name="connsiteY92" fmla="*/ 234442 h 606722"/>
              <a:gd name="connsiteX93" fmla="*/ 552367 w 607639"/>
              <a:gd name="connsiteY93" fmla="*/ 234442 h 606722"/>
              <a:gd name="connsiteX94" fmla="*/ 552367 w 607639"/>
              <a:gd name="connsiteY94" fmla="*/ 193028 h 606722"/>
              <a:gd name="connsiteX95" fmla="*/ 552367 w 607639"/>
              <a:gd name="connsiteY95" fmla="*/ 175076 h 606722"/>
              <a:gd name="connsiteX96" fmla="*/ 303775 w 607639"/>
              <a:gd name="connsiteY96" fmla="*/ 84072 h 606722"/>
              <a:gd name="connsiteX97" fmla="*/ 55272 w 607639"/>
              <a:gd name="connsiteY97" fmla="*/ 175076 h 606722"/>
              <a:gd name="connsiteX98" fmla="*/ 55272 w 607639"/>
              <a:gd name="connsiteY98" fmla="*/ 179253 h 606722"/>
              <a:gd name="connsiteX99" fmla="*/ 510979 w 607639"/>
              <a:gd name="connsiteY99" fmla="*/ 179253 h 606722"/>
              <a:gd name="connsiteX100" fmla="*/ 524775 w 607639"/>
              <a:gd name="connsiteY100" fmla="*/ 193028 h 606722"/>
              <a:gd name="connsiteX101" fmla="*/ 510979 w 607639"/>
              <a:gd name="connsiteY101" fmla="*/ 206803 h 606722"/>
              <a:gd name="connsiteX102" fmla="*/ 41387 w 607639"/>
              <a:gd name="connsiteY102" fmla="*/ 206803 h 606722"/>
              <a:gd name="connsiteX103" fmla="*/ 27592 w 607639"/>
              <a:gd name="connsiteY103" fmla="*/ 193028 h 606722"/>
              <a:gd name="connsiteX104" fmla="*/ 27592 w 607639"/>
              <a:gd name="connsiteY104" fmla="*/ 165478 h 606722"/>
              <a:gd name="connsiteX105" fmla="*/ 37293 w 607639"/>
              <a:gd name="connsiteY105" fmla="*/ 153036 h 606722"/>
              <a:gd name="connsiteX106" fmla="*/ 136712 w 607639"/>
              <a:gd name="connsiteY106" fmla="*/ 115799 h 606722"/>
              <a:gd name="connsiteX107" fmla="*/ 303775 w 607639"/>
              <a:gd name="connsiteY10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607639" h="606722">
                <a:moveTo>
                  <a:pt x="497095" y="261992"/>
                </a:moveTo>
                <a:lnTo>
                  <a:pt x="497095" y="468794"/>
                </a:lnTo>
                <a:lnTo>
                  <a:pt x="524775" y="468794"/>
                </a:lnTo>
                <a:lnTo>
                  <a:pt x="524775" y="261992"/>
                </a:lnTo>
                <a:close/>
                <a:moveTo>
                  <a:pt x="414320" y="261992"/>
                </a:moveTo>
                <a:lnTo>
                  <a:pt x="414320" y="468794"/>
                </a:lnTo>
                <a:lnTo>
                  <a:pt x="469503" y="468794"/>
                </a:lnTo>
                <a:lnTo>
                  <a:pt x="469503" y="261992"/>
                </a:lnTo>
                <a:close/>
                <a:moveTo>
                  <a:pt x="359047" y="261992"/>
                </a:moveTo>
                <a:lnTo>
                  <a:pt x="359047" y="468794"/>
                </a:lnTo>
                <a:lnTo>
                  <a:pt x="386639" y="468794"/>
                </a:lnTo>
                <a:lnTo>
                  <a:pt x="386639" y="261992"/>
                </a:lnTo>
                <a:close/>
                <a:moveTo>
                  <a:pt x="276183" y="261992"/>
                </a:moveTo>
                <a:lnTo>
                  <a:pt x="276183" y="468794"/>
                </a:lnTo>
                <a:lnTo>
                  <a:pt x="331456" y="468794"/>
                </a:lnTo>
                <a:lnTo>
                  <a:pt x="331456" y="261992"/>
                </a:lnTo>
                <a:close/>
                <a:moveTo>
                  <a:pt x="220911" y="261992"/>
                </a:moveTo>
                <a:lnTo>
                  <a:pt x="220911" y="468794"/>
                </a:lnTo>
                <a:lnTo>
                  <a:pt x="248592" y="468794"/>
                </a:lnTo>
                <a:lnTo>
                  <a:pt x="248592" y="261992"/>
                </a:lnTo>
                <a:close/>
                <a:moveTo>
                  <a:pt x="138136" y="261992"/>
                </a:moveTo>
                <a:lnTo>
                  <a:pt x="138136" y="468794"/>
                </a:lnTo>
                <a:lnTo>
                  <a:pt x="193319" y="468794"/>
                </a:lnTo>
                <a:lnTo>
                  <a:pt x="193319" y="261992"/>
                </a:lnTo>
                <a:close/>
                <a:moveTo>
                  <a:pt x="82864" y="261992"/>
                </a:moveTo>
                <a:lnTo>
                  <a:pt x="82864" y="468794"/>
                </a:lnTo>
                <a:lnTo>
                  <a:pt x="110455" y="468794"/>
                </a:lnTo>
                <a:lnTo>
                  <a:pt x="110455" y="261992"/>
                </a:lnTo>
                <a:close/>
                <a:moveTo>
                  <a:pt x="303820" y="110294"/>
                </a:moveTo>
                <a:cubicBezTo>
                  <a:pt x="319078" y="110294"/>
                  <a:pt x="331447" y="122647"/>
                  <a:pt x="331447" y="137885"/>
                </a:cubicBezTo>
                <a:cubicBezTo>
                  <a:pt x="331447" y="153123"/>
                  <a:pt x="319078" y="165476"/>
                  <a:pt x="303820" y="165476"/>
                </a:cubicBezTo>
                <a:cubicBezTo>
                  <a:pt x="288562" y="165476"/>
                  <a:pt x="276193" y="153123"/>
                  <a:pt x="276193" y="137885"/>
                </a:cubicBezTo>
                <a:cubicBezTo>
                  <a:pt x="276193" y="122647"/>
                  <a:pt x="288562" y="110294"/>
                  <a:pt x="303820" y="110294"/>
                </a:cubicBezTo>
                <a:close/>
                <a:moveTo>
                  <a:pt x="303775" y="27550"/>
                </a:moveTo>
                <a:cubicBezTo>
                  <a:pt x="248592" y="27550"/>
                  <a:pt x="198838" y="57944"/>
                  <a:pt x="174005" y="103446"/>
                </a:cubicBezTo>
                <a:lnTo>
                  <a:pt x="299681" y="56522"/>
                </a:lnTo>
                <a:cubicBezTo>
                  <a:pt x="302440" y="55189"/>
                  <a:pt x="305199" y="55189"/>
                  <a:pt x="309293" y="55189"/>
                </a:cubicBezTo>
                <a:lnTo>
                  <a:pt x="434969" y="102024"/>
                </a:lnTo>
                <a:cubicBezTo>
                  <a:pt x="408712" y="57944"/>
                  <a:pt x="359047" y="27550"/>
                  <a:pt x="303775" y="27550"/>
                </a:cubicBezTo>
                <a:close/>
                <a:moveTo>
                  <a:pt x="303775" y="0"/>
                </a:moveTo>
                <a:cubicBezTo>
                  <a:pt x="379786" y="0"/>
                  <a:pt x="446006" y="48257"/>
                  <a:pt x="470927" y="115799"/>
                </a:cubicBezTo>
                <a:lnTo>
                  <a:pt x="570346" y="153036"/>
                </a:lnTo>
                <a:cubicBezTo>
                  <a:pt x="575864" y="154458"/>
                  <a:pt x="579958" y="159968"/>
                  <a:pt x="579958" y="165478"/>
                </a:cubicBezTo>
                <a:lnTo>
                  <a:pt x="579958" y="193028"/>
                </a:lnTo>
                <a:lnTo>
                  <a:pt x="579958" y="248217"/>
                </a:lnTo>
                <a:cubicBezTo>
                  <a:pt x="579958" y="256482"/>
                  <a:pt x="574440" y="261992"/>
                  <a:pt x="566163" y="261992"/>
                </a:cubicBezTo>
                <a:lnTo>
                  <a:pt x="552367" y="261992"/>
                </a:lnTo>
                <a:lnTo>
                  <a:pt x="552367" y="468794"/>
                </a:lnTo>
                <a:lnTo>
                  <a:pt x="566163" y="468794"/>
                </a:lnTo>
                <a:cubicBezTo>
                  <a:pt x="574440" y="468794"/>
                  <a:pt x="579958" y="474304"/>
                  <a:pt x="579958" y="482569"/>
                </a:cubicBezTo>
                <a:cubicBezTo>
                  <a:pt x="579958" y="490834"/>
                  <a:pt x="574440" y="496344"/>
                  <a:pt x="566163" y="496344"/>
                </a:cubicBezTo>
                <a:lnTo>
                  <a:pt x="538571" y="496344"/>
                </a:lnTo>
                <a:lnTo>
                  <a:pt x="483299" y="496344"/>
                </a:lnTo>
                <a:lnTo>
                  <a:pt x="400435" y="496344"/>
                </a:lnTo>
                <a:lnTo>
                  <a:pt x="345252" y="496344"/>
                </a:lnTo>
                <a:lnTo>
                  <a:pt x="262387" y="496344"/>
                </a:lnTo>
                <a:lnTo>
                  <a:pt x="207115" y="496344"/>
                </a:lnTo>
                <a:lnTo>
                  <a:pt x="124251" y="496344"/>
                </a:lnTo>
                <a:lnTo>
                  <a:pt x="69068" y="496344"/>
                </a:lnTo>
                <a:lnTo>
                  <a:pt x="55272" y="496344"/>
                </a:lnTo>
                <a:lnTo>
                  <a:pt x="55272" y="537758"/>
                </a:lnTo>
                <a:cubicBezTo>
                  <a:pt x="55272" y="546023"/>
                  <a:pt x="49754" y="551533"/>
                  <a:pt x="41387" y="551533"/>
                </a:cubicBezTo>
                <a:lnTo>
                  <a:pt x="27592" y="551533"/>
                </a:lnTo>
                <a:lnTo>
                  <a:pt x="27592" y="579083"/>
                </a:lnTo>
                <a:lnTo>
                  <a:pt x="579958" y="579083"/>
                </a:lnTo>
                <a:lnTo>
                  <a:pt x="579958" y="551533"/>
                </a:lnTo>
                <a:lnTo>
                  <a:pt x="96660" y="551533"/>
                </a:lnTo>
                <a:cubicBezTo>
                  <a:pt x="88382" y="551533"/>
                  <a:pt x="82864" y="546023"/>
                  <a:pt x="82864" y="537758"/>
                </a:cubicBezTo>
                <a:cubicBezTo>
                  <a:pt x="82864" y="529493"/>
                  <a:pt x="88382" y="523983"/>
                  <a:pt x="96660" y="523983"/>
                </a:cubicBezTo>
                <a:lnTo>
                  <a:pt x="593843" y="523983"/>
                </a:lnTo>
                <a:cubicBezTo>
                  <a:pt x="602121" y="523983"/>
                  <a:pt x="607639" y="529493"/>
                  <a:pt x="607639" y="537758"/>
                </a:cubicBezTo>
                <a:lnTo>
                  <a:pt x="607639" y="592947"/>
                </a:lnTo>
                <a:cubicBezTo>
                  <a:pt x="607639" y="601212"/>
                  <a:pt x="602121" y="606722"/>
                  <a:pt x="593843" y="606722"/>
                </a:cubicBezTo>
                <a:lnTo>
                  <a:pt x="13796" y="606722"/>
                </a:lnTo>
                <a:cubicBezTo>
                  <a:pt x="5518" y="606722"/>
                  <a:pt x="0" y="601212"/>
                  <a:pt x="0" y="592947"/>
                </a:cubicBezTo>
                <a:lnTo>
                  <a:pt x="0" y="537758"/>
                </a:lnTo>
                <a:cubicBezTo>
                  <a:pt x="0" y="529493"/>
                  <a:pt x="5518" y="523983"/>
                  <a:pt x="13796" y="523983"/>
                </a:cubicBezTo>
                <a:lnTo>
                  <a:pt x="27592" y="523983"/>
                </a:lnTo>
                <a:lnTo>
                  <a:pt x="27592" y="482569"/>
                </a:lnTo>
                <a:cubicBezTo>
                  <a:pt x="27592" y="474304"/>
                  <a:pt x="33110" y="468794"/>
                  <a:pt x="41387" y="468794"/>
                </a:cubicBezTo>
                <a:lnTo>
                  <a:pt x="55272" y="468794"/>
                </a:lnTo>
                <a:lnTo>
                  <a:pt x="55272" y="261992"/>
                </a:lnTo>
                <a:lnTo>
                  <a:pt x="41387" y="261992"/>
                </a:lnTo>
                <a:cubicBezTo>
                  <a:pt x="33110" y="261992"/>
                  <a:pt x="27592" y="256482"/>
                  <a:pt x="27592" y="248217"/>
                </a:cubicBezTo>
                <a:cubicBezTo>
                  <a:pt x="27592" y="239952"/>
                  <a:pt x="33110" y="234442"/>
                  <a:pt x="41387" y="234442"/>
                </a:cubicBezTo>
                <a:lnTo>
                  <a:pt x="69068" y="234442"/>
                </a:lnTo>
                <a:lnTo>
                  <a:pt x="124251" y="234442"/>
                </a:lnTo>
                <a:lnTo>
                  <a:pt x="207115" y="234442"/>
                </a:lnTo>
                <a:lnTo>
                  <a:pt x="262387" y="234442"/>
                </a:lnTo>
                <a:lnTo>
                  <a:pt x="345252" y="234442"/>
                </a:lnTo>
                <a:lnTo>
                  <a:pt x="400435" y="234442"/>
                </a:lnTo>
                <a:lnTo>
                  <a:pt x="483299" y="234442"/>
                </a:lnTo>
                <a:lnTo>
                  <a:pt x="538571" y="234442"/>
                </a:lnTo>
                <a:lnTo>
                  <a:pt x="552367" y="234442"/>
                </a:lnTo>
                <a:lnTo>
                  <a:pt x="552367" y="193028"/>
                </a:lnTo>
                <a:lnTo>
                  <a:pt x="552367" y="175076"/>
                </a:lnTo>
                <a:lnTo>
                  <a:pt x="303775" y="84072"/>
                </a:lnTo>
                <a:lnTo>
                  <a:pt x="55272" y="175076"/>
                </a:lnTo>
                <a:lnTo>
                  <a:pt x="55272" y="179253"/>
                </a:lnTo>
                <a:lnTo>
                  <a:pt x="510979" y="179253"/>
                </a:lnTo>
                <a:cubicBezTo>
                  <a:pt x="519257" y="179253"/>
                  <a:pt x="524775" y="184763"/>
                  <a:pt x="524775" y="193028"/>
                </a:cubicBezTo>
                <a:cubicBezTo>
                  <a:pt x="524775" y="201293"/>
                  <a:pt x="519257" y="206803"/>
                  <a:pt x="510979" y="206803"/>
                </a:cubicBezTo>
                <a:lnTo>
                  <a:pt x="41387" y="206803"/>
                </a:lnTo>
                <a:cubicBezTo>
                  <a:pt x="33110" y="206803"/>
                  <a:pt x="27592" y="201293"/>
                  <a:pt x="27592" y="193028"/>
                </a:cubicBezTo>
                <a:lnTo>
                  <a:pt x="27592" y="165478"/>
                </a:lnTo>
                <a:cubicBezTo>
                  <a:pt x="27592" y="159968"/>
                  <a:pt x="31775" y="154458"/>
                  <a:pt x="37293" y="153036"/>
                </a:cubicBezTo>
                <a:lnTo>
                  <a:pt x="136712" y="115799"/>
                </a:lnTo>
                <a:cubicBezTo>
                  <a:pt x="161545" y="48257"/>
                  <a:pt x="227853" y="0"/>
                  <a:pt x="303775" y="0"/>
                </a:cubicBezTo>
                <a:close/>
              </a:path>
            </a:pathLst>
          </a:custGeom>
          <a:solidFill>
            <a:schemeClr val="accent3"/>
          </a:solidFill>
          <a:ln>
            <a:noFill/>
          </a:ln>
        </p:spPr>
        <p:txBody>
          <a:bodyPr wrap="square" lIns="91440" tIns="45720" rIns="91440" bIns="45720" anchor="ctr">
            <a:normAutofit fontScale="55000" lnSpcReduction="10000"/>
          </a:bodyPr>
          <a:lstStyle/>
          <a:p>
            <a:pPr algn="ctr">
              <a:lnSpc>
                <a:spcPct val="14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7" name="矩形 46"/>
          <p:cNvSpPr/>
          <p:nvPr>
            <p:custDataLst>
              <p:tags r:id="rId20"/>
            </p:custDataLst>
          </p:nvPr>
        </p:nvSpPr>
        <p:spPr bwMode="auto">
          <a:xfrm>
            <a:off x="6216827" y="4463023"/>
            <a:ext cx="2217279" cy="1076332"/>
          </a:xfrm>
          <a:prstGeom prst="rect">
            <a:avLst/>
          </a:prstGeom>
          <a:noFill/>
          <a:ln>
            <a:noFill/>
          </a:ln>
        </p:spPr>
        <p:txBody>
          <a:bodyPr wrap="square" lIns="90000" tIns="0" rIns="90000" bIns="46800" anchor="t" anchorCtr="0">
            <a:normAutofit fontScale="90000"/>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a:lnSpc>
                <a:spcPct val="120000"/>
              </a:lnSpc>
              <a:spcBef>
                <a:spcPct val="0"/>
              </a:spcBef>
            </a:pPr>
            <a:r>
              <a:rPr lang="zh-CN" altLang="en-US" sz="1400" spc="150">
                <a:solidFill>
                  <a:schemeClr val="dk1"/>
                </a:solidFill>
                <a:latin typeface="微软雅黑" panose="020B0503020204020204" charset="-122"/>
                <a:ea typeface="微软雅黑" panose="020B0503020204020204" charset="-122"/>
                <a:sym typeface="Arial" panose="020B0604020202020204" pitchFamily="34" charset="0"/>
              </a:rPr>
              <a:t>触发器可以通过数据库中的相关表进行层叠更改。这比直接将代码写在前台的做法更安全合理。</a:t>
            </a:r>
            <a:endParaRPr lang="zh-CN" altLang="en-US" sz="1400" spc="15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8" name="任意多边形 7"/>
          <p:cNvSpPr/>
          <p:nvPr>
            <p:custDataLst>
              <p:tags r:id="rId21"/>
            </p:custDataLst>
          </p:nvPr>
        </p:nvSpPr>
        <p:spPr bwMode="auto">
          <a:xfrm flipH="1">
            <a:off x="8672509" y="2667494"/>
            <a:ext cx="2216494" cy="1772782"/>
          </a:xfrm>
          <a:custGeom>
            <a:avLst/>
            <a:gdLst>
              <a:gd name="connsiteX0" fmla="*/ 0 w 2088232"/>
              <a:gd name="connsiteY0" fmla="*/ 0 h 1224135"/>
              <a:gd name="connsiteX1" fmla="*/ 1476165 w 2088232"/>
              <a:gd name="connsiteY1" fmla="*/ 0 h 1224135"/>
              <a:gd name="connsiteX2" fmla="*/ 2088232 w 2088232"/>
              <a:gd name="connsiteY2" fmla="*/ 612068 h 1224135"/>
              <a:gd name="connsiteX3" fmla="*/ 2088232 w 2088232"/>
              <a:gd name="connsiteY3" fmla="*/ 1224135 h 1224135"/>
              <a:gd name="connsiteX4" fmla="*/ 0 w 2088232"/>
              <a:gd name="connsiteY4" fmla="*/ 1224135 h 1224135"/>
              <a:gd name="connsiteX5" fmla="*/ 0 w 2088232"/>
              <a:gd name="connsiteY5" fmla="*/ 0 h 1224135"/>
              <a:gd name="connsiteX0-1" fmla="*/ 9144 w 2088232"/>
              <a:gd name="connsiteY0-2" fmla="*/ 356616 h 1224135"/>
              <a:gd name="connsiteX1-3" fmla="*/ 1476165 w 2088232"/>
              <a:gd name="connsiteY1-4" fmla="*/ 0 h 1224135"/>
              <a:gd name="connsiteX2-5" fmla="*/ 2088232 w 2088232"/>
              <a:gd name="connsiteY2-6" fmla="*/ 612068 h 1224135"/>
              <a:gd name="connsiteX3-7" fmla="*/ 2088232 w 2088232"/>
              <a:gd name="connsiteY3-8" fmla="*/ 1224135 h 1224135"/>
              <a:gd name="connsiteX4-9" fmla="*/ 0 w 2088232"/>
              <a:gd name="connsiteY4-10" fmla="*/ 1224135 h 1224135"/>
              <a:gd name="connsiteX5-11" fmla="*/ 9144 w 2088232"/>
              <a:gd name="connsiteY5-12" fmla="*/ 356616 h 1224135"/>
              <a:gd name="connsiteX0-13" fmla="*/ 9144 w 2088232"/>
              <a:gd name="connsiteY0-14" fmla="*/ 73152 h 940671"/>
              <a:gd name="connsiteX1-15" fmla="*/ 1531029 w 2088232"/>
              <a:gd name="connsiteY1-16" fmla="*/ 0 h 940671"/>
              <a:gd name="connsiteX2-17" fmla="*/ 2088232 w 2088232"/>
              <a:gd name="connsiteY2-18" fmla="*/ 328604 h 940671"/>
              <a:gd name="connsiteX3-19" fmla="*/ 2088232 w 2088232"/>
              <a:gd name="connsiteY3-20" fmla="*/ 940671 h 940671"/>
              <a:gd name="connsiteX4-21" fmla="*/ 0 w 2088232"/>
              <a:gd name="connsiteY4-22" fmla="*/ 940671 h 940671"/>
              <a:gd name="connsiteX5-23" fmla="*/ 9144 w 2088232"/>
              <a:gd name="connsiteY5-24" fmla="*/ 73152 h 940671"/>
              <a:gd name="connsiteX0-25" fmla="*/ 9144 w 2088232"/>
              <a:gd name="connsiteY0-26" fmla="*/ 0 h 867519"/>
              <a:gd name="connsiteX1-27" fmla="*/ 2088232 w 2088232"/>
              <a:gd name="connsiteY1-28" fmla="*/ 255452 h 867519"/>
              <a:gd name="connsiteX2-29" fmla="*/ 2088232 w 2088232"/>
              <a:gd name="connsiteY2-30" fmla="*/ 867519 h 867519"/>
              <a:gd name="connsiteX3-31" fmla="*/ 0 w 2088232"/>
              <a:gd name="connsiteY3-32" fmla="*/ 867519 h 867519"/>
              <a:gd name="connsiteX4-33" fmla="*/ 9144 w 2088232"/>
              <a:gd name="connsiteY4-34" fmla="*/ 0 h 867519"/>
              <a:gd name="connsiteX0-35" fmla="*/ 9144 w 2088232"/>
              <a:gd name="connsiteY0-36" fmla="*/ 0 h 867519"/>
              <a:gd name="connsiteX1-37" fmla="*/ 2088232 w 2088232"/>
              <a:gd name="connsiteY1-38" fmla="*/ 153763 h 867519"/>
              <a:gd name="connsiteX2-39" fmla="*/ 2088232 w 2088232"/>
              <a:gd name="connsiteY2-40" fmla="*/ 867519 h 867519"/>
              <a:gd name="connsiteX3-41" fmla="*/ 0 w 2088232"/>
              <a:gd name="connsiteY3-42" fmla="*/ 867519 h 867519"/>
              <a:gd name="connsiteX4-43" fmla="*/ 9144 w 2088232"/>
              <a:gd name="connsiteY4-44" fmla="*/ 0 h 86751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88232" h="867519">
                <a:moveTo>
                  <a:pt x="9144" y="0"/>
                </a:moveTo>
                <a:lnTo>
                  <a:pt x="2088232" y="153763"/>
                </a:lnTo>
                <a:lnTo>
                  <a:pt x="2088232" y="867519"/>
                </a:lnTo>
                <a:lnTo>
                  <a:pt x="0" y="867519"/>
                </a:lnTo>
                <a:lnTo>
                  <a:pt x="9144" y="0"/>
                </a:lnTo>
                <a:close/>
              </a:path>
            </a:pathLst>
          </a:custGeom>
          <a:solidFill>
            <a:schemeClr val="accent4"/>
          </a:solidFill>
          <a:ln w="12700">
            <a:solidFill>
              <a:schemeClr val="accent4"/>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9" name="矩形 8"/>
          <p:cNvSpPr/>
          <p:nvPr>
            <p:custDataLst>
              <p:tags r:id="rId22"/>
            </p:custDataLst>
          </p:nvPr>
        </p:nvSpPr>
        <p:spPr bwMode="auto">
          <a:xfrm>
            <a:off x="8672509" y="4422170"/>
            <a:ext cx="2216494" cy="1221067"/>
          </a:xfrm>
          <a:prstGeom prst="rect">
            <a:avLst/>
          </a:prstGeom>
          <a:noFill/>
          <a:ln w="12700">
            <a:solidFill>
              <a:schemeClr val="accent4"/>
            </a:solidFill>
            <a:round/>
          </a:ln>
        </p:spPr>
        <p:txBody>
          <a:bodyPr wrap="square" lIns="91440" tIns="45720" rIns="91440" bIns="45720" anchor="ctr">
            <a:normAutofit/>
          </a:bodyPr>
          <a:lstStyle/>
          <a:p>
            <a:pPr algn="ctr">
              <a:lnSpc>
                <a:spcPct val="12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32" name="椭圆 31"/>
          <p:cNvSpPr/>
          <p:nvPr>
            <p:custDataLst>
              <p:tags r:id="rId23"/>
            </p:custDataLst>
          </p:nvPr>
        </p:nvSpPr>
        <p:spPr>
          <a:xfrm>
            <a:off x="9484058" y="2586728"/>
            <a:ext cx="593398" cy="593398"/>
          </a:xfrm>
          <a:prstGeom prst="ellipse">
            <a:avLst/>
          </a:prstGeom>
          <a:solidFill>
            <a:schemeClr val="lt1"/>
          </a:solidFill>
          <a:ln w="28575" cap="flat" cmpd="sng" algn="ctr">
            <a:solidFill>
              <a:schemeClr val="accent4"/>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lnSpcReduction="10000"/>
          </a:bodyPr>
          <a:lstStyle/>
          <a:p>
            <a:pPr algn="ctr">
              <a:lnSpc>
                <a:spcPct val="120000"/>
              </a:lnSpc>
            </a:pPr>
            <a:endParaRPr dirty="0">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33" name="任意多边形 32"/>
          <p:cNvSpPr/>
          <p:nvPr>
            <p:custDataLst>
              <p:tags r:id="rId24"/>
            </p:custDataLst>
          </p:nvPr>
        </p:nvSpPr>
        <p:spPr bwMode="auto">
          <a:xfrm>
            <a:off x="9620779" y="2723703"/>
            <a:ext cx="319955" cy="319450"/>
          </a:xfrm>
          <a:custGeom>
            <a:avLst/>
            <a:gdLst>
              <a:gd name="connsiteX0" fmla="*/ 325000 h 606722"/>
              <a:gd name="connsiteY0" fmla="*/ 325000 h 606722"/>
              <a:gd name="connsiteX1" fmla="*/ 325000 h 606722"/>
              <a:gd name="connsiteY1" fmla="*/ 325000 h 606722"/>
              <a:gd name="connsiteX2" fmla="*/ 325000 h 606722"/>
              <a:gd name="connsiteY2" fmla="*/ 325000 h 606722"/>
              <a:gd name="connsiteX3" fmla="*/ 325000 h 606722"/>
              <a:gd name="connsiteY3" fmla="*/ 325000 h 606722"/>
              <a:gd name="connsiteX4" fmla="*/ 325000 h 606722"/>
              <a:gd name="connsiteY4" fmla="*/ 325000 h 606722"/>
              <a:gd name="connsiteX5" fmla="*/ 325000 h 606722"/>
              <a:gd name="connsiteY5" fmla="*/ 325000 h 606722"/>
              <a:gd name="connsiteX6" fmla="*/ 325000 h 606722"/>
              <a:gd name="connsiteY6" fmla="*/ 325000 h 606722"/>
              <a:gd name="connsiteX7" fmla="*/ 325000 h 606722"/>
              <a:gd name="connsiteY7" fmla="*/ 325000 h 606722"/>
              <a:gd name="connsiteX8" fmla="*/ 325000 h 606722"/>
              <a:gd name="connsiteY8" fmla="*/ 325000 h 606722"/>
              <a:gd name="connsiteX9" fmla="*/ 325000 h 606722"/>
              <a:gd name="connsiteY9" fmla="*/ 325000 h 606722"/>
              <a:gd name="connsiteX10" fmla="*/ 325000 h 606722"/>
              <a:gd name="connsiteY10" fmla="*/ 325000 h 606722"/>
              <a:gd name="connsiteX11" fmla="*/ 325000 h 606722"/>
              <a:gd name="connsiteY11" fmla="*/ 325000 h 606722"/>
              <a:gd name="connsiteX12" fmla="*/ 325000 h 606722"/>
              <a:gd name="connsiteY12" fmla="*/ 325000 h 606722"/>
              <a:gd name="connsiteX13" fmla="*/ 325000 h 606722"/>
              <a:gd name="connsiteY13" fmla="*/ 325000 h 606722"/>
              <a:gd name="connsiteX14" fmla="*/ 325000 h 606722"/>
              <a:gd name="connsiteY14" fmla="*/ 325000 h 606722"/>
              <a:gd name="connsiteX15" fmla="*/ 325000 h 606722"/>
              <a:gd name="connsiteY15" fmla="*/ 325000 h 606722"/>
              <a:gd name="connsiteX16" fmla="*/ 325000 h 606722"/>
              <a:gd name="connsiteY16" fmla="*/ 325000 h 606722"/>
              <a:gd name="connsiteX17" fmla="*/ 325000 h 606722"/>
              <a:gd name="connsiteY17" fmla="*/ 325000 h 606722"/>
              <a:gd name="connsiteX18" fmla="*/ 325000 h 606722"/>
              <a:gd name="connsiteY18" fmla="*/ 325000 h 606722"/>
              <a:gd name="connsiteX19" fmla="*/ 325000 h 606722"/>
              <a:gd name="connsiteY19" fmla="*/ 325000 h 606722"/>
              <a:gd name="connsiteX20" fmla="*/ 325000 h 606722"/>
              <a:gd name="connsiteY20" fmla="*/ 325000 h 606722"/>
              <a:gd name="connsiteX21" fmla="*/ 325000 h 606722"/>
              <a:gd name="connsiteY21" fmla="*/ 325000 h 606722"/>
              <a:gd name="connsiteX22" fmla="*/ 325000 h 606722"/>
              <a:gd name="connsiteY22" fmla="*/ 325000 h 606722"/>
              <a:gd name="connsiteX23" fmla="*/ 325000 h 606722"/>
              <a:gd name="connsiteY23" fmla="*/ 325000 h 606722"/>
              <a:gd name="connsiteX24" fmla="*/ 325000 h 606722"/>
              <a:gd name="connsiteY24" fmla="*/ 325000 h 606722"/>
              <a:gd name="connsiteX25" fmla="*/ 325000 h 606722"/>
              <a:gd name="connsiteY25" fmla="*/ 325000 h 606722"/>
              <a:gd name="connsiteX26" fmla="*/ 325000 h 606722"/>
              <a:gd name="connsiteY26" fmla="*/ 325000 h 606722"/>
              <a:gd name="connsiteX27" fmla="*/ 325000 h 606722"/>
              <a:gd name="connsiteY27" fmla="*/ 325000 h 606722"/>
              <a:gd name="connsiteX28" fmla="*/ 325000 h 606722"/>
              <a:gd name="connsiteY28" fmla="*/ 325000 h 606722"/>
              <a:gd name="connsiteX29" fmla="*/ 325000 h 606722"/>
              <a:gd name="connsiteY29" fmla="*/ 325000 h 606722"/>
              <a:gd name="connsiteX30" fmla="*/ 325000 h 606722"/>
              <a:gd name="connsiteY30" fmla="*/ 325000 h 606722"/>
              <a:gd name="connsiteX31" fmla="*/ 325000 h 606722"/>
              <a:gd name="connsiteY31" fmla="*/ 325000 h 606722"/>
              <a:gd name="connsiteX32" fmla="*/ 325000 h 606722"/>
              <a:gd name="connsiteY32" fmla="*/ 325000 h 606722"/>
              <a:gd name="connsiteX33" fmla="*/ 325000 h 606722"/>
              <a:gd name="connsiteY33" fmla="*/ 325000 h 606722"/>
              <a:gd name="connsiteX34" fmla="*/ 325000 h 606722"/>
              <a:gd name="connsiteY34" fmla="*/ 325000 h 606722"/>
              <a:gd name="connsiteX35" fmla="*/ 325000 h 606722"/>
              <a:gd name="connsiteY35" fmla="*/ 325000 h 606722"/>
              <a:gd name="connsiteX36" fmla="*/ 325000 h 606722"/>
              <a:gd name="connsiteY36" fmla="*/ 325000 h 606722"/>
              <a:gd name="connsiteX37" fmla="*/ 325000 h 606722"/>
              <a:gd name="connsiteY37" fmla="*/ 325000 h 606722"/>
              <a:gd name="connsiteX38" fmla="*/ 325000 h 606722"/>
              <a:gd name="connsiteY38" fmla="*/ 325000 h 606722"/>
              <a:gd name="connsiteX39" fmla="*/ 325000 h 606722"/>
              <a:gd name="connsiteY39" fmla="*/ 32500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81459" h="580542">
                <a:moveTo>
                  <a:pt x="213875" y="146706"/>
                </a:moveTo>
                <a:cubicBezTo>
                  <a:pt x="227226" y="146706"/>
                  <a:pt x="238084" y="157547"/>
                  <a:pt x="238084" y="171055"/>
                </a:cubicBezTo>
                <a:cubicBezTo>
                  <a:pt x="238084" y="184562"/>
                  <a:pt x="227226" y="195493"/>
                  <a:pt x="213875" y="195493"/>
                </a:cubicBezTo>
                <a:cubicBezTo>
                  <a:pt x="161630" y="195493"/>
                  <a:pt x="118998" y="238236"/>
                  <a:pt x="118998" y="290755"/>
                </a:cubicBezTo>
                <a:cubicBezTo>
                  <a:pt x="118998" y="300086"/>
                  <a:pt x="120422" y="309328"/>
                  <a:pt x="123092" y="318214"/>
                </a:cubicBezTo>
                <a:cubicBezTo>
                  <a:pt x="126741" y="330300"/>
                  <a:pt x="120422" y="343274"/>
                  <a:pt x="108673" y="347895"/>
                </a:cubicBezTo>
                <a:cubicBezTo>
                  <a:pt x="72182" y="362291"/>
                  <a:pt x="48507" y="397126"/>
                  <a:pt x="48507" y="436582"/>
                </a:cubicBezTo>
                <a:cubicBezTo>
                  <a:pt x="48507" y="489101"/>
                  <a:pt x="91050" y="531844"/>
                  <a:pt x="143384" y="531844"/>
                </a:cubicBezTo>
                <a:lnTo>
                  <a:pt x="438164" y="531844"/>
                </a:lnTo>
                <a:cubicBezTo>
                  <a:pt x="490320" y="531844"/>
                  <a:pt x="532952" y="489101"/>
                  <a:pt x="532952" y="436582"/>
                </a:cubicBezTo>
                <a:cubicBezTo>
                  <a:pt x="532952" y="408678"/>
                  <a:pt x="520759" y="382108"/>
                  <a:pt x="499398" y="363979"/>
                </a:cubicBezTo>
                <a:cubicBezTo>
                  <a:pt x="494147" y="359625"/>
                  <a:pt x="491032" y="353049"/>
                  <a:pt x="490854" y="346207"/>
                </a:cubicBezTo>
                <a:cubicBezTo>
                  <a:pt x="489252" y="294399"/>
                  <a:pt x="447598" y="253876"/>
                  <a:pt x="395976" y="253876"/>
                </a:cubicBezTo>
                <a:cubicBezTo>
                  <a:pt x="382625" y="253876"/>
                  <a:pt x="371767" y="243035"/>
                  <a:pt x="371767" y="229528"/>
                </a:cubicBezTo>
                <a:cubicBezTo>
                  <a:pt x="371767" y="216020"/>
                  <a:pt x="382625" y="205090"/>
                  <a:pt x="395976" y="205090"/>
                </a:cubicBezTo>
                <a:cubicBezTo>
                  <a:pt x="433535" y="205090"/>
                  <a:pt x="468959" y="219575"/>
                  <a:pt x="495927" y="245879"/>
                </a:cubicBezTo>
                <a:cubicBezTo>
                  <a:pt x="520225" y="269517"/>
                  <a:pt x="535177" y="300441"/>
                  <a:pt x="538648" y="334032"/>
                </a:cubicBezTo>
                <a:cubicBezTo>
                  <a:pt x="565972" y="361047"/>
                  <a:pt x="581459" y="397748"/>
                  <a:pt x="581459" y="436582"/>
                </a:cubicBezTo>
                <a:cubicBezTo>
                  <a:pt x="581459" y="516026"/>
                  <a:pt x="517199" y="580542"/>
                  <a:pt x="438164" y="580542"/>
                </a:cubicBezTo>
                <a:lnTo>
                  <a:pt x="143384" y="580542"/>
                </a:lnTo>
                <a:cubicBezTo>
                  <a:pt x="64349" y="580542"/>
                  <a:pt x="0" y="516026"/>
                  <a:pt x="0" y="436582"/>
                </a:cubicBezTo>
                <a:cubicBezTo>
                  <a:pt x="0" y="407079"/>
                  <a:pt x="8811" y="378820"/>
                  <a:pt x="25544" y="354471"/>
                </a:cubicBezTo>
                <a:cubicBezTo>
                  <a:pt x="37737" y="336698"/>
                  <a:pt x="53669" y="322124"/>
                  <a:pt x="72004" y="311638"/>
                </a:cubicBezTo>
                <a:cubicBezTo>
                  <a:pt x="70936" y="304618"/>
                  <a:pt x="70491" y="297598"/>
                  <a:pt x="70491" y="290666"/>
                </a:cubicBezTo>
                <a:cubicBezTo>
                  <a:pt x="70491" y="211222"/>
                  <a:pt x="134840" y="146706"/>
                  <a:pt x="213875" y="146706"/>
                </a:cubicBezTo>
                <a:close/>
                <a:moveTo>
                  <a:pt x="301555" y="0"/>
                </a:moveTo>
                <a:cubicBezTo>
                  <a:pt x="314815" y="0"/>
                  <a:pt x="325673" y="10930"/>
                  <a:pt x="325673" y="24259"/>
                </a:cubicBezTo>
                <a:lnTo>
                  <a:pt x="325673" y="369392"/>
                </a:lnTo>
                <a:lnTo>
                  <a:pt x="379960" y="313055"/>
                </a:lnTo>
                <a:cubicBezTo>
                  <a:pt x="389215" y="303458"/>
                  <a:pt x="404433" y="303191"/>
                  <a:pt x="414045" y="312522"/>
                </a:cubicBezTo>
                <a:cubicBezTo>
                  <a:pt x="423567" y="321763"/>
                  <a:pt x="423745" y="337225"/>
                  <a:pt x="414490" y="346822"/>
                </a:cubicBezTo>
                <a:lnTo>
                  <a:pt x="318642" y="446079"/>
                </a:lnTo>
                <a:cubicBezTo>
                  <a:pt x="314103" y="450788"/>
                  <a:pt x="307874" y="453454"/>
                  <a:pt x="301288" y="453454"/>
                </a:cubicBezTo>
                <a:cubicBezTo>
                  <a:pt x="294791" y="453454"/>
                  <a:pt x="288473" y="450788"/>
                  <a:pt x="284023" y="446079"/>
                </a:cubicBezTo>
                <a:lnTo>
                  <a:pt x="188086" y="346822"/>
                </a:lnTo>
                <a:cubicBezTo>
                  <a:pt x="178742" y="337225"/>
                  <a:pt x="179009" y="321941"/>
                  <a:pt x="188620" y="312522"/>
                </a:cubicBezTo>
                <a:cubicBezTo>
                  <a:pt x="198054" y="303191"/>
                  <a:pt x="213361" y="303458"/>
                  <a:pt x="222617" y="313055"/>
                </a:cubicBezTo>
                <a:lnTo>
                  <a:pt x="277437" y="369392"/>
                </a:lnTo>
                <a:lnTo>
                  <a:pt x="277437" y="24259"/>
                </a:lnTo>
                <a:cubicBezTo>
                  <a:pt x="277437" y="10930"/>
                  <a:pt x="288295" y="0"/>
                  <a:pt x="301555" y="0"/>
                </a:cubicBezTo>
                <a:close/>
              </a:path>
            </a:pathLst>
          </a:custGeom>
          <a:solidFill>
            <a:schemeClr val="accent4"/>
          </a:solidFill>
          <a:ln>
            <a:noFill/>
          </a:ln>
        </p:spPr>
        <p:txBody>
          <a:bodyPr wrap="square" lIns="91440" tIns="45720" rIns="91440" bIns="45720" anchor="ctr">
            <a:normAutofit fontScale="55000" lnSpcReduction="10000"/>
          </a:bodyPr>
          <a:lstStyle/>
          <a:p>
            <a:pPr algn="ctr">
              <a:lnSpc>
                <a:spcPct val="140000"/>
              </a:lnSpc>
            </a:pPr>
            <a:endParaRPr dirty="0">
              <a:solidFill>
                <a:schemeClr val="dk1"/>
              </a:solidFill>
              <a:latin typeface="微软雅黑" panose="020B0503020204020204" charset="-122"/>
              <a:ea typeface="微软雅黑" panose="020B0503020204020204" charset="-122"/>
              <a:sym typeface="Arial" panose="020B0604020202020204" pitchFamily="34" charset="0"/>
            </a:endParaRPr>
          </a:p>
        </p:txBody>
      </p:sp>
      <p:sp>
        <p:nvSpPr>
          <p:cNvPr id="49" name="矩形 48"/>
          <p:cNvSpPr/>
          <p:nvPr>
            <p:custDataLst>
              <p:tags r:id="rId25"/>
            </p:custDataLst>
          </p:nvPr>
        </p:nvSpPr>
        <p:spPr bwMode="auto">
          <a:xfrm>
            <a:off x="8672676" y="4463023"/>
            <a:ext cx="2217279" cy="107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46800" anchor="t"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just">
              <a:lnSpc>
                <a:spcPct val="120000"/>
              </a:lnSpc>
              <a:spcBef>
                <a:spcPct val="0"/>
              </a:spcBef>
            </a:pPr>
            <a:r>
              <a:rPr lang="zh-CN" altLang="en-US" sz="1300" spc="15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触发器可以强制用户实现业务规则，这些限制比用CHECK约束所定义的更复杂。</a:t>
            </a:r>
            <a:endParaRPr lang="zh-CN" altLang="en-US" sz="1300" spc="150">
              <a:solidFill>
                <a:schemeClr val="dk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Tree>
    <p:custDataLst>
      <p:tags r:id="rId26"/>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9"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触发器的执行环境</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grpSp>
        <p:nvGrpSpPr>
          <p:cNvPr id="4" name="组合 3"/>
          <p:cNvGrpSpPr/>
          <p:nvPr>
            <p:custDataLst>
              <p:tags r:id="rId6"/>
            </p:custDataLst>
          </p:nvPr>
        </p:nvGrpSpPr>
        <p:grpSpPr>
          <a:xfrm>
            <a:off x="5851707" y="1676400"/>
            <a:ext cx="5036642" cy="4877447"/>
            <a:chOff x="5975" y="2815"/>
            <a:chExt cx="7783" cy="7537"/>
          </a:xfrm>
        </p:grpSpPr>
        <p:sp>
          <p:nvSpPr>
            <p:cNvPr id="5" name="椭圆 4"/>
            <p:cNvSpPr/>
            <p:nvPr>
              <p:custDataLst>
                <p:tags r:id="rId7"/>
              </p:custDataLst>
            </p:nvPr>
          </p:nvSpPr>
          <p:spPr>
            <a:xfrm>
              <a:off x="6474" y="3068"/>
              <a:ext cx="7285" cy="7285"/>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8" name="椭圆 7"/>
            <p:cNvSpPr/>
            <p:nvPr>
              <p:custDataLst>
                <p:tags r:id="rId8"/>
              </p:custDataLst>
            </p:nvPr>
          </p:nvSpPr>
          <p:spPr>
            <a:xfrm>
              <a:off x="5975" y="3769"/>
              <a:ext cx="6358" cy="6359"/>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2" name="椭圆 11"/>
            <p:cNvSpPr/>
            <p:nvPr>
              <p:custDataLst>
                <p:tags r:id="rId9"/>
              </p:custDataLst>
            </p:nvPr>
          </p:nvSpPr>
          <p:spPr>
            <a:xfrm>
              <a:off x="6097" y="2815"/>
              <a:ext cx="6358" cy="6359"/>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sp>
        <p:nvSpPr>
          <p:cNvPr id="6" name="Title 6"/>
          <p:cNvSpPr txBox="1"/>
          <p:nvPr>
            <p:custDataLst>
              <p:tags r:id="rId10"/>
            </p:custDataLst>
          </p:nvPr>
        </p:nvSpPr>
        <p:spPr>
          <a:xfrm>
            <a:off x="541020" y="1993900"/>
            <a:ext cx="5142230" cy="419354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所谓触发器的执行环境，可以看作是创建在内存中，用于在触发器执行过程中保存语句进程的空间。当调用触发器时，就会创建触发器的执行环境。如果调用多个触发器，就会分别为每个触发器创建执行环境。不过在任何时候，一个会话中只有唯一的一个执行环境是活动的。触发器执行环境示意图如图10-1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图10-1中显示了两个触发器，一个是定义在表1上的UPDATE触发器，另一个是定义在表2上的INSERT触发器。当对表1执行UPDATE操作时，UPDATE触发器被激活，系统为该触发器创建执行环境。而UPDATE触发器需要向表2中添加数据，这时就会触发表2上的INSERT触发器，此时系统为INSERT触发器创建执行环境，该环境变成活动状态。INSERT触发器执行结束后，它所在的执行环境被销毁，UPDATE触发器的执行环境再次变为活动状态。当UPDATE触发器执行结束后，它所在的执行环境也被销毁。</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7" name="图片 6" descr="/data/temp/aeb1115f-18ae-11ee-b573-f66a8e0a4694.jpgaeb1115f-18ae-11ee-b573-f66a8e0a4694"/>
          <p:cNvPicPr>
            <a:picLocks noChangeAspect="1"/>
          </p:cNvPicPr>
          <p:nvPr>
            <p:custDataLst>
              <p:tags r:id="rId11"/>
            </p:custDataLst>
          </p:nvPr>
        </p:nvPicPr>
        <p:blipFill rotWithShape="1">
          <a:blip r:embed="rId12"/>
          <a:srcRect/>
          <a:stretch>
            <a:fillRect/>
          </a:stretch>
        </p:blipFill>
        <p:spPr>
          <a:xfrm>
            <a:off x="6122209" y="2869391"/>
            <a:ext cx="4348739" cy="2668132"/>
          </a:xfrm>
          <a:custGeom>
            <a:avLst/>
            <a:gdLst/>
            <a:ahLst/>
            <a:cxnLst>
              <a:cxn ang="3">
                <a:pos x="hc" y="t"/>
              </a:cxn>
              <a:cxn ang="cd2">
                <a:pos x="l" y="vc"/>
              </a:cxn>
              <a:cxn ang="cd4">
                <a:pos x="hc" y="b"/>
              </a:cxn>
              <a:cxn ang="0">
                <a:pos x="r" y="vc"/>
              </a:cxn>
            </a:cxnLst>
            <a:rect l="l" t="t" r="r" b="b"/>
            <a:pathLst>
              <a:path w="6720" h="6720">
                <a:moveTo>
                  <a:pt x="3360" y="0"/>
                </a:moveTo>
                <a:cubicBezTo>
                  <a:pt x="5216" y="0"/>
                  <a:pt x="6720" y="1504"/>
                  <a:pt x="6720" y="3360"/>
                </a:cubicBezTo>
                <a:cubicBezTo>
                  <a:pt x="6720" y="5216"/>
                  <a:pt x="5216" y="6720"/>
                  <a:pt x="3360" y="6720"/>
                </a:cubicBezTo>
                <a:cubicBezTo>
                  <a:pt x="1504" y="6720"/>
                  <a:pt x="0" y="5216"/>
                  <a:pt x="0" y="3360"/>
                </a:cubicBezTo>
                <a:cubicBezTo>
                  <a:pt x="0" y="1504"/>
                  <a:pt x="1504" y="0"/>
                  <a:pt x="3360" y="0"/>
                </a:cubicBezTo>
                <a:close/>
              </a:path>
            </a:pathLst>
          </a:custGeom>
        </p:spPr>
      </p:pic>
    </p:spTree>
    <p:custDataLst>
      <p:tags r:id="rId13"/>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触发器的作用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9" name="矩形 8"/>
          <p:cNvSpPr/>
          <p:nvPr>
            <p:custDataLst>
              <p:tags r:id="rId6"/>
            </p:custDataLst>
          </p:nvPr>
        </p:nvSpPr>
        <p:spPr>
          <a:xfrm>
            <a:off x="1070610" y="1929765"/>
            <a:ext cx="10471785" cy="4369435"/>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01595" y="1676212"/>
            <a:ext cx="464820" cy="36258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1968060" y="1739108"/>
            <a:ext cx="464820" cy="36258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776031" y="6125284"/>
            <a:ext cx="464820" cy="36258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42496" y="6188180"/>
            <a:ext cx="464820" cy="362585"/>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1277620" y="2144395"/>
            <a:ext cx="10141585" cy="3940175"/>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触发器的主要作用是能够实现有主键和外键所不能保证的、复杂的参照完整性和数据一致性。触发器能够对数据库中的相关表进行级联修改，还可以自定义错误消息、维护非规范化数据以及比较数据修改前后的状态。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indent="0" algn="l" fontAlgn="auto">
              <a:lnSpc>
                <a:spcPct val="120000"/>
              </a:lnSpc>
              <a:spcAft>
                <a:spcPts val="800"/>
              </a:spcAft>
              <a:buFont typeface="Arial" panose="020B0604020202020204" pitchFamily="34" charset="0"/>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在下列情况下，使用触发器将强制实现复杂的引用完整性：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强制数据库间的引用完整性。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创建多行触发器。当插入更新或删除多行数据时，必须编写一个处理多行数据的触发器。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执行级联更新或级联删除这样的操作。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285750" indent="-2857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撤销或回滚违反引用完整性的操作，防止非法修改数据。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触发器的类型</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08100"/>
            <a:ext cx="11277600" cy="544639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Server中包含3种常规类型的触发器：DML触发器、DDL触发器和登录触发器。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（1）DML触发器</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当数据库中发生数据操纵语言（DML）事件时，将调用DML触发器。DML事件包括在指定表或视图中修改数据的INSERT语句、UPDATE语句或DELETE语句。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DML触发器的作用如下。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通过数据库中的相关表实现级联更改。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防止恶意或错误的INSERT、UPDATE和DELETE操作，并强制执行比CHECK约束定义的限制更为复杂的其他限制。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与CHECK约束不同，DML触发器可以引用其他表中的列。例如，触发器可以使用另一个表中的SELECT语句比较插入或更新的数据，以及执行其他操作，如修改数据或显示用户定义的错误信息。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评估数据修改前后表的状态，并根据该差异采取措施。</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一个表中的多个同类DML触发器（INSERT、UPDATE或DELETE）允许采取多个不同的操作来响应同一个修改语句。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按照DML时间类型的不同，可以将DML触发器分为如下3种类型。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INSERT触发器：如果对表执行INSERT操作，将触发该表上的INSERT触发器。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UPDATE触发器：如果对表执行UPDATE操作，将触发该表上的UPDATE触发器。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DELETE触发器：如果对表执行DELETE操作，将触发该表上的DELETE触发器。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按照触发器和触发事件操作时间的不同，可以将DML触发器分为如下两类。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AFTER触发器：在执行了INSERT、UPDATE或DELETE操作之后执行的触发类型就是AFTER触发器。INSERT、UPDATE或DELETE触发器都属于AFTER触发器，只能在表上指定。</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INSTEAD OF触发器：执行INSTEAD OF触发器可以代替通常的触发动作。即可以使用INSTEAD OF触发器代替INSERT、UPDATE或DELETE触发事件的操作。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DML触发器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87975"/>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SQL Server为每个DML触发器语句创建两种特殊的表：deleted表和inserted表。这是两个逻辑表，由系统自动创建和维护，存放在内存而不是数据库中，用户不能对其进行修改。这两个表的结构总是与定义触发器的表结构相同。触发器执行完成后，与该触发器相关的这两个表也会被删除。这两个表的作用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deleted表：用于存放对表执行UPDATE或DELETE操作时，要从表中删除的所有行。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inserted表：用于存放对表执行INSERT或UPDATE操作时，要向表中插入的所有行。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（2）DLL触发器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当数据库中发生数据定义语言（DLL）事件时，将调用DLL触发器。DLL事件主要包括CREATE、ALTER、DROP、GRANT、DENY和REVOKE等语句操作。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DLL触发器可用于管理任务，如审核和控制数据库操作。如果要执行以下操作，可以使用DLL触发器。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要防止对数据库架构进行某些更改。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希望数据库中发生某种情况以响应数据库架构中的更改。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要记录数据库架构中的更改或事件。</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（3）登录触发器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登录触发器响应LOGON事件而激发存储过程。与SQL Server实例建立用户会话时将引发此事件。登录触发器将在登录的身份验证阶段完成之后且用户会话实际建立之前激发。因此，来自触发器内部且通常将到达用户的所有消息回传到SQL Server错误日志。如果身份验证失败，将不激发登录触发器。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用户可以使用登录触发器来审核和控制服务器对话，如通过跟踪登录活动限制SQL Server的登录名或限制特定登录名的会话数。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创建触发器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3665"/>
            <a:ext cx="11277600" cy="5474970"/>
          </a:xfrm>
          <a:prstGeom prst="rect">
            <a:avLst/>
          </a:prstGeom>
          <a:noFill/>
          <a:ln w="3175">
            <a:noFill/>
            <a:prstDash val="dash"/>
          </a:ln>
        </p:spPr>
        <p:txBody>
          <a:bodyPr wrap="square" lIns="63500" tIns="25400" rIns="63500" bIns="25400" anchor="ctr" anchorCtr="0">
            <a:normAutofit fontScale="5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默认情况下，表的所有者拥有该表上的DML触发器创建权限，但是不能将该权限转给其他用户。DML触发器可以引用当前数据库以外的对象，但只能在当前数据库中创建DML触发器。DML触发器可以引用临时表，但不能对临时表或系统表创建DM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创建DML触发器的语法如下：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TRIGGER [ schema_name .]trigger_name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ON{table|view}</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&lt;dml_trigger_option&gt;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{FOR|AFTER|INSTEAD OF}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 [,] [UPDATE] [,] [DELETE]}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AS{sqld_statement[;][,…]}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schem_name：DML触发器所属架构的名称。DML触发器的作用域是为其创建该处发起的表或视图的架构。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trigger_name：触发器的名称。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table|view：对其执行DML触发器的表或视图，有时称为触发器表或触发器视图。可以根据需要指定表或视图的完全限定名称。视图只能被INSTEAD OF触发器引用。不能对局部或全局临时表定义DML触发器。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dml_trigger_option：创建触发器的选项。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AFTER：AFTER用于指定DML触发器仅在触发SQL语句中指定的所有操作都已成功执行后才被触发。所有的引用级联操作和约束检查也必须在激发此触发器之前成功完成。如果仅制定FOR关键字，AFTER就为默认值。不能对视图定义AFTER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INSTEAD OF：指定执行DML触发器而不是触发SQL语句，因此其优先级高于触发语句的操作。对于表或视图，每个INSERT、UPDATE或DELETE语句最多可定义一个INSTEAD OF触发器。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 [,] [UPDATE] [,] [DELETE]：用于指定数据操作语句，当对定义DML触发器的表或视图执行这些操作时，将触发触发器。必须至少指定一个选项，指定多个选项时，可以采用任何顺序。</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创建INSERT触发器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075055"/>
            <a:ext cx="11277600" cy="597725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（1）创建INSERT触发器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INSERT触发器在对定义触发器的表执行INSERT语句时被执行。创建INSERT触发器需要在CREATE TRIGGER语句中指定AFTER INSERT选项。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例10.18</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】在表student上创建一个INSERT触发器a_student，用于检查新添加的学生的性别是否填写规范，如果不规范，就拒绝添加该学生。触发器的创建语句如下：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TRIGGER a_student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ENCRYPTION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AFTER INSERT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IF (select Ssex FROM inserted) NOT IN ('男','女')</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PRINT’学生性别不符合规范。’</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 TRANSACTION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在上述INSERT触发器a_student中，使用SELECT语句从系统自动创建的inserted表中查询新添加的学生的性别是否为“男”或 “女”，如果不是，就使用PRINT命令输出错误信息，并使用ROLLBACK TRANSACTION语句进行事务回滚，拒绝向student表中添加该学生。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（2）创建UPDATE触发器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当一个UPDATE语句在目标表上运行的时候，就会调用UPDATE触发器，这种类型的触发器专门用于约束用户能修改的现有的数据。</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（3）创建DELETE触发器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当数据库运行DELETE语句时，就会激活DELETE触发器，DELETE触发器用于约束用户能够从数据库中删除的数据，因为这些数据中，有些数据是不希望用户轻易删除的。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（4）创建INSTEAD OF触发器</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INSTEAD OF可以取代原本要执行的SQL语句，转为执行INSTEAD OF触发器中定义的SQL语句。创建INSTEAD OF触发器需要在CREATE TRIGGER语句中指定INSTEAD OF选项。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创建DLL触发器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276850"/>
          </a:xfrm>
          <a:prstGeom prst="rect">
            <a:avLst/>
          </a:prstGeom>
          <a:noFill/>
          <a:ln w="3175">
            <a:noFill/>
            <a:prstDash val="dash"/>
          </a:ln>
        </p:spPr>
        <p:txBody>
          <a:bodyPr wrap="square" lIns="63500" tIns="25400" rIns="63500" bIns="25400" anchor="ctr" anchorCtr="0">
            <a:normAutofit fontScale="7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DDL触发器是一种特殊的触发器，在响应数据定义语言（DDL）语句时触发。DDL触发器可以用于在数据库中执行管理任务，如审核以及规范数据库操作等。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创建DDL触发器的语法如下：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TRIGGER trigger_name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ON{ALL SERVER|DATABASE}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&lt;ddl_trigger_option&gt; [ ,…n ]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{FOR|ALTER} {event_type|event_group}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 {sql_statement [;]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ALL SERVER：将DLL或登录触发器的作用域应用于当前服务器。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DATABASE：将DDL触发器的作用域应用于当前数据库。</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event_type：执行之后将导致激发DDL触发器的Transact-SQL语言事件的名称。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event_group：预定义的Transact-SQL语言事件分组的名称。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DML触发器主要针对INSERT、UPDATE或DELETE这3种类型的DML触发事件，而DDL所针对的DDL触发事件就要复杂得多，分为数据库作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285750" indent="-285750"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用域的DDL语句和服务器作用域的DDL语句。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常见的数据库作用域的DDL语句如表10-3所示。</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创建DLL触发器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148080"/>
            <a:ext cx="11277600" cy="5709285"/>
          </a:xfrm>
          <a:prstGeom prst="rect">
            <a:avLst/>
          </a:prstGeom>
          <a:noFill/>
          <a:ln w="3175">
            <a:noFill/>
            <a:prstDash val="dash"/>
          </a:ln>
        </p:spPr>
        <p:txBody>
          <a:bodyPr wrap="square" lIns="63500" tIns="25400" rIns="63500" bIns="25400" anchor="ctr" anchorCtr="0">
            <a:normAutofit fontScale="5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表10-3 常见的数据库作用域的DDL语句</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常见的服务器作用域的DDL语句如表10-4所示。
表10-4 常见的服务器作用域的DDL语句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例10.19</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】在stusystem数据库中创建一个应用于当前数据库的DDL触发器a_table，该触发器用于拒绝用户对当前数据库中的表执行DROP或ALTER操作。触发器的创建语句如下：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stusystem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CREATE TRIGGER a_table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WITH ENCCRYPTION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 ALTER_TABLE,DROP_TABLE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PRINT'不能对本数据库中的表进行删除或者修改操作'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在上述触发器a_table中，使用PRINT命令输出针对DDL操作的错误信息，并使用ROLLBACK命令进行回滚。</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476375" y="1450340"/>
            <a:ext cx="6743700" cy="1019175"/>
          </a:xfrm>
          <a:prstGeom prst="rect">
            <a:avLst/>
          </a:prstGeom>
        </p:spPr>
      </p:pic>
      <p:pic>
        <p:nvPicPr>
          <p:cNvPr id="8" name="图片 7"/>
          <p:cNvPicPr>
            <a:picLocks noChangeAspect="1"/>
          </p:cNvPicPr>
          <p:nvPr/>
        </p:nvPicPr>
        <p:blipFill>
          <a:blip r:embed="rId8"/>
          <a:stretch>
            <a:fillRect/>
          </a:stretch>
        </p:blipFill>
        <p:spPr>
          <a:xfrm>
            <a:off x="1476375" y="2700655"/>
            <a:ext cx="6724650" cy="847725"/>
          </a:xfrm>
          <a:prstGeom prst="rect">
            <a:avLst/>
          </a:prstGeom>
        </p:spPr>
      </p:pic>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嵌套触发器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457835" y="1631315"/>
            <a:ext cx="11276330" cy="348996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在执行某个触发器时会触发其他触发器，这些触发器就可以称为嵌套触发器。触发器最多可以嵌套32层。如果一个触发器更改了包含另一个触发器的表，第二个触发器就会被触发，然后该触发器又可以调用第三个触发器，以此类推。如果链中任何一个触发器引发了无限循环，就会超出嵌套级限制，从而导致取消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（1）使用嵌套触发器的注意事项与原则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使用嵌套触发器时，需要注意如下几点注意事项与原则。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默认情况下，嵌套触发器配置选项开启。</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在同一个触发器事务中，一个嵌套触发器不能被触发两次，触发器不会调用它自己来响应触发器中对同一表的第二次更新。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触发器是一个事务，如果在一系列嵌套触发器的任意层中发生错误，那么整个事务都将被取消，而且所有数据修改都将回滚。</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（2）禁用和启用嵌套</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特殊情况下，如果需要禁用触发器的嵌套功能，就可以通过使用系统存储过程sp_configure设置服务器配置选项nested triggers的值为0来实现。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仅用嵌套的语句如下：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EXEC sp_configure ’nested triggers’ , 0</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如果需要重新启用嵌套，那么可以通过使用系统存储过程sp_configure设置服务器配置选项nested triggers的值为1来实现。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递归触发器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6565" y="1371600"/>
            <a:ext cx="11277600" cy="5408295"/>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任何触发器中都可以包含对同一个表或另一个表的UPDATE、INSERT或DELETE操作语句。如果启用递归触发器选项，那么改变表中数据的触发器通过递归执行就可以再次触发自己。</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（1）递归触发器的不同类型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递归触发器有如下两种不同的类型。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① 直接递归</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直接递归即触发器被触发并执行一个操作，而该操作又使同一个触发器再次被触发。例如，当对A表执行UPDATE操作时，触发了A表上的a_update触发器，而在a-update触发器中又包含对A表的UPDATE语句，这就导致a_update触发器再次被触发。</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② 间接递归</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间接递归即触发器被触发并执行一个操作，而该操作又使另一个触发器被触发；第二个触发器执行的操作又再次触发第一个触发器。例如，当对A表执行UPDATE操作时，触发了A表上的a_update触发器；而在a_updale触发器中又包含对B表的UPDATE语句，这就导致B表上的b_update触发器被触发；又由于b_update触发器中包含对A表的UPDATE语句，使得a_update触发器再次被触发。</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（2）使用递归触发器的注意事项与原则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递归触发器具有复杂特性，可以用来解决诸如自引用这样的复杂关系。使用递归触发器时，需要注意如下几点注意事项和基本原则。</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递归触发器很复杂，必须经过有条理的设计和全面的测试。</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在任意点的数据修改都可能会触发一系列触发器。尽管具有处理复杂关系的能力，不过要求以特定的顺序更新用户的表时，使用递归触发器就会产生问题。</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所有触发器一起构成一个大事务。任何触发器中的任何位置上的ROLLBACK命令都将取消所有数据的修改。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触发器最多只能递归16层。如果递归链中的第16个触发器激活了第17个触发器，结果就与使用ROLLBACK命令一样，将取消所有数据的修改。</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2.3 管理触发器</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71600"/>
            <a:ext cx="11277600" cy="4857750"/>
          </a:xfrm>
          <a:prstGeom prst="rect">
            <a:avLst/>
          </a:prstGeom>
          <a:noFill/>
          <a:ln w="3175">
            <a:noFill/>
            <a:prstDash val="dash"/>
          </a:ln>
        </p:spPr>
        <p:txBody>
          <a:bodyPr wrap="square" lIns="63500" tIns="25400" rIns="63500" bIns="25400" anchor="ctr" anchorCtr="0">
            <a:normAutofit fontScale="6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对已创建的触发器可以进行管理，管理形式有修改触发器的定义、禁用与启用触发器以及删除触发器。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 修改触发器</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修改触发器需要使用ALTER TRIGGER语句，该语句的使用语法与CREATE TRIGGER一样。</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例10.20</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】修改触发器a_table的定义，语句如下：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USE scusystem</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Go</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ALTER TRIGGER a_table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FOR DROP_TABLE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AS</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BEGIN</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PRINT·不能对本数据库中的表进行删除操作!’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ROLLBACK</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END</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上述语句将触发器a_table的定义修改为不加密，且只在执行删除表操作时触发。</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
        <p:nvSpPr>
          <p:cNvPr id="78" name="任意多边形: 形状 77"/>
          <p:cNvSpPr/>
          <p:nvPr>
            <p:custDataLst>
              <p:tags r:id="rId7"/>
            </p:custDataLst>
          </p:nvPr>
        </p:nvSpPr>
        <p:spPr bwMode="auto">
          <a:xfrm rot="21347">
            <a:off x="10077658" y="2059304"/>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2">
              <a:alpha val="30000"/>
            </a:schemeClr>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79" name="任意多边形: 形状 78"/>
          <p:cNvSpPr/>
          <p:nvPr>
            <p:custDataLst>
              <p:tags r:id="rId8"/>
            </p:custDataLst>
          </p:nvPr>
        </p:nvSpPr>
        <p:spPr bwMode="auto">
          <a:xfrm rot="5225650">
            <a:off x="10037695" y="3054728"/>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3">
              <a:alpha val="30000"/>
            </a:schemeClr>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80" name="任意多边形: 形状 79"/>
          <p:cNvSpPr/>
          <p:nvPr>
            <p:custDataLst>
              <p:tags r:id="rId9"/>
            </p:custDataLst>
          </p:nvPr>
        </p:nvSpPr>
        <p:spPr bwMode="auto">
          <a:xfrm rot="10734309">
            <a:off x="9073223" y="3016000"/>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4">
              <a:alpha val="30000"/>
            </a:schemeClr>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81" name="任意多边形: 形状 80"/>
          <p:cNvSpPr/>
          <p:nvPr>
            <p:custDataLst>
              <p:tags r:id="rId10"/>
            </p:custDataLst>
          </p:nvPr>
        </p:nvSpPr>
        <p:spPr bwMode="auto">
          <a:xfrm rot="16083964">
            <a:off x="9104117" y="2012897"/>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1">
              <a:alpha val="30000"/>
            </a:schemeClr>
          </a:solidFill>
          <a:ln>
            <a:noFill/>
          </a:ln>
        </p:spPr>
        <p:txBody>
          <a:bodyPr vert="horz" wrap="square" lIns="91440" tIns="45720" rIns="91440" bIns="45720" numCol="1" anchor="t" anchorCtr="0" compatLnSpc="1">
            <a:noAutofit/>
          </a:bodyPr>
          <a:lstStyle/>
          <a:p>
            <a:endParaRPr lang="zh-CN" altLang="en-US" dirty="0">
              <a:solidFill>
                <a:schemeClr val="dk1"/>
              </a:solidFill>
              <a:latin typeface="微软雅黑" panose="020B0503020204020204" charset="-122"/>
              <a:ea typeface="微软雅黑" panose="020B0503020204020204" charset="-122"/>
            </a:endParaRPr>
          </a:p>
        </p:txBody>
      </p:sp>
      <p:sp>
        <p:nvSpPr>
          <p:cNvPr id="72" name="任意多边形: 形状 71"/>
          <p:cNvSpPr/>
          <p:nvPr>
            <p:custDataLst>
              <p:tags r:id="rId11"/>
            </p:custDataLst>
          </p:nvPr>
        </p:nvSpPr>
        <p:spPr bwMode="auto">
          <a:xfrm rot="21347">
            <a:off x="10096286" y="2042399"/>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2"/>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73" name="任意多边形: 形状 72"/>
          <p:cNvSpPr/>
          <p:nvPr>
            <p:custDataLst>
              <p:tags r:id="rId12"/>
            </p:custDataLst>
          </p:nvPr>
        </p:nvSpPr>
        <p:spPr bwMode="auto">
          <a:xfrm rot="5225650">
            <a:off x="10056323" y="3037823"/>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3"/>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74" name="任意多边形: 形状 73"/>
          <p:cNvSpPr/>
          <p:nvPr>
            <p:custDataLst>
              <p:tags r:id="rId13"/>
            </p:custDataLst>
          </p:nvPr>
        </p:nvSpPr>
        <p:spPr bwMode="auto">
          <a:xfrm rot="10734309">
            <a:off x="9091852" y="2999095"/>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4"/>
          </a:solidFill>
          <a:ln>
            <a:noFill/>
          </a:ln>
        </p:spPr>
        <p:txBody>
          <a:bodyPr vert="horz" wrap="square" lIns="91440" tIns="45720" rIns="91440" bIns="45720" numCol="1" anchor="t" anchorCtr="0" compatLnSpc="1">
            <a:noAutofit/>
          </a:bodyPr>
          <a:lstStyle/>
          <a:p>
            <a:endParaRPr lang="zh-CN" altLang="en-US">
              <a:solidFill>
                <a:schemeClr val="dk1"/>
              </a:solidFill>
              <a:latin typeface="微软雅黑" panose="020B0503020204020204" charset="-122"/>
              <a:ea typeface="微软雅黑" panose="020B0503020204020204" charset="-122"/>
            </a:endParaRPr>
          </a:p>
        </p:txBody>
      </p:sp>
      <p:sp>
        <p:nvSpPr>
          <p:cNvPr id="75" name="任意多边形: 形状 74"/>
          <p:cNvSpPr/>
          <p:nvPr>
            <p:custDataLst>
              <p:tags r:id="rId14"/>
            </p:custDataLst>
          </p:nvPr>
        </p:nvSpPr>
        <p:spPr bwMode="auto">
          <a:xfrm rot="16083964">
            <a:off x="9122745" y="1995992"/>
            <a:ext cx="998792" cy="1127095"/>
          </a:xfrm>
          <a:custGeom>
            <a:avLst/>
            <a:gdLst>
              <a:gd name="connsiteX0" fmla="*/ 33886 w 1314893"/>
              <a:gd name="connsiteY0" fmla="*/ 0 h 1483801"/>
              <a:gd name="connsiteX1" fmla="*/ 1301691 w 1314893"/>
              <a:gd name="connsiteY1" fmla="*/ 1097476 h 1483801"/>
              <a:gd name="connsiteX2" fmla="*/ 1314893 w 1314893"/>
              <a:gd name="connsiteY2" fmla="*/ 1186998 h 1483801"/>
              <a:gd name="connsiteX3" fmla="*/ 1313835 w 1314893"/>
              <a:gd name="connsiteY3" fmla="*/ 1189900 h 1483801"/>
              <a:gd name="connsiteX4" fmla="*/ 1306845 w 1314893"/>
              <a:gd name="connsiteY4" fmla="*/ 1216598 h 1483801"/>
              <a:gd name="connsiteX5" fmla="*/ 1285057 w 1314893"/>
              <a:gd name="connsiteY5" fmla="*/ 1273280 h 1483801"/>
              <a:gd name="connsiteX6" fmla="*/ 1120648 w 1314893"/>
              <a:gd name="connsiteY6" fmla="*/ 1483801 h 1483801"/>
              <a:gd name="connsiteX7" fmla="*/ 932021 w 1314893"/>
              <a:gd name="connsiteY7" fmla="*/ 1342539 h 1483801"/>
              <a:gd name="connsiteX8" fmla="*/ 859969 w 1314893"/>
              <a:gd name="connsiteY8" fmla="*/ 1316386 h 1483801"/>
              <a:gd name="connsiteX9" fmla="*/ 860373 w 1314893"/>
              <a:gd name="connsiteY9" fmla="*/ 1276974 h 1483801"/>
              <a:gd name="connsiteX10" fmla="*/ 98577 w 1314893"/>
              <a:gd name="connsiteY10" fmla="*/ 461019 h 1483801"/>
              <a:gd name="connsiteX11" fmla="*/ 61611 w 1314893"/>
              <a:gd name="connsiteY11" fmla="*/ 464092 h 1483801"/>
              <a:gd name="connsiteX12" fmla="*/ 258766 w 1314893"/>
              <a:gd name="connsiteY12" fmla="*/ 224363 h 1483801"/>
              <a:gd name="connsiteX13" fmla="*/ 0 w 1314893"/>
              <a:gd name="connsiteY13" fmla="*/ 0 h 1483801"/>
              <a:gd name="connsiteX14" fmla="*/ 33886 w 1314893"/>
              <a:gd name="connsiteY14" fmla="*/ 0 h 148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14893" h="1483801">
                <a:moveTo>
                  <a:pt x="33886" y="0"/>
                </a:moveTo>
                <a:cubicBezTo>
                  <a:pt x="664630" y="32272"/>
                  <a:pt x="1182164" y="492810"/>
                  <a:pt x="1301691" y="1097476"/>
                </a:cubicBezTo>
                <a:lnTo>
                  <a:pt x="1314893" y="1186998"/>
                </a:lnTo>
                <a:lnTo>
                  <a:pt x="1313835" y="1189900"/>
                </a:lnTo>
                <a:lnTo>
                  <a:pt x="1306845" y="1216598"/>
                </a:lnTo>
                <a:lnTo>
                  <a:pt x="1285057" y="1273280"/>
                </a:lnTo>
                <a:cubicBezTo>
                  <a:pt x="1257477" y="1345467"/>
                  <a:pt x="1224010" y="1415733"/>
                  <a:pt x="1120648" y="1483801"/>
                </a:cubicBezTo>
                <a:cubicBezTo>
                  <a:pt x="1069165" y="1441037"/>
                  <a:pt x="1003219" y="1379045"/>
                  <a:pt x="932021" y="1342539"/>
                </a:cubicBezTo>
                <a:lnTo>
                  <a:pt x="859969" y="1316386"/>
                </a:lnTo>
                <a:lnTo>
                  <a:pt x="860373" y="1276974"/>
                </a:lnTo>
                <a:cubicBezTo>
                  <a:pt x="835565" y="841899"/>
                  <a:pt x="384492" y="461018"/>
                  <a:pt x="98577" y="461019"/>
                </a:cubicBezTo>
                <a:cubicBezTo>
                  <a:pt x="86255" y="461019"/>
                  <a:pt x="73933" y="461018"/>
                  <a:pt x="61611" y="464092"/>
                </a:cubicBezTo>
                <a:cubicBezTo>
                  <a:pt x="92417" y="368815"/>
                  <a:pt x="194075" y="285832"/>
                  <a:pt x="258766" y="224363"/>
                </a:cubicBezTo>
                <a:cubicBezTo>
                  <a:pt x="184833" y="76837"/>
                  <a:pt x="92417" y="52249"/>
                  <a:pt x="0" y="0"/>
                </a:cubicBezTo>
                <a:cubicBezTo>
                  <a:pt x="0" y="0"/>
                  <a:pt x="0" y="0"/>
                  <a:pt x="33886" y="0"/>
                </a:cubicBezTo>
                <a:close/>
              </a:path>
            </a:pathLst>
          </a:custGeom>
          <a:solidFill>
            <a:schemeClr val="accent1"/>
          </a:solidFill>
          <a:ln>
            <a:noFill/>
          </a:ln>
        </p:spPr>
        <p:txBody>
          <a:bodyPr vert="horz" wrap="square" lIns="91440" tIns="45720" rIns="91440" bIns="45720" numCol="1" anchor="t" anchorCtr="0" compatLnSpc="1">
            <a:noAutofit/>
          </a:bodyPr>
          <a:lstStyle/>
          <a:p>
            <a:endParaRPr lang="zh-CN" altLang="en-US" dirty="0">
              <a:solidFill>
                <a:schemeClr val="dk1"/>
              </a:solidFill>
              <a:latin typeface="微软雅黑" panose="020B0503020204020204" charset="-122"/>
              <a:ea typeface="微软雅黑" panose="020B0503020204020204" charset="-122"/>
            </a:endParaRPr>
          </a:p>
        </p:txBody>
      </p:sp>
      <p:sp>
        <p:nvSpPr>
          <p:cNvPr id="45" name="文本框 44"/>
          <p:cNvSpPr txBox="1"/>
          <p:nvPr>
            <p:custDataLst>
              <p:tags r:id="rId15"/>
            </p:custDataLst>
          </p:nvPr>
        </p:nvSpPr>
        <p:spPr>
          <a:xfrm>
            <a:off x="9345830" y="2251659"/>
            <a:ext cx="363206" cy="388771"/>
          </a:xfrm>
          <a:prstGeom prst="rect">
            <a:avLst/>
          </a:prstGeom>
          <a:noFill/>
        </p:spPr>
        <p:txBody>
          <a:bodyPr wrap="square" rtlCol="0" anchor="ctr" anchorCtr="0">
            <a:normAutofit fontScale="50000"/>
          </a:bodyPr>
          <a:lstStyle/>
          <a:p>
            <a:pPr algn="ctr"/>
            <a:r>
              <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rPr>
              <a:t>01</a:t>
            </a:r>
            <a:endPar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46" name="文本框 45"/>
          <p:cNvSpPr txBox="1"/>
          <p:nvPr>
            <p:custDataLst>
              <p:tags r:id="rId16"/>
            </p:custDataLst>
          </p:nvPr>
        </p:nvSpPr>
        <p:spPr>
          <a:xfrm>
            <a:off x="10550121" y="2351082"/>
            <a:ext cx="363206" cy="388771"/>
          </a:xfrm>
          <a:prstGeom prst="rect">
            <a:avLst/>
          </a:prstGeom>
          <a:noFill/>
        </p:spPr>
        <p:txBody>
          <a:bodyPr wrap="square" rtlCol="0" anchor="ctr" anchorCtr="0">
            <a:normAutofit fontScale="50000"/>
          </a:bodyPr>
          <a:lstStyle/>
          <a:p>
            <a:pPr algn="ctr"/>
            <a:r>
              <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rPr>
              <a:t>02</a:t>
            </a:r>
            <a:endPar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57" name="文本框 56"/>
          <p:cNvSpPr txBox="1"/>
          <p:nvPr>
            <p:custDataLst>
              <p:tags r:id="rId17"/>
            </p:custDataLst>
          </p:nvPr>
        </p:nvSpPr>
        <p:spPr>
          <a:xfrm>
            <a:off x="10474258" y="3512668"/>
            <a:ext cx="363206" cy="388771"/>
          </a:xfrm>
          <a:prstGeom prst="rect">
            <a:avLst/>
          </a:prstGeom>
          <a:noFill/>
        </p:spPr>
        <p:txBody>
          <a:bodyPr wrap="square" rtlCol="0" anchor="ctr" anchorCtr="0">
            <a:normAutofit fontScale="50000"/>
          </a:bodyPr>
          <a:lstStyle/>
          <a:p>
            <a:pPr algn="ctr"/>
            <a:r>
              <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rPr>
              <a:t>03</a:t>
            </a:r>
            <a:endPar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76" name="文本框 75"/>
          <p:cNvSpPr txBox="1"/>
          <p:nvPr>
            <p:custDataLst>
              <p:tags r:id="rId18"/>
            </p:custDataLst>
          </p:nvPr>
        </p:nvSpPr>
        <p:spPr>
          <a:xfrm>
            <a:off x="9281278" y="3476763"/>
            <a:ext cx="363206" cy="388771"/>
          </a:xfrm>
          <a:prstGeom prst="rect">
            <a:avLst/>
          </a:prstGeom>
          <a:noFill/>
        </p:spPr>
        <p:txBody>
          <a:bodyPr wrap="square" rtlCol="0" anchor="ctr" anchorCtr="0">
            <a:normAutofit fontScale="50000"/>
          </a:bodyPr>
          <a:lstStyle/>
          <a:p>
            <a:pPr algn="ctr"/>
            <a:r>
              <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rPr>
              <a:t>04</a:t>
            </a:r>
            <a:endParaRPr lang="en-US" altLang="zh-CN" sz="2000" b="1" dirty="0">
              <a:solidFill>
                <a:schemeClr val="lt1"/>
              </a:solidFill>
              <a:latin typeface="微软雅黑" panose="020B0503020204020204" charset="-122"/>
              <a:ea typeface="微软雅黑" panose="020B0503020204020204" charset="-122"/>
              <a:cs typeface="Arial" panose="020B0604020202020204" pitchFamily="34" charset="0"/>
            </a:endParaRPr>
          </a:p>
        </p:txBody>
      </p:sp>
      <p:sp>
        <p:nvSpPr>
          <p:cNvPr id="48" name="椭圆 47"/>
          <p:cNvSpPr/>
          <p:nvPr>
            <p:custDataLst>
              <p:tags r:id="rId19"/>
            </p:custDataLst>
          </p:nvPr>
        </p:nvSpPr>
        <p:spPr>
          <a:xfrm>
            <a:off x="9563196" y="2553447"/>
            <a:ext cx="1048137" cy="1048137"/>
          </a:xfrm>
          <a:prstGeom prst="ellipse">
            <a:avLst/>
          </a:prstGeom>
          <a:solidFill>
            <a:schemeClr val="accent1">
              <a:alpha val="8000"/>
            </a:schemeClr>
          </a:solidFill>
          <a:ln>
            <a:noFill/>
          </a:ln>
          <a:effectLst>
            <a:outerShdw blurRad="63500" sx="102000" sy="102000" algn="ctr" rotWithShape="0">
              <a:schemeClr val="dk1">
                <a:lumMod val="65000"/>
                <a:lumOff val="3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panose="020B0503020204020204" charset="-122"/>
              <a:ea typeface="微软雅黑" panose="020B0503020204020204" charset="-122"/>
            </a:endParaRPr>
          </a:p>
        </p:txBody>
      </p:sp>
      <p:sp>
        <p:nvSpPr>
          <p:cNvPr id="50" name="PA-任意多边形 89"/>
          <p:cNvSpPr>
            <a:spLocks noEditPoints="1"/>
          </p:cNvSpPr>
          <p:nvPr>
            <p:custDataLst>
              <p:tags r:id="rId20"/>
            </p:custDataLst>
          </p:nvPr>
        </p:nvSpPr>
        <p:spPr bwMode="auto">
          <a:xfrm>
            <a:off x="9911014" y="2782561"/>
            <a:ext cx="355162" cy="412914"/>
          </a:xfrm>
          <a:custGeom>
            <a:avLst/>
            <a:gdLst>
              <a:gd name="T0" fmla="*/ 145 w 291"/>
              <a:gd name="T1" fmla="*/ 336 h 336"/>
              <a:gd name="T2" fmla="*/ 30 w 291"/>
              <a:gd name="T3" fmla="*/ 239 h 336"/>
              <a:gd name="T4" fmla="*/ 30 w 291"/>
              <a:gd name="T5" fmla="*/ 239 h 336"/>
              <a:gd name="T6" fmla="*/ 1 w 291"/>
              <a:gd name="T7" fmla="*/ 191 h 336"/>
              <a:gd name="T8" fmla="*/ 1 w 291"/>
              <a:gd name="T9" fmla="*/ 183 h 336"/>
              <a:gd name="T10" fmla="*/ 1 w 291"/>
              <a:gd name="T11" fmla="*/ 168 h 336"/>
              <a:gd name="T12" fmla="*/ 1 w 291"/>
              <a:gd name="T13" fmla="*/ 146 h 336"/>
              <a:gd name="T14" fmla="*/ 1 w 291"/>
              <a:gd name="T15" fmla="*/ 136 h 336"/>
              <a:gd name="T16" fmla="*/ 153 w 291"/>
              <a:gd name="T17" fmla="*/ 0 h 336"/>
              <a:gd name="T18" fmla="*/ 289 w 291"/>
              <a:gd name="T19" fmla="*/ 136 h 336"/>
              <a:gd name="T20" fmla="*/ 289 w 291"/>
              <a:gd name="T21" fmla="*/ 144 h 336"/>
              <a:gd name="T22" fmla="*/ 289 w 291"/>
              <a:gd name="T23" fmla="*/ 160 h 336"/>
              <a:gd name="T24" fmla="*/ 289 w 291"/>
              <a:gd name="T25" fmla="*/ 178 h 336"/>
              <a:gd name="T26" fmla="*/ 289 w 291"/>
              <a:gd name="T27" fmla="*/ 186 h 336"/>
              <a:gd name="T28" fmla="*/ 261 w 291"/>
              <a:gd name="T29" fmla="*/ 234 h 336"/>
              <a:gd name="T30" fmla="*/ 261 w 291"/>
              <a:gd name="T31" fmla="*/ 234 h 336"/>
              <a:gd name="T32" fmla="*/ 145 w 291"/>
              <a:gd name="T33" fmla="*/ 336 h 336"/>
              <a:gd name="T34" fmla="*/ 35 w 291"/>
              <a:gd name="T35" fmla="*/ 221 h 336"/>
              <a:gd name="T36" fmla="*/ 38 w 291"/>
              <a:gd name="T37" fmla="*/ 221 h 336"/>
              <a:gd name="T38" fmla="*/ 43 w 291"/>
              <a:gd name="T39" fmla="*/ 226 h 336"/>
              <a:gd name="T40" fmla="*/ 145 w 291"/>
              <a:gd name="T41" fmla="*/ 320 h 336"/>
              <a:gd name="T42" fmla="*/ 248 w 291"/>
              <a:gd name="T43" fmla="*/ 223 h 336"/>
              <a:gd name="T44" fmla="*/ 253 w 291"/>
              <a:gd name="T45" fmla="*/ 218 h 336"/>
              <a:gd name="T46" fmla="*/ 261 w 291"/>
              <a:gd name="T47" fmla="*/ 218 h 336"/>
              <a:gd name="T48" fmla="*/ 262 w 291"/>
              <a:gd name="T49" fmla="*/ 218 h 336"/>
              <a:gd name="T50" fmla="*/ 275 w 291"/>
              <a:gd name="T51" fmla="*/ 186 h 336"/>
              <a:gd name="T52" fmla="*/ 275 w 291"/>
              <a:gd name="T53" fmla="*/ 176 h 336"/>
              <a:gd name="T54" fmla="*/ 275 w 291"/>
              <a:gd name="T55" fmla="*/ 162 h 336"/>
              <a:gd name="T56" fmla="*/ 275 w 291"/>
              <a:gd name="T57" fmla="*/ 157 h 336"/>
              <a:gd name="T58" fmla="*/ 275 w 291"/>
              <a:gd name="T59" fmla="*/ 144 h 336"/>
              <a:gd name="T60" fmla="*/ 275 w 291"/>
              <a:gd name="T61" fmla="*/ 135 h 336"/>
              <a:gd name="T62" fmla="*/ 153 w 291"/>
              <a:gd name="T63" fmla="*/ 16 h 336"/>
              <a:gd name="T64" fmla="*/ 17 w 291"/>
              <a:gd name="T65" fmla="*/ 136 h 336"/>
              <a:gd name="T66" fmla="*/ 17 w 291"/>
              <a:gd name="T67" fmla="*/ 148 h 336"/>
              <a:gd name="T68" fmla="*/ 17 w 291"/>
              <a:gd name="T69" fmla="*/ 167 h 336"/>
              <a:gd name="T70" fmla="*/ 17 w 291"/>
              <a:gd name="T71" fmla="*/ 172 h 336"/>
              <a:gd name="T72" fmla="*/ 17 w 291"/>
              <a:gd name="T73" fmla="*/ 183 h 336"/>
              <a:gd name="T74" fmla="*/ 17 w 291"/>
              <a:gd name="T75" fmla="*/ 192 h 336"/>
              <a:gd name="T76" fmla="*/ 30 w 291"/>
              <a:gd name="T77" fmla="*/ 224 h 336"/>
              <a:gd name="T78" fmla="*/ 32 w 291"/>
              <a:gd name="T79" fmla="*/ 224 h 336"/>
              <a:gd name="T80" fmla="*/ 35 w 291"/>
              <a:gd name="T81" fmla="*/ 22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91" h="336">
                <a:moveTo>
                  <a:pt x="145" y="336"/>
                </a:moveTo>
                <a:cubicBezTo>
                  <a:pt x="94" y="336"/>
                  <a:pt x="48" y="296"/>
                  <a:pt x="30" y="239"/>
                </a:cubicBezTo>
                <a:cubicBezTo>
                  <a:pt x="30" y="239"/>
                  <a:pt x="30" y="239"/>
                  <a:pt x="30" y="239"/>
                </a:cubicBezTo>
                <a:cubicBezTo>
                  <a:pt x="14" y="239"/>
                  <a:pt x="1" y="218"/>
                  <a:pt x="1" y="191"/>
                </a:cubicBezTo>
                <a:cubicBezTo>
                  <a:pt x="1" y="188"/>
                  <a:pt x="1" y="186"/>
                  <a:pt x="1" y="183"/>
                </a:cubicBezTo>
                <a:cubicBezTo>
                  <a:pt x="1" y="178"/>
                  <a:pt x="0" y="173"/>
                  <a:pt x="1" y="168"/>
                </a:cubicBezTo>
                <a:cubicBezTo>
                  <a:pt x="0" y="162"/>
                  <a:pt x="1" y="154"/>
                  <a:pt x="1" y="146"/>
                </a:cubicBezTo>
                <a:cubicBezTo>
                  <a:pt x="1" y="143"/>
                  <a:pt x="1" y="140"/>
                  <a:pt x="1" y="136"/>
                </a:cubicBezTo>
                <a:cubicBezTo>
                  <a:pt x="1" y="56"/>
                  <a:pt x="64" y="0"/>
                  <a:pt x="153" y="0"/>
                </a:cubicBezTo>
                <a:cubicBezTo>
                  <a:pt x="230" y="0"/>
                  <a:pt x="289" y="60"/>
                  <a:pt x="289" y="136"/>
                </a:cubicBezTo>
                <a:cubicBezTo>
                  <a:pt x="289" y="140"/>
                  <a:pt x="289" y="143"/>
                  <a:pt x="289" y="144"/>
                </a:cubicBezTo>
                <a:cubicBezTo>
                  <a:pt x="289" y="149"/>
                  <a:pt x="291" y="154"/>
                  <a:pt x="289" y="160"/>
                </a:cubicBezTo>
                <a:cubicBezTo>
                  <a:pt x="291" y="165"/>
                  <a:pt x="289" y="172"/>
                  <a:pt x="289" y="178"/>
                </a:cubicBezTo>
                <a:cubicBezTo>
                  <a:pt x="289" y="181"/>
                  <a:pt x="289" y="184"/>
                  <a:pt x="289" y="186"/>
                </a:cubicBezTo>
                <a:cubicBezTo>
                  <a:pt x="289" y="213"/>
                  <a:pt x="277" y="234"/>
                  <a:pt x="261" y="234"/>
                </a:cubicBezTo>
                <a:cubicBezTo>
                  <a:pt x="261" y="234"/>
                  <a:pt x="261" y="234"/>
                  <a:pt x="261" y="234"/>
                </a:cubicBezTo>
                <a:cubicBezTo>
                  <a:pt x="243" y="293"/>
                  <a:pt x="195" y="336"/>
                  <a:pt x="145" y="336"/>
                </a:cubicBezTo>
                <a:close/>
                <a:moveTo>
                  <a:pt x="35" y="221"/>
                </a:moveTo>
                <a:cubicBezTo>
                  <a:pt x="37" y="221"/>
                  <a:pt x="37" y="221"/>
                  <a:pt x="38" y="221"/>
                </a:cubicBezTo>
                <a:cubicBezTo>
                  <a:pt x="40" y="223"/>
                  <a:pt x="43" y="224"/>
                  <a:pt x="43" y="226"/>
                </a:cubicBezTo>
                <a:cubicBezTo>
                  <a:pt x="56" y="280"/>
                  <a:pt x="99" y="320"/>
                  <a:pt x="145" y="320"/>
                </a:cubicBezTo>
                <a:cubicBezTo>
                  <a:pt x="190" y="320"/>
                  <a:pt x="233" y="279"/>
                  <a:pt x="248" y="223"/>
                </a:cubicBezTo>
                <a:cubicBezTo>
                  <a:pt x="248" y="220"/>
                  <a:pt x="249" y="218"/>
                  <a:pt x="253" y="218"/>
                </a:cubicBezTo>
                <a:cubicBezTo>
                  <a:pt x="254" y="216"/>
                  <a:pt x="257" y="218"/>
                  <a:pt x="261" y="218"/>
                </a:cubicBezTo>
                <a:cubicBezTo>
                  <a:pt x="262" y="218"/>
                  <a:pt x="262" y="218"/>
                  <a:pt x="262" y="218"/>
                </a:cubicBezTo>
                <a:cubicBezTo>
                  <a:pt x="267" y="218"/>
                  <a:pt x="275" y="205"/>
                  <a:pt x="275" y="186"/>
                </a:cubicBezTo>
                <a:cubicBezTo>
                  <a:pt x="275" y="183"/>
                  <a:pt x="275" y="180"/>
                  <a:pt x="275" y="176"/>
                </a:cubicBezTo>
                <a:cubicBezTo>
                  <a:pt x="275" y="172"/>
                  <a:pt x="277" y="165"/>
                  <a:pt x="275" y="162"/>
                </a:cubicBezTo>
                <a:cubicBezTo>
                  <a:pt x="275" y="160"/>
                  <a:pt x="275" y="159"/>
                  <a:pt x="275" y="157"/>
                </a:cubicBezTo>
                <a:cubicBezTo>
                  <a:pt x="277" y="152"/>
                  <a:pt x="275" y="149"/>
                  <a:pt x="275" y="144"/>
                </a:cubicBezTo>
                <a:cubicBezTo>
                  <a:pt x="275" y="141"/>
                  <a:pt x="275" y="138"/>
                  <a:pt x="275" y="135"/>
                </a:cubicBezTo>
                <a:cubicBezTo>
                  <a:pt x="273" y="69"/>
                  <a:pt x="221" y="16"/>
                  <a:pt x="153" y="16"/>
                </a:cubicBezTo>
                <a:cubicBezTo>
                  <a:pt x="72" y="16"/>
                  <a:pt x="17" y="64"/>
                  <a:pt x="17" y="136"/>
                </a:cubicBezTo>
                <a:cubicBezTo>
                  <a:pt x="17" y="140"/>
                  <a:pt x="17" y="143"/>
                  <a:pt x="17" y="148"/>
                </a:cubicBezTo>
                <a:cubicBezTo>
                  <a:pt x="17" y="154"/>
                  <a:pt x="16" y="162"/>
                  <a:pt x="17" y="167"/>
                </a:cubicBezTo>
                <a:cubicBezTo>
                  <a:pt x="17" y="168"/>
                  <a:pt x="17" y="170"/>
                  <a:pt x="17" y="172"/>
                </a:cubicBezTo>
                <a:cubicBezTo>
                  <a:pt x="16" y="175"/>
                  <a:pt x="17" y="178"/>
                  <a:pt x="17" y="183"/>
                </a:cubicBezTo>
                <a:cubicBezTo>
                  <a:pt x="17" y="186"/>
                  <a:pt x="17" y="189"/>
                  <a:pt x="17" y="192"/>
                </a:cubicBezTo>
                <a:cubicBezTo>
                  <a:pt x="17" y="212"/>
                  <a:pt x="25" y="224"/>
                  <a:pt x="30" y="224"/>
                </a:cubicBezTo>
                <a:cubicBezTo>
                  <a:pt x="30" y="224"/>
                  <a:pt x="30" y="224"/>
                  <a:pt x="32" y="224"/>
                </a:cubicBezTo>
                <a:cubicBezTo>
                  <a:pt x="32" y="221"/>
                  <a:pt x="33" y="221"/>
                  <a:pt x="35" y="221"/>
                </a:cubicBezTo>
                <a:close/>
              </a:path>
            </a:pathLst>
          </a:custGeom>
          <a:solidFill>
            <a:schemeClr val="accent1"/>
          </a:solidFill>
          <a:ln w="0">
            <a:noFill/>
            <a:prstDash val="solid"/>
            <a:round/>
          </a:ln>
          <a:extLst>
            <a:ext uri="{91240B29-F687-4F45-9708-019B960494DF}">
              <a14:hiddenLine xmlns:a14="http://schemas.microsoft.com/office/drawing/2010/main" w="0">
                <a:solidFill>
                  <a:srgbClr val="000000"/>
                </a:solidFill>
                <a:prstDash val="solid"/>
                <a:round/>
              </a14:hiddenLine>
            </a:ext>
          </a:extLst>
        </p:spPr>
        <p:txBody>
          <a:bodyPr vert="horz" wrap="square" lIns="91440" tIns="45720" rIns="91440" bIns="45720" numCol="1" anchor="t" anchorCtr="0" compatLnSpc="1"/>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1" name="PA-任意多边形 90"/>
          <p:cNvSpPr/>
          <p:nvPr>
            <p:custDataLst>
              <p:tags r:id="rId21"/>
            </p:custDataLst>
          </p:nvPr>
        </p:nvSpPr>
        <p:spPr bwMode="auto">
          <a:xfrm>
            <a:off x="9920444" y="2861361"/>
            <a:ext cx="333161" cy="138688"/>
          </a:xfrm>
          <a:custGeom>
            <a:avLst/>
            <a:gdLst>
              <a:gd name="T0" fmla="*/ 264 w 272"/>
              <a:gd name="T1" fmla="*/ 112 h 112"/>
              <a:gd name="T2" fmla="*/ 240 w 272"/>
              <a:gd name="T3" fmla="*/ 112 h 112"/>
              <a:gd name="T4" fmla="*/ 234 w 272"/>
              <a:gd name="T5" fmla="*/ 108 h 112"/>
              <a:gd name="T6" fmla="*/ 216 w 272"/>
              <a:gd name="T7" fmla="*/ 64 h 112"/>
              <a:gd name="T8" fmla="*/ 116 w 272"/>
              <a:gd name="T9" fmla="*/ 29 h 112"/>
              <a:gd name="T10" fmla="*/ 109 w 272"/>
              <a:gd name="T11" fmla="*/ 37 h 112"/>
              <a:gd name="T12" fmla="*/ 55 w 272"/>
              <a:gd name="T13" fmla="*/ 48 h 112"/>
              <a:gd name="T14" fmla="*/ 50 w 272"/>
              <a:gd name="T15" fmla="*/ 48 h 112"/>
              <a:gd name="T16" fmla="*/ 40 w 272"/>
              <a:gd name="T17" fmla="*/ 104 h 112"/>
              <a:gd name="T18" fmla="*/ 32 w 272"/>
              <a:gd name="T19" fmla="*/ 112 h 112"/>
              <a:gd name="T20" fmla="*/ 8 w 272"/>
              <a:gd name="T21" fmla="*/ 112 h 112"/>
              <a:gd name="T22" fmla="*/ 0 w 272"/>
              <a:gd name="T23" fmla="*/ 104 h 112"/>
              <a:gd name="T24" fmla="*/ 8 w 272"/>
              <a:gd name="T25" fmla="*/ 96 h 112"/>
              <a:gd name="T26" fmla="*/ 24 w 272"/>
              <a:gd name="T27" fmla="*/ 96 h 112"/>
              <a:gd name="T28" fmla="*/ 48 w 272"/>
              <a:gd name="T29" fmla="*/ 32 h 112"/>
              <a:gd name="T30" fmla="*/ 56 w 272"/>
              <a:gd name="T31" fmla="*/ 32 h 112"/>
              <a:gd name="T32" fmla="*/ 98 w 272"/>
              <a:gd name="T33" fmla="*/ 26 h 112"/>
              <a:gd name="T34" fmla="*/ 104 w 272"/>
              <a:gd name="T35" fmla="*/ 8 h 112"/>
              <a:gd name="T36" fmla="*/ 112 w 272"/>
              <a:gd name="T37" fmla="*/ 0 h 112"/>
              <a:gd name="T38" fmla="*/ 120 w 272"/>
              <a:gd name="T39" fmla="*/ 8 h 112"/>
              <a:gd name="T40" fmla="*/ 224 w 272"/>
              <a:gd name="T41" fmla="*/ 48 h 112"/>
              <a:gd name="T42" fmla="*/ 232 w 272"/>
              <a:gd name="T43" fmla="*/ 56 h 112"/>
              <a:gd name="T44" fmla="*/ 245 w 272"/>
              <a:gd name="T45" fmla="*/ 96 h 112"/>
              <a:gd name="T46" fmla="*/ 264 w 272"/>
              <a:gd name="T47" fmla="*/ 96 h 112"/>
              <a:gd name="T48" fmla="*/ 272 w 272"/>
              <a:gd name="T49" fmla="*/ 104 h 112"/>
              <a:gd name="T50" fmla="*/ 264 w 272"/>
              <a:gd name="T51" fmla="*/ 11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2" h="112">
                <a:moveTo>
                  <a:pt x="264" y="112"/>
                </a:moveTo>
                <a:lnTo>
                  <a:pt x="240" y="112"/>
                </a:lnTo>
                <a:cubicBezTo>
                  <a:pt x="237" y="112"/>
                  <a:pt x="234" y="111"/>
                  <a:pt x="234" y="108"/>
                </a:cubicBezTo>
                <a:cubicBezTo>
                  <a:pt x="232" y="104"/>
                  <a:pt x="220" y="82"/>
                  <a:pt x="216" y="64"/>
                </a:cubicBezTo>
                <a:cubicBezTo>
                  <a:pt x="173" y="63"/>
                  <a:pt x="133" y="47"/>
                  <a:pt x="116" y="29"/>
                </a:cubicBezTo>
                <a:cubicBezTo>
                  <a:pt x="114" y="32"/>
                  <a:pt x="112" y="36"/>
                  <a:pt x="109" y="37"/>
                </a:cubicBezTo>
                <a:cubicBezTo>
                  <a:pt x="95" y="52"/>
                  <a:pt x="69" y="50"/>
                  <a:pt x="55" y="48"/>
                </a:cubicBezTo>
                <a:cubicBezTo>
                  <a:pt x="53" y="48"/>
                  <a:pt x="52" y="48"/>
                  <a:pt x="50" y="48"/>
                </a:cubicBezTo>
                <a:cubicBezTo>
                  <a:pt x="45" y="53"/>
                  <a:pt x="40" y="79"/>
                  <a:pt x="40" y="104"/>
                </a:cubicBezTo>
                <a:cubicBezTo>
                  <a:pt x="40" y="109"/>
                  <a:pt x="37" y="112"/>
                  <a:pt x="32" y="112"/>
                </a:cubicBezTo>
                <a:lnTo>
                  <a:pt x="8" y="112"/>
                </a:lnTo>
                <a:cubicBezTo>
                  <a:pt x="4" y="112"/>
                  <a:pt x="0" y="109"/>
                  <a:pt x="0" y="104"/>
                </a:cubicBezTo>
                <a:cubicBezTo>
                  <a:pt x="0" y="100"/>
                  <a:pt x="4" y="96"/>
                  <a:pt x="8" y="96"/>
                </a:cubicBezTo>
                <a:lnTo>
                  <a:pt x="24" y="96"/>
                </a:lnTo>
                <a:cubicBezTo>
                  <a:pt x="26" y="53"/>
                  <a:pt x="34" y="32"/>
                  <a:pt x="48" y="32"/>
                </a:cubicBezTo>
                <a:cubicBezTo>
                  <a:pt x="50" y="32"/>
                  <a:pt x="53" y="32"/>
                  <a:pt x="56" y="32"/>
                </a:cubicBezTo>
                <a:cubicBezTo>
                  <a:pt x="69" y="34"/>
                  <a:pt x="88" y="34"/>
                  <a:pt x="98" y="26"/>
                </a:cubicBezTo>
                <a:cubicBezTo>
                  <a:pt x="103" y="21"/>
                  <a:pt x="104" y="16"/>
                  <a:pt x="104" y="8"/>
                </a:cubicBezTo>
                <a:cubicBezTo>
                  <a:pt x="104" y="4"/>
                  <a:pt x="108" y="0"/>
                  <a:pt x="112" y="0"/>
                </a:cubicBezTo>
                <a:cubicBezTo>
                  <a:pt x="117" y="0"/>
                  <a:pt x="120" y="4"/>
                  <a:pt x="120" y="8"/>
                </a:cubicBezTo>
                <a:cubicBezTo>
                  <a:pt x="120" y="18"/>
                  <a:pt x="162" y="48"/>
                  <a:pt x="224" y="48"/>
                </a:cubicBezTo>
                <a:cubicBezTo>
                  <a:pt x="229" y="48"/>
                  <a:pt x="232" y="52"/>
                  <a:pt x="232" y="56"/>
                </a:cubicBezTo>
                <a:cubicBezTo>
                  <a:pt x="232" y="68"/>
                  <a:pt x="240" y="87"/>
                  <a:pt x="245" y="96"/>
                </a:cubicBezTo>
                <a:lnTo>
                  <a:pt x="264" y="96"/>
                </a:lnTo>
                <a:cubicBezTo>
                  <a:pt x="269" y="96"/>
                  <a:pt x="272" y="100"/>
                  <a:pt x="272" y="104"/>
                </a:cubicBezTo>
                <a:cubicBezTo>
                  <a:pt x="272" y="109"/>
                  <a:pt x="269" y="112"/>
                  <a:pt x="264" y="112"/>
                </a:cubicBezTo>
                <a:close/>
              </a:path>
            </a:pathLst>
          </a:custGeom>
          <a:solidFill>
            <a:schemeClr val="accent1"/>
          </a:solidFill>
          <a:ln w="0">
            <a:noFill/>
            <a:prstDash val="solid"/>
            <a:round/>
          </a:ln>
          <a:extLst>
            <a:ext uri="{91240B29-F687-4F45-9708-019B960494DF}">
              <a14:hiddenLine xmlns:a14="http://schemas.microsoft.com/office/drawing/2010/main" w="0">
                <a:solidFill>
                  <a:srgbClr val="000000"/>
                </a:solidFill>
                <a:prstDash val="solid"/>
                <a:round/>
              </a14:hiddenLine>
            </a:ext>
          </a:extLst>
        </p:spPr>
        <p:txBody>
          <a:bodyPr vert="horz" wrap="square" lIns="91440" tIns="45720" rIns="91440" bIns="45720" numCol="1" anchor="t" anchorCtr="0" compatLnSpc="1"/>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2" name="PA-任意多边形 91"/>
          <p:cNvSpPr/>
          <p:nvPr>
            <p:custDataLst>
              <p:tags r:id="rId22"/>
            </p:custDataLst>
          </p:nvPr>
        </p:nvSpPr>
        <p:spPr bwMode="auto">
          <a:xfrm>
            <a:off x="10008448" y="3000049"/>
            <a:ext cx="40860" cy="18912"/>
          </a:xfrm>
          <a:custGeom>
            <a:avLst/>
            <a:gdLst>
              <a:gd name="T0" fmla="*/ 24 w 32"/>
              <a:gd name="T1" fmla="*/ 16 h 16"/>
              <a:gd name="T2" fmla="*/ 8 w 32"/>
              <a:gd name="T3" fmla="*/ 16 h 16"/>
              <a:gd name="T4" fmla="*/ 0 w 32"/>
              <a:gd name="T5" fmla="*/ 8 h 16"/>
              <a:gd name="T6" fmla="*/ 8 w 32"/>
              <a:gd name="T7" fmla="*/ 0 h 16"/>
              <a:gd name="T8" fmla="*/ 24 w 32"/>
              <a:gd name="T9" fmla="*/ 0 h 16"/>
              <a:gd name="T10" fmla="*/ 32 w 32"/>
              <a:gd name="T11" fmla="*/ 8 h 16"/>
              <a:gd name="T12" fmla="*/ 24 w 32"/>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32" h="16">
                <a:moveTo>
                  <a:pt x="24" y="16"/>
                </a:moveTo>
                <a:lnTo>
                  <a:pt x="8" y="16"/>
                </a:lnTo>
                <a:cubicBezTo>
                  <a:pt x="4" y="16"/>
                  <a:pt x="0" y="13"/>
                  <a:pt x="0" y="8"/>
                </a:cubicBezTo>
                <a:cubicBezTo>
                  <a:pt x="0" y="4"/>
                  <a:pt x="4" y="0"/>
                  <a:pt x="8" y="0"/>
                </a:cubicBezTo>
                <a:lnTo>
                  <a:pt x="24" y="0"/>
                </a:lnTo>
                <a:cubicBezTo>
                  <a:pt x="29" y="0"/>
                  <a:pt x="32" y="4"/>
                  <a:pt x="32" y="8"/>
                </a:cubicBezTo>
                <a:cubicBezTo>
                  <a:pt x="32" y="13"/>
                  <a:pt x="29" y="16"/>
                  <a:pt x="24" y="16"/>
                </a:cubicBezTo>
                <a:close/>
              </a:path>
            </a:pathLst>
          </a:custGeom>
          <a:solidFill>
            <a:schemeClr val="accent1"/>
          </a:solidFill>
          <a:ln w="0">
            <a:noFill/>
            <a:prstDash val="solid"/>
            <a:round/>
          </a:ln>
          <a:extLst>
            <a:ext uri="{91240B29-F687-4F45-9708-019B960494DF}">
              <a14:hiddenLine xmlns:a14="http://schemas.microsoft.com/office/drawing/2010/main" w="0">
                <a:solidFill>
                  <a:srgbClr val="000000"/>
                </a:solidFill>
                <a:prstDash val="solid"/>
                <a:round/>
              </a14:hiddenLine>
            </a:ext>
          </a:extLst>
        </p:spPr>
        <p:txBody>
          <a:bodyPr vert="horz" wrap="square" lIns="91440" tIns="45720" rIns="91440" bIns="45720" numCol="1" anchor="t" anchorCtr="0" compatLnSpc="1"/>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3" name="PA-任意多边形 92"/>
          <p:cNvSpPr/>
          <p:nvPr>
            <p:custDataLst>
              <p:tags r:id="rId23"/>
            </p:custDataLst>
          </p:nvPr>
        </p:nvSpPr>
        <p:spPr bwMode="auto">
          <a:xfrm>
            <a:off x="10124740" y="3000049"/>
            <a:ext cx="40860" cy="18912"/>
          </a:xfrm>
          <a:custGeom>
            <a:avLst/>
            <a:gdLst>
              <a:gd name="T0" fmla="*/ 24 w 32"/>
              <a:gd name="T1" fmla="*/ 16 h 16"/>
              <a:gd name="T2" fmla="*/ 8 w 32"/>
              <a:gd name="T3" fmla="*/ 16 h 16"/>
              <a:gd name="T4" fmla="*/ 0 w 32"/>
              <a:gd name="T5" fmla="*/ 8 h 16"/>
              <a:gd name="T6" fmla="*/ 8 w 32"/>
              <a:gd name="T7" fmla="*/ 0 h 16"/>
              <a:gd name="T8" fmla="*/ 24 w 32"/>
              <a:gd name="T9" fmla="*/ 0 h 16"/>
              <a:gd name="T10" fmla="*/ 32 w 32"/>
              <a:gd name="T11" fmla="*/ 8 h 16"/>
              <a:gd name="T12" fmla="*/ 24 w 32"/>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32" h="16">
                <a:moveTo>
                  <a:pt x="24" y="16"/>
                </a:moveTo>
                <a:lnTo>
                  <a:pt x="8" y="16"/>
                </a:lnTo>
                <a:cubicBezTo>
                  <a:pt x="4" y="16"/>
                  <a:pt x="0" y="13"/>
                  <a:pt x="0" y="8"/>
                </a:cubicBezTo>
                <a:cubicBezTo>
                  <a:pt x="0" y="4"/>
                  <a:pt x="4" y="0"/>
                  <a:pt x="8" y="0"/>
                </a:cubicBezTo>
                <a:lnTo>
                  <a:pt x="24" y="0"/>
                </a:lnTo>
                <a:cubicBezTo>
                  <a:pt x="29" y="0"/>
                  <a:pt x="32" y="4"/>
                  <a:pt x="32" y="8"/>
                </a:cubicBezTo>
                <a:cubicBezTo>
                  <a:pt x="32" y="13"/>
                  <a:pt x="29" y="16"/>
                  <a:pt x="24" y="16"/>
                </a:cubicBezTo>
                <a:close/>
              </a:path>
            </a:pathLst>
          </a:custGeom>
          <a:solidFill>
            <a:schemeClr val="accent1"/>
          </a:solidFill>
          <a:ln w="0">
            <a:noFill/>
            <a:prstDash val="solid"/>
            <a:round/>
          </a:ln>
          <a:extLst>
            <a:ext uri="{91240B29-F687-4F45-9708-019B960494DF}">
              <a14:hiddenLine xmlns:a14="http://schemas.microsoft.com/office/drawing/2010/main" w="0">
                <a:solidFill>
                  <a:srgbClr val="000000"/>
                </a:solidFill>
                <a:prstDash val="solid"/>
                <a:round/>
              </a14:hiddenLine>
            </a:ext>
          </a:extLst>
        </p:spPr>
        <p:txBody>
          <a:bodyPr vert="horz" wrap="square" lIns="91440" tIns="45720" rIns="91440" bIns="45720" numCol="1" anchor="t" anchorCtr="0" compatLnSpc="1"/>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
        <p:nvSpPr>
          <p:cNvPr id="54" name="PA-任意多边形 93"/>
          <p:cNvSpPr>
            <a:spLocks noEditPoints="1"/>
          </p:cNvSpPr>
          <p:nvPr>
            <p:custDataLst>
              <p:tags r:id="rId24"/>
            </p:custDataLst>
          </p:nvPr>
        </p:nvSpPr>
        <p:spPr bwMode="auto">
          <a:xfrm>
            <a:off x="9794722" y="3176563"/>
            <a:ext cx="584603" cy="195424"/>
          </a:xfrm>
          <a:custGeom>
            <a:avLst/>
            <a:gdLst>
              <a:gd name="T0" fmla="*/ 472 w 480"/>
              <a:gd name="T1" fmla="*/ 160 h 160"/>
              <a:gd name="T2" fmla="*/ 472 w 480"/>
              <a:gd name="T3" fmla="*/ 160 h 160"/>
              <a:gd name="T4" fmla="*/ 8 w 480"/>
              <a:gd name="T5" fmla="*/ 160 h 160"/>
              <a:gd name="T6" fmla="*/ 2 w 480"/>
              <a:gd name="T7" fmla="*/ 157 h 160"/>
              <a:gd name="T8" fmla="*/ 0 w 480"/>
              <a:gd name="T9" fmla="*/ 151 h 160"/>
              <a:gd name="T10" fmla="*/ 16 w 480"/>
              <a:gd name="T11" fmla="*/ 85 h 160"/>
              <a:gd name="T12" fmla="*/ 42 w 480"/>
              <a:gd name="T13" fmla="*/ 53 h 160"/>
              <a:gd name="T14" fmla="*/ 144 w 480"/>
              <a:gd name="T15" fmla="*/ 0 h 160"/>
              <a:gd name="T16" fmla="*/ 151 w 480"/>
              <a:gd name="T17" fmla="*/ 0 h 160"/>
              <a:gd name="T18" fmla="*/ 156 w 480"/>
              <a:gd name="T19" fmla="*/ 5 h 160"/>
              <a:gd name="T20" fmla="*/ 208 w 480"/>
              <a:gd name="T21" fmla="*/ 133 h 160"/>
              <a:gd name="T22" fmla="*/ 223 w 480"/>
              <a:gd name="T23" fmla="*/ 106 h 160"/>
              <a:gd name="T24" fmla="*/ 208 w 480"/>
              <a:gd name="T25" fmla="*/ 72 h 160"/>
              <a:gd name="T26" fmla="*/ 240 w 480"/>
              <a:gd name="T27" fmla="*/ 32 h 160"/>
              <a:gd name="T28" fmla="*/ 272 w 480"/>
              <a:gd name="T29" fmla="*/ 72 h 160"/>
              <a:gd name="T30" fmla="*/ 258 w 480"/>
              <a:gd name="T31" fmla="*/ 106 h 160"/>
              <a:gd name="T32" fmla="*/ 271 w 480"/>
              <a:gd name="T33" fmla="*/ 133 h 160"/>
              <a:gd name="T34" fmla="*/ 320 w 480"/>
              <a:gd name="T35" fmla="*/ 7 h 160"/>
              <a:gd name="T36" fmla="*/ 325 w 480"/>
              <a:gd name="T37" fmla="*/ 2 h 160"/>
              <a:gd name="T38" fmla="*/ 332 w 480"/>
              <a:gd name="T39" fmla="*/ 2 h 160"/>
              <a:gd name="T40" fmla="*/ 439 w 480"/>
              <a:gd name="T41" fmla="*/ 58 h 160"/>
              <a:gd name="T42" fmla="*/ 464 w 480"/>
              <a:gd name="T43" fmla="*/ 90 h 160"/>
              <a:gd name="T44" fmla="*/ 480 w 480"/>
              <a:gd name="T45" fmla="*/ 152 h 160"/>
              <a:gd name="T46" fmla="*/ 479 w 480"/>
              <a:gd name="T47" fmla="*/ 159 h 160"/>
              <a:gd name="T48" fmla="*/ 472 w 480"/>
              <a:gd name="T49" fmla="*/ 160 h 160"/>
              <a:gd name="T50" fmla="*/ 284 w 480"/>
              <a:gd name="T51" fmla="*/ 144 h 160"/>
              <a:gd name="T52" fmla="*/ 461 w 480"/>
              <a:gd name="T53" fmla="*/ 144 h 160"/>
              <a:gd name="T54" fmla="*/ 448 w 480"/>
              <a:gd name="T55" fmla="*/ 92 h 160"/>
              <a:gd name="T56" fmla="*/ 432 w 480"/>
              <a:gd name="T57" fmla="*/ 71 h 160"/>
              <a:gd name="T58" fmla="*/ 333 w 480"/>
              <a:gd name="T59" fmla="*/ 20 h 160"/>
              <a:gd name="T60" fmla="*/ 284 w 480"/>
              <a:gd name="T61" fmla="*/ 144 h 160"/>
              <a:gd name="T62" fmla="*/ 221 w 480"/>
              <a:gd name="T63" fmla="*/ 144 h 160"/>
              <a:gd name="T64" fmla="*/ 260 w 480"/>
              <a:gd name="T65" fmla="*/ 144 h 160"/>
              <a:gd name="T66" fmla="*/ 242 w 480"/>
              <a:gd name="T67" fmla="*/ 108 h 160"/>
              <a:gd name="T68" fmla="*/ 244 w 480"/>
              <a:gd name="T69" fmla="*/ 98 h 160"/>
              <a:gd name="T70" fmla="*/ 258 w 480"/>
              <a:gd name="T71" fmla="*/ 71 h 160"/>
              <a:gd name="T72" fmla="*/ 242 w 480"/>
              <a:gd name="T73" fmla="*/ 47 h 160"/>
              <a:gd name="T74" fmla="*/ 226 w 480"/>
              <a:gd name="T75" fmla="*/ 71 h 160"/>
              <a:gd name="T76" fmla="*/ 240 w 480"/>
              <a:gd name="T77" fmla="*/ 98 h 160"/>
              <a:gd name="T78" fmla="*/ 242 w 480"/>
              <a:gd name="T79" fmla="*/ 108 h 160"/>
              <a:gd name="T80" fmla="*/ 221 w 480"/>
              <a:gd name="T81" fmla="*/ 144 h 160"/>
              <a:gd name="T82" fmla="*/ 18 w 480"/>
              <a:gd name="T83" fmla="*/ 144 h 160"/>
              <a:gd name="T84" fmla="*/ 196 w 480"/>
              <a:gd name="T85" fmla="*/ 144 h 160"/>
              <a:gd name="T86" fmla="*/ 144 w 480"/>
              <a:gd name="T87" fmla="*/ 20 h 160"/>
              <a:gd name="T88" fmla="*/ 48 w 480"/>
              <a:gd name="T89" fmla="*/ 68 h 160"/>
              <a:gd name="T90" fmla="*/ 32 w 480"/>
              <a:gd name="T91" fmla="*/ 88 h 160"/>
              <a:gd name="T92" fmla="*/ 18 w 480"/>
              <a:gd name="T93" fmla="*/ 144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0" h="160">
                <a:moveTo>
                  <a:pt x="472" y="160"/>
                </a:moveTo>
                <a:lnTo>
                  <a:pt x="472" y="160"/>
                </a:lnTo>
                <a:lnTo>
                  <a:pt x="8" y="160"/>
                </a:lnTo>
                <a:cubicBezTo>
                  <a:pt x="5" y="160"/>
                  <a:pt x="4" y="159"/>
                  <a:pt x="2" y="157"/>
                </a:cubicBezTo>
                <a:cubicBezTo>
                  <a:pt x="0" y="156"/>
                  <a:pt x="0" y="152"/>
                  <a:pt x="0" y="151"/>
                </a:cubicBezTo>
                <a:lnTo>
                  <a:pt x="16" y="85"/>
                </a:lnTo>
                <a:cubicBezTo>
                  <a:pt x="20" y="71"/>
                  <a:pt x="29" y="60"/>
                  <a:pt x="42" y="53"/>
                </a:cubicBezTo>
                <a:lnTo>
                  <a:pt x="144" y="0"/>
                </a:lnTo>
                <a:cubicBezTo>
                  <a:pt x="146" y="0"/>
                  <a:pt x="149" y="0"/>
                  <a:pt x="151" y="0"/>
                </a:cubicBezTo>
                <a:cubicBezTo>
                  <a:pt x="152" y="0"/>
                  <a:pt x="154" y="2"/>
                  <a:pt x="156" y="5"/>
                </a:cubicBezTo>
                <a:lnTo>
                  <a:pt x="208" y="133"/>
                </a:lnTo>
                <a:lnTo>
                  <a:pt x="223" y="106"/>
                </a:lnTo>
                <a:cubicBezTo>
                  <a:pt x="218" y="100"/>
                  <a:pt x="208" y="85"/>
                  <a:pt x="208" y="72"/>
                </a:cubicBezTo>
                <a:cubicBezTo>
                  <a:pt x="208" y="53"/>
                  <a:pt x="221" y="32"/>
                  <a:pt x="240" y="32"/>
                </a:cubicBezTo>
                <a:cubicBezTo>
                  <a:pt x="260" y="32"/>
                  <a:pt x="272" y="53"/>
                  <a:pt x="272" y="72"/>
                </a:cubicBezTo>
                <a:cubicBezTo>
                  <a:pt x="272" y="85"/>
                  <a:pt x="263" y="100"/>
                  <a:pt x="258" y="106"/>
                </a:cubicBezTo>
                <a:lnTo>
                  <a:pt x="271" y="133"/>
                </a:lnTo>
                <a:lnTo>
                  <a:pt x="320" y="7"/>
                </a:lnTo>
                <a:cubicBezTo>
                  <a:pt x="322" y="5"/>
                  <a:pt x="324" y="4"/>
                  <a:pt x="325" y="2"/>
                </a:cubicBezTo>
                <a:cubicBezTo>
                  <a:pt x="327" y="0"/>
                  <a:pt x="330" y="2"/>
                  <a:pt x="332" y="2"/>
                </a:cubicBezTo>
                <a:lnTo>
                  <a:pt x="439" y="58"/>
                </a:lnTo>
                <a:cubicBezTo>
                  <a:pt x="452" y="64"/>
                  <a:pt x="460" y="76"/>
                  <a:pt x="464" y="90"/>
                </a:cubicBezTo>
                <a:lnTo>
                  <a:pt x="480" y="152"/>
                </a:lnTo>
                <a:cubicBezTo>
                  <a:pt x="480" y="154"/>
                  <a:pt x="480" y="157"/>
                  <a:pt x="479" y="159"/>
                </a:cubicBezTo>
                <a:cubicBezTo>
                  <a:pt x="477" y="159"/>
                  <a:pt x="476" y="160"/>
                  <a:pt x="472" y="160"/>
                </a:cubicBezTo>
                <a:close/>
                <a:moveTo>
                  <a:pt x="284" y="144"/>
                </a:moveTo>
                <a:lnTo>
                  <a:pt x="461" y="144"/>
                </a:lnTo>
                <a:lnTo>
                  <a:pt x="448" y="92"/>
                </a:lnTo>
                <a:cubicBezTo>
                  <a:pt x="447" y="82"/>
                  <a:pt x="440" y="76"/>
                  <a:pt x="432" y="71"/>
                </a:cubicBezTo>
                <a:lnTo>
                  <a:pt x="333" y="20"/>
                </a:lnTo>
                <a:lnTo>
                  <a:pt x="284" y="144"/>
                </a:lnTo>
                <a:close/>
                <a:moveTo>
                  <a:pt x="221" y="144"/>
                </a:moveTo>
                <a:lnTo>
                  <a:pt x="260" y="144"/>
                </a:lnTo>
                <a:lnTo>
                  <a:pt x="242" y="108"/>
                </a:lnTo>
                <a:cubicBezTo>
                  <a:pt x="240" y="104"/>
                  <a:pt x="240" y="101"/>
                  <a:pt x="244" y="98"/>
                </a:cubicBezTo>
                <a:cubicBezTo>
                  <a:pt x="247" y="93"/>
                  <a:pt x="258" y="80"/>
                  <a:pt x="258" y="71"/>
                </a:cubicBezTo>
                <a:cubicBezTo>
                  <a:pt x="258" y="60"/>
                  <a:pt x="252" y="47"/>
                  <a:pt x="242" y="47"/>
                </a:cubicBezTo>
                <a:cubicBezTo>
                  <a:pt x="232" y="47"/>
                  <a:pt x="226" y="60"/>
                  <a:pt x="226" y="71"/>
                </a:cubicBezTo>
                <a:cubicBezTo>
                  <a:pt x="226" y="80"/>
                  <a:pt x="236" y="93"/>
                  <a:pt x="240" y="98"/>
                </a:cubicBezTo>
                <a:cubicBezTo>
                  <a:pt x="242" y="101"/>
                  <a:pt x="244" y="104"/>
                  <a:pt x="242" y="108"/>
                </a:cubicBezTo>
                <a:lnTo>
                  <a:pt x="221" y="144"/>
                </a:lnTo>
                <a:close/>
                <a:moveTo>
                  <a:pt x="18" y="144"/>
                </a:moveTo>
                <a:lnTo>
                  <a:pt x="196" y="144"/>
                </a:lnTo>
                <a:lnTo>
                  <a:pt x="144" y="20"/>
                </a:lnTo>
                <a:lnTo>
                  <a:pt x="48" y="68"/>
                </a:lnTo>
                <a:cubicBezTo>
                  <a:pt x="40" y="72"/>
                  <a:pt x="34" y="79"/>
                  <a:pt x="32" y="88"/>
                </a:cubicBezTo>
                <a:lnTo>
                  <a:pt x="18" y="144"/>
                </a:lnTo>
                <a:close/>
              </a:path>
            </a:pathLst>
          </a:custGeom>
          <a:solidFill>
            <a:schemeClr val="accent1"/>
          </a:solidFill>
          <a:ln w="0">
            <a:noFill/>
            <a:prstDash val="solid"/>
            <a:round/>
          </a:ln>
          <a:extLst>
            <a:ext uri="{91240B29-F687-4F45-9708-019B960494DF}">
              <a14:hiddenLine xmlns:a14="http://schemas.microsoft.com/office/drawing/2010/main" w="0">
                <a:solidFill>
                  <a:srgbClr val="000000"/>
                </a:solidFill>
                <a:prstDash val="solid"/>
                <a:round/>
              </a14:hiddenLine>
            </a:ext>
          </a:extLst>
        </p:spPr>
        <p:txBody>
          <a:bodyPr vert="horz" wrap="square" lIns="91440" tIns="45720" rIns="91440" bIns="45720" numCol="1" anchor="t" anchorCtr="0" compatLnSpc="1"/>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mn-cs"/>
            </a:endParaRPr>
          </a:p>
        </p:txBody>
      </p:sp>
    </p:spTree>
    <p:custDataLst>
      <p:tags r:id="rId25"/>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禁用与启用触发器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967740"/>
            <a:ext cx="11277600" cy="5992495"/>
          </a:xfrm>
          <a:prstGeom prst="rect">
            <a:avLst/>
          </a:prstGeom>
          <a:noFill/>
          <a:ln w="3175">
            <a:noFill/>
            <a:prstDash val="dash"/>
          </a:ln>
        </p:spPr>
        <p:txBody>
          <a:bodyPr wrap="square" lIns="63500" tIns="25400" rIns="63500" bIns="25400" anchor="ctr" anchorCtr="0">
            <a:normAutofit fontScale="55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触发器在创建后将自动启用，不需要触发器起作用则可以禁用它，然后在需要的时候再次启用它。</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（1）禁用触发器</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禁用触发器的语法如下：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DISABLE TRIGGER { [schema_name. ] trgger_name [,... n ] | ALL}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 object_name I DATABASE ALL 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语法说明如下。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Schea_name：触发器所属架构名称，只针对DML触发器。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triggel_nam：触发器名称。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ALL：指示禁用在ON子句作用域中定义的所有触发器。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Object_name：触发器所在的表或视图名称。</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marL="171450" indent="-171450" algn="l" fontAlgn="auto">
              <a:lnSpc>
                <a:spcPct val="120000"/>
              </a:lnSpc>
              <a:spcAft>
                <a:spcPts val="800"/>
              </a:spcAft>
              <a:buFont typeface="Arial" panose="020B0604020202020204" pitchFamily="34" charset="0"/>
              <a:buChar char="•"/>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DATABASE|ALL SERVER：针对DDL触发器，指定数据库范围或服务器范围。</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例10.21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】禁用DML触发器a_student，语句如下：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DISABLE TRIGGER a_student ON 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例10.22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】禁用DDL触发器a_table，语句如下：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DISABLE TRIGGER a_table ON DATASASE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（2）启用触发器</a:t>
            </a:r>
            <a:endPar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启用触发器的语法如下：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ENABLE TRIGGER { [ schem_name.] trigger_name [ ,… n] | ALL}</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 object_name|DATABASE |ALL 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启用触发器的语法和禁用触发器的语法大致相同，只是一个使用DISABLE关键字，另一个使用ENABLE关键字。</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触发器</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sym typeface="微软雅黑" panose="020B0503020204020204" charset="-122"/>
              </a:rPr>
              <a:t>删除触发器</a:t>
            </a:r>
            <a:endParaRPr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384300"/>
            <a:ext cx="11277600" cy="5345430"/>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删除触发器需要使用DROP TRIGGER语句。针对DML触发器与DDL触发器两种不同类型的触发器，删除触发器的语句也不同。</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（1）删除DML触发器</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删除DML触发器的语法如下：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TRIGGER trigger_name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例10.23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】删除DML触发器a_student，语句如下：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TRIGGER a_student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（2）删除DDL触发器</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删除DDL触发器的语法如下：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TRIGGER trigger_name [ ,… n ]</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ON {DATABASE|ALL SERVER}</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其中，DATABASE表示如果在创建或修改触发器时指定了DATABASE，删除时就必须指定DATABASE；ALL SERVER同理。</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例10.24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】删除DDL触发器a_table，语句如下：</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DROP TRIGGER a_table ON DATABASE</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6:01:40&quot;,&quot;maxSize&quot;:{&quot;size1&quot;:20},&quot;minSize&quot;:{&quot;size1&quot;:11.2},&quot;normalSize&quot;:{&quot;size1&quot;:11.2},&quot;subLayout&quot;:[{&quot;id&quot;:&quot;2023-07-02T16:01:40&quot;,&quot;margin&quot;:{&quot;bottom&quot;:0.025999998673796654,&quot;left&quot;:1.2699999809265137,&quot;right&quot;:1.2699999809265137,&quot;top&quot;:0.4230000376701355},&quot;type&quot;:0},{&quot;id&quot;:&quot;2023-07-02T16:01:4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4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5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6:01:40&quot;,&quot;maxSize&quot;:{&quot;size1&quot;:20},&quot;minSize&quot;:{&quot;size1&quot;:11.2},&quot;normalSize&quot;:{&quot;size1&quot;:11.2},&quot;subLayout&quot;:[{&quot;id&quot;:&quot;2023-07-02T16:01:40&quot;,&quot;margin&quot;:{&quot;bottom&quot;:0.025999998673796654,&quot;left&quot;:1.2699999809265137,&quot;right&quot;:1.2699999809265137,&quot;top&quot;:0.4230000376701355},&quot;type&quot;:0},{&quot;id&quot;:&quot;2023-07-02T16:01:4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0&quot;,&quot;maxSize&quot;:{&quot;size1&quot;:31.1},&quot;minSize&quot;:{&quot;size1&quot;:17.8},&quot;normalSize&quot;:{&quot;size1&quot;:17.8},&quot;subLayout&quot;:[{&quot;id&quot;:&quot;2023-07-02T16:01:40&quot;,&quot;maxSize&quot;:{&quot;size1&quot;:100},&quot;minSize&quot;:{&quot;size1&quot;:61.7},&quot;normalSize&quot;:{&quot;size1&quot;:61.7},&quot;subLayout&quot;:[{&quot;id&quot;:&quot;2023-07-02T16:01:40&quot;,&quot;margin&quot;:{&quot;bottom&quot;:0,&quot;left&quot;:1.2699999809265137,&quot;right&quot;:1.2699999809265137,&quot;top&quot;:0.4230000376701355},&quot;type&quot;:0},{&quot;id&quot;:&quot;2023-07-02T16:01:40&quot;,&quot;margin&quot;:{&quot;bottom&quot;:0.025999998673796654,&quot;left&quot;:1.2699999809265137,&quot;right&quot;:1.2699999809265137,&quot;top&quot;:0.025999998673796654},&quot;type&quot;:0}],&quot;type&quot;:0},{&quot;id&quot;:&quot;2023-07-02T16:01:40&quot;,&quot;margin&quot;:{&quot;bottom&quot;:0.847000002861023,&quot;left&quot;:1.2699999809265137,&quot;right&quot;:1.2699999809265137,&quot;top&quot;:1.2699999809265137},&quot;type&quot;:0}],&quot;type&quot;:0}"/>
  <p:tag name="KSO_WM_SLIDE_BACKGROUND_TYPE" val="general"/>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67.xml><?xml version="1.0" encoding="utf-8"?>
<p:tagLst xmlns:p="http://schemas.openxmlformats.org/presentationml/2006/main">
  <p:tag name="KSO_WM_UNIT_PLACING_PICTURE_USER_VIEWPORT" val="{&quot;height&quot;:5055,&quot;width&quot;:10575}"/>
</p:tagLst>
</file>

<file path=ppt/tags/tag1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0&quot;,&quot;maxSize&quot;:{&quot;size1&quot;:31.1},&quot;minSize&quot;:{&quot;size1&quot;:17.8},&quot;normalSize&quot;:{&quot;size1&quot;:17.8},&quot;subLayout&quot;:[{&quot;id&quot;:&quot;2023-07-02T16:01:40&quot;,&quot;maxSize&quot;:{&quot;size1&quot;:100},&quot;minSize&quot;:{&quot;size1&quot;:61.7},&quot;normalSize&quot;:{&quot;size1&quot;:61.7},&quot;subLayout&quot;:[{&quot;id&quot;:&quot;2023-07-02T16:01:40&quot;,&quot;margin&quot;:{&quot;bottom&quot;:0,&quot;left&quot;:1.2699999809265137,&quot;right&quot;:1.2699999809265137,&quot;top&quot;:0.4230000376701355},&quot;type&quot;:0},{&quot;id&quot;:&quot;2023-07-02T16:01:40&quot;,&quot;margin&quot;:{&quot;bottom&quot;:0.025999998673796654,&quot;left&quot;:1.2699999809265137,&quot;right&quot;:1.2699999809265137,&quot;top&quot;:0.025999998673796654},&quot;type&quot;:0}],&quot;type&quot;:0},{&quot;id&quot;:&quot;2023-07-02T16:01:40&quot;,&quot;margin&quot;:{&quot;bottom&quot;:0.847000002861023,&quot;left&quot;:1.2699999809265137,&quot;right&quot;:1.2699999809265137,&quot;top&quot;:1.2699999809265137},&quot;type&quot;:0}],&quot;type&quot;:0}"/>
  <p:tag name="KSO_WM_SLIDE_BACKGROUND_TYPE" val="general"/>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0&quot;,&quot;maxSize&quot;:{&quot;size1&quot;:31.1},&quot;minSize&quot;:{&quot;size1&quot;:17.8},&quot;normalSize&quot;:{&quot;size1&quot;:17.8},&quot;subLayout&quot;:[{&quot;id&quot;:&quot;2023-07-02T16:01:40&quot;,&quot;maxSize&quot;:{&quot;size1&quot;:100},&quot;minSize&quot;:{&quot;size1&quot;:61.7},&quot;normalSize&quot;:{&quot;size1&quot;:61.7},&quot;subLayout&quot;:[{&quot;id&quot;:&quot;2023-07-02T16:01:40&quot;,&quot;margin&quot;:{&quot;bottom&quot;:0,&quot;left&quot;:1.2699999809265137,&quot;right&quot;:1.2699999809265137,&quot;top&quot;:0.4230000376701355},&quot;type&quot;:0},{&quot;id&quot;:&quot;2023-07-02T16:01:40&quot;,&quot;margin&quot;:{&quot;bottom&quot;:0.025999998673796654,&quot;left&quot;:1.2699999809265137,&quot;right&quot;:1.2699999809265137,&quot;top&quot;:0.025999998673796654},&quot;type&quot;:0}],&quot;type&quot;:0},{&quot;id&quot;:&quot;2023-07-02T16:01:40&quot;,&quot;margin&quot;:{&quot;bottom&quot;:0.847000002861023,&quot;left&quot;:1.2699999809265137,&quot;right&quot;:1.2699999809265137,&quot;top&quot;:1.2699999809265137},&quot;type&quot;:0}],&quot;type&quot;:0}"/>
  <p:tag name="KSO_WM_SLIDE_BACKGROUND_TYPE" val="general"/>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10869_3*l_i*1_1"/>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3"/>
  <p:tag name="KSO_WM_UNIT_ID" val="diagram20210869_3*l_i*1_3"/>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4"/>
  <p:tag name="KSO_WM_UNIT_ID" val="diagram20210869_3*l_i*1_4"/>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5"/>
  <p:tag name="KSO_WM_UNIT_ID" val="diagram20210869_3*l_i*1_5"/>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6"/>
  <p:tag name="KSO_WM_UNIT_ID" val="diagram20210869_3*l_i*1_6"/>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7"/>
  <p:tag name="KSO_WM_UNIT_ID" val="diagram20210869_3*l_i*1_7"/>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8"/>
  <p:tag name="KSO_WM_UNIT_ID" val="diagram20210869_3*l_i*1_8"/>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9"/>
  <p:tag name="KSO_WM_UNIT_ID" val="diagram20210869_3*l_i*1_9"/>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0"/>
  <p:tag name="KSO_WM_UNIT_ID" val="diagram20210869_3*l_i*1_10"/>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1"/>
  <p:tag name="KSO_WM_UNIT_ID" val="diagram20210869_3*l_i*1_11"/>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2"/>
  <p:tag name="KSO_WM_UNIT_ID" val="diagram20210869_3*l_i*1_12"/>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2"/>
  <p:tag name="KSO_WM_UNIT_ID" val="diagram20210869_3*l_i*1_2"/>
  <p:tag name="KSO_WM_TEMPLATE_CATEGORY" val="diagram"/>
  <p:tag name="KSO_WM_TEMPLATE_INDEX" val="20210869"/>
  <p:tag name="KSO_WM_UNIT_LAYERLEVEL" val="1_1"/>
  <p:tag name="KSO_WM_TAG_VERSION" val="1.0"/>
  <p:tag name="KSO_WM_BEAUTIFY_FLAG" val="#wm#"/>
  <p:tag name="KSO_WM_UNIT_FILL_FORE_SCHEMECOLOR_INDEX_BRIGHTNESS" val="0"/>
  <p:tag name="KSO_WM_UNIT_FILL_FORE_SCHEMECOLOR_INDEX" val="14"/>
  <p:tag name="KSO_WM_UNIT_FILL_TYPE" val="1"/>
</p:tagLst>
</file>

<file path=ppt/tags/tag24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5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10802_3*q_h_i*1_1_1"/>
  <p:tag name="KSO_WM_TEMPLATE_CATEGORY" val="diagram"/>
  <p:tag name="KSO_WM_TEMPLATE_INDEX" val="20210802"/>
  <p:tag name="KSO_WM_UNIT_LAYERLEVEL" val="1_1_1"/>
  <p:tag name="KSO_WM_TAG_VERSION" val="1.0"/>
  <p:tag name="KSO_WM_BEAUTIFY_FLAG" val="#wm#"/>
  <p:tag name="KSO_WM_UNIT_LINE_FORE_SCHEMECOLOR_INDEX_BRIGHTNESS" val="-0.25"/>
  <p:tag name="KSO_WM_UNIT_LINE_FORE_SCHEMECOLOR_INDEX" val="14"/>
  <p:tag name="KSO_WM_UNIT_LINE_FILL_TYPE" val="2"/>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2"/>
  <p:tag name="KSO_WM_UNIT_ID" val="diagram20210802_3*q_h_i*1_1_2"/>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263.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39"/>
  <p:tag name="KSO_WM_UNIT_HIGHLIGHT" val="0"/>
  <p:tag name="KSO_WM_UNIT_COMPATIBLE" val="0"/>
  <p:tag name="KSO_WM_UNIT_DIAGRAM_ISNUMVISUAL" val="0"/>
  <p:tag name="KSO_WM_UNIT_DIAGRAM_ISREFERUNIT" val="0"/>
  <p:tag name="KSO_WM_DIAGRAM_GROUP_CODE" val="q1-1"/>
  <p:tag name="KSO_WM_UNIT_TYPE" val="q_h_f"/>
  <p:tag name="KSO_WM_UNIT_INDEX" val="1_1_1"/>
  <p:tag name="KSO_WM_UNIT_ID" val="diagram20210802_3*q_h_f*1_1_1"/>
  <p:tag name="KSO_WM_TEMPLATE_CATEGORY" val="diagram"/>
  <p:tag name="KSO_WM_TEMPLATE_INDEX" val="20210802"/>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210802_3*q_h_i*1_1_3"/>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10802_3*q_h_i*1_2_1"/>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2"/>
  <p:tag name="KSO_WM_UNIT_ID" val="diagram20210802_3*q_h_i*1_2_2"/>
  <p:tag name="KSO_WM_TEMPLATE_CATEGORY" val="diagram"/>
  <p:tag name="KSO_WM_TEMPLATE_INDEX" val="20210802"/>
  <p:tag name="KSO_WM_UNIT_LAYERLEVEL" val="1_1_1"/>
  <p:tag name="KSO_WM_TAG_VERSION" val="1.0"/>
  <p:tag name="KSO_WM_BEAUTIFY_FLAG" val="#wm#"/>
  <p:tag name="KSO_WM_UNIT_LINE_FORE_SCHEMECOLOR_INDEX_BRIGHTNESS" val="-0.25"/>
  <p:tag name="KSO_WM_UNIT_LINE_FORE_SCHEMECOLOR_INDEX" val="14"/>
  <p:tag name="KSO_WM_UNIT_LINE_FILL_TYPE" val="2"/>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210802_3*q_h_i*1_2_3"/>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Lst>
</file>

<file path=ppt/tags/tag268.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39"/>
  <p:tag name="KSO_WM_UNIT_HIGHLIGHT" val="0"/>
  <p:tag name="KSO_WM_UNIT_COMPATIBLE" val="0"/>
  <p:tag name="KSO_WM_UNIT_DIAGRAM_ISNUMVISUAL" val="0"/>
  <p:tag name="KSO_WM_UNIT_DIAGRAM_ISREFERUNIT" val="0"/>
  <p:tag name="KSO_WM_DIAGRAM_GROUP_CODE" val="q1-1"/>
  <p:tag name="KSO_WM_UNIT_TYPE" val="q_h_f"/>
  <p:tag name="KSO_WM_UNIT_INDEX" val="1_2_1"/>
  <p:tag name="KSO_WM_UNIT_ID" val="diagram20210802_3*q_h_f*1_2_1"/>
  <p:tag name="KSO_WM_TEMPLATE_CATEGORY" val="diagram"/>
  <p:tag name="KSO_WM_TEMPLATE_INDEX" val="20210802"/>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1"/>
  <p:tag name="KSO_WM_UNIT_ID" val="diagram20210802_3*q_h_i*1_4_1"/>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2"/>
  <p:tag name="KSO_WM_UNIT_ID" val="diagram20210802_3*q_h_i*1_4_2"/>
  <p:tag name="KSO_WM_TEMPLATE_CATEGORY" val="diagram"/>
  <p:tag name="KSO_WM_TEMPLATE_INDEX" val="20210802"/>
  <p:tag name="KSO_WM_UNIT_LAYERLEVEL" val="1_1_1"/>
  <p:tag name="KSO_WM_TAG_VERSION" val="1.0"/>
  <p:tag name="KSO_WM_BEAUTIFY_FLAG" val="#wm#"/>
  <p:tag name="KSO_WM_UNIT_LINE_FORE_SCHEMECOLOR_INDEX_BRIGHTNESS" val="-0.25"/>
  <p:tag name="KSO_WM_UNIT_LINE_FORE_SCHEMECOLOR_INDEX" val="14"/>
  <p:tag name="KSO_WM_UNIT_LINE_FILL_TYPE" val="2"/>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3"/>
  <p:tag name="KSO_WM_UNIT_ID" val="diagram20210802_3*q_h_i*1_4_3"/>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Lst>
</file>

<file path=ppt/tags/tag27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39"/>
  <p:tag name="KSO_WM_UNIT_HIGHLIGHT" val="0"/>
  <p:tag name="KSO_WM_UNIT_COMPATIBLE" val="0"/>
  <p:tag name="KSO_WM_UNIT_DIAGRAM_ISNUMVISUAL" val="0"/>
  <p:tag name="KSO_WM_UNIT_DIAGRAM_ISREFERUNIT" val="0"/>
  <p:tag name="KSO_WM_DIAGRAM_GROUP_CODE" val="q1-1"/>
  <p:tag name="KSO_WM_UNIT_TYPE" val="q_h_f"/>
  <p:tag name="KSO_WM_UNIT_INDEX" val="1_4_1"/>
  <p:tag name="KSO_WM_UNIT_ID" val="diagram20210802_3*q_h_f*1_4_1"/>
  <p:tag name="KSO_WM_TEMPLATE_CATEGORY" val="diagram"/>
  <p:tag name="KSO_WM_TEMPLATE_INDEX" val="20210802"/>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10802_3*q_h_i*1_3_1"/>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2"/>
  <p:tag name="KSO_WM_UNIT_ID" val="diagram20210802_3*q_h_i*1_3_2"/>
  <p:tag name="KSO_WM_TEMPLATE_CATEGORY" val="diagram"/>
  <p:tag name="KSO_WM_TEMPLATE_INDEX" val="20210802"/>
  <p:tag name="KSO_WM_UNIT_LAYERLEVEL" val="1_1_1"/>
  <p:tag name="KSO_WM_TAG_VERSION" val="1.0"/>
  <p:tag name="KSO_WM_BEAUTIFY_FLAG" val="#wm#"/>
  <p:tag name="KSO_WM_UNIT_LINE_FORE_SCHEMECOLOR_INDEX_BRIGHTNESS" val="-0.25"/>
  <p:tag name="KSO_WM_UNIT_LINE_FORE_SCHEMECOLOR_INDEX" val="14"/>
  <p:tag name="KSO_WM_UNIT_LINE_FILL_TYPE" val="2"/>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210802_3*q_h_i*1_3_3"/>
  <p:tag name="KSO_WM_TEMPLATE_CATEGORY" val="diagram"/>
  <p:tag name="KSO_WM_TEMPLATE_INDEX" val="20210802"/>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276.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39"/>
  <p:tag name="KSO_WM_UNIT_HIGHLIGHT" val="0"/>
  <p:tag name="KSO_WM_UNIT_COMPATIBLE" val="0"/>
  <p:tag name="KSO_WM_UNIT_DIAGRAM_ISNUMVISUAL" val="0"/>
  <p:tag name="KSO_WM_UNIT_DIAGRAM_ISREFERUNIT" val="0"/>
  <p:tag name="KSO_WM_DIAGRAM_GROUP_CODE" val="q1-1"/>
  <p:tag name="KSO_WM_UNIT_TYPE" val="q_h_f"/>
  <p:tag name="KSO_WM_UNIT_INDEX" val="1_3_1"/>
  <p:tag name="KSO_WM_UNIT_ID" val="diagram20210802_3*q_h_f*1_3_1"/>
  <p:tag name="KSO_WM_TEMPLATE_CATEGORY" val="diagram"/>
  <p:tag name="KSO_WM_TEMPLATE_INDEX" val="20210802"/>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2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8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1&quot;,&quot;maxSize&quot;:{&quot;size1&quot;:31.1},&quot;minSize&quot;:{&quot;size1&quot;:17.8},&quot;normalSize&quot;:{&quot;size1&quot;:17.8},&quot;subLayout&quot;:[{&quot;id&quot;:&quot;2023-07-02T16:01:41&quot;,&quot;maxSize&quot;:{&quot;size1&quot;:100},&quot;minSize&quot;:{&quot;size1&quot;:61.7},&quot;normalSize&quot;:{&quot;size1&quot;:61.7},&quot;subLayout&quot;:[{&quot;id&quot;:&quot;2023-07-02T16:01:41&quot;,&quot;margin&quot;:{&quot;bottom&quot;:0,&quot;left&quot;:1.2699999809265137,&quot;right&quot;:1.2699999809265137,&quot;top&quot;:0.4230000376701355},&quot;type&quot;:0},{&quot;id&quot;:&quot;2023-07-02T16:01:41&quot;,&quot;margin&quot;:{&quot;bottom&quot;:0.025999998673796654,&quot;left&quot;:1.2699999809265137,&quot;right&quot;:1.2699999809265137,&quot;top&quot;:0.025999998673796654},&quot;type&quot;:0}],&quot;type&quot;:0},{&quot;id&quot;:&quot;2023-07-02T16:01:41&quot;,&quot;margin&quot;:{&quot;bottom&quot;:0.847000002861023,&quot;left&quot;:1.2699999809265137,&quot;right&quot;:1.2699999809265137,&quot;top&quot;:1.2699999809265137},&quot;type&quot;:0}],&quot;type&quot;:0}"/>
  <p:tag name="KSO_WM_SLIDE_BACKGROUND_TYPE" val="general"/>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9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3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4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20},&quot;minSize&quot;:{&quot;size1&quot;:11.2},&quot;normalSize&quot;:{&quot;size1&quot;:11.2},&quot;subLayout&quot;:[{&quot;id&quot;:&quot;2023-07-02T16:01:42&quot;,&quot;margin&quot;:{&quot;bottom&quot;:0.025999998673796654,&quot;left&quot;:1.2699999809265137,&quot;right&quot;:1.2699999809265137,&quot;top&quot;:0.4230000376701355},&quot;type&quot;:0},{&quot;id&quot;:&quot;2023-07-02T16:01:4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6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206137_3*m_h_i*1_1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20206137_3*m_h_i*1_1_2"/>
  <p:tag name="KSO_WM_TEMPLATE_CATEGORY" val="diagram"/>
  <p:tag name="KSO_WM_TEMPLATE_INDEX" val="20206137"/>
  <p:tag name="KSO_WM_UNIT_LAYERLEVEL" val="1_1_1"/>
  <p:tag name="KSO_WM_TAG_VERSION" val="1.0"/>
  <p:tag name="KSO_WM_BEAUTIFY_FLAG" val="#wm#"/>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3"/>
  <p:tag name="KSO_WM_UNIT_TEXT_FILL_TYPE" val="1"/>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06137_3*m_h_i*1_1_3"/>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374.xml><?xml version="1.0" encoding="utf-8"?>
<p:tagLst xmlns:p="http://schemas.openxmlformats.org/presentationml/2006/main">
  <p:tag name="KSO_WM_UNIT_VALUE" val="101*95"/>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diagram20206137_3*m_h_x*1_1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375.xml><?xml version="1.0" encoding="utf-8"?>
<p:tagLst xmlns:p="http://schemas.openxmlformats.org/presentationml/2006/main">
  <p:tag name="KSO_WM_UNIT_SUBTYPE" val="a"/>
  <p:tag name="KSO_WM_UNIT_PRESET_TEXT" val="单击此处输入你的正文，请尽量言简意赅的阐述观点"/>
  <p:tag name="KSO_WM_UNIT_NOCLEAR" val="0"/>
  <p:tag name="KSO_WM_UNIT_VALUE" val="26"/>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20206137_3*m_h_f*1_1_1"/>
  <p:tag name="KSO_WM_TEMPLATE_CATEGORY" val="diagram"/>
  <p:tag name="KSO_WM_TEMPLATE_INDEX" val="20206137"/>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06137_3*m_h_i*1_2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6137_3*m_h_i*1_2_2"/>
  <p:tag name="KSO_WM_TEMPLATE_CATEGORY" val="diagram"/>
  <p:tag name="KSO_WM_TEMPLATE_INDEX" val="20206137"/>
  <p:tag name="KSO_WM_UNIT_LAYERLEVEL" val="1_1_1"/>
  <p:tag name="KSO_WM_TAG_VERSION" val="1.0"/>
  <p:tag name="KSO_WM_BEAUTIFY_FLAG" val="#wm#"/>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6137_3*m_h_i*1_2_3"/>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379.xml><?xml version="1.0" encoding="utf-8"?>
<p:tagLst xmlns:p="http://schemas.openxmlformats.org/presentationml/2006/main">
  <p:tag name="KSO_WM_UNIT_VALUE" val="96*101"/>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diagram20206137_3*m_h_x*1_2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380.xml><?xml version="1.0" encoding="utf-8"?>
<p:tagLst xmlns:p="http://schemas.openxmlformats.org/presentationml/2006/main">
  <p:tag name="KSO_WM_UNIT_SUBTYPE" val="a"/>
  <p:tag name="KSO_WM_UNIT_PRESET_TEXT" val="单击此处输入你的正文，请尽量言简意赅的阐述观点"/>
  <p:tag name="KSO_WM_UNIT_NOCLEAR" val="0"/>
  <p:tag name="KSO_WM_UNIT_VALUE" val="26"/>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6137_3*m_h_f*1_2_1"/>
  <p:tag name="KSO_WM_TEMPLATE_CATEGORY" val="diagram"/>
  <p:tag name="KSO_WM_TEMPLATE_INDEX" val="20206137"/>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6137_3*m_h_i*1_3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3"/>
  <p:tag name="KSO_WM_UNIT_TEXT_FILL_TYPE" val="1"/>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6137_3*m_h_i*1_3_2"/>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13"/>
  <p:tag name="KSO_WM_UNIT_TEXT_FILL_TYPE"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6137_3*m_h_i*1_3_3"/>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Lst>
</file>

<file path=ppt/tags/tag384.xml><?xml version="1.0" encoding="utf-8"?>
<p:tagLst xmlns:p="http://schemas.openxmlformats.org/presentationml/2006/main">
  <p:tag name="KSO_WM_UNIT_VALUE" val="101*101"/>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diagram20206137_3*m_h_x*1_3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385.xml><?xml version="1.0" encoding="utf-8"?>
<p:tagLst xmlns:p="http://schemas.openxmlformats.org/presentationml/2006/main">
  <p:tag name="KSO_WM_UNIT_SUBTYPE" val="a"/>
  <p:tag name="KSO_WM_UNIT_PRESET_TEXT" val="单击此处输入你的正文，请尽量言简意赅的阐述观点"/>
  <p:tag name="KSO_WM_UNIT_NOCLEAR" val="0"/>
  <p:tag name="KSO_WM_UNIT_VALUE" val="26"/>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6137_3*m_h_f*1_3_1"/>
  <p:tag name="KSO_WM_TEMPLATE_CATEGORY" val="diagram"/>
  <p:tag name="KSO_WM_TEMPLATE_INDEX" val="20206137"/>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diagram20206137_3*m_h_i*1_4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13"/>
  <p:tag name="KSO_WM_UNIT_TEXT_FILL_TYPE" val="1"/>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06137_3*m_h_i*1_4_2"/>
  <p:tag name="KSO_WM_TEMPLATE_CATEGORY" val="diagram"/>
  <p:tag name="KSO_WM_TEMPLATE_INDEX" val="20206137"/>
  <p:tag name="KSO_WM_UNIT_LAYERLEVEL" val="1_1_1"/>
  <p:tag name="KSO_WM_TAG_VERSION" val="1.0"/>
  <p:tag name="KSO_WM_BEAUTIFY_FLAG" val="#wm#"/>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13"/>
  <p:tag name="KSO_WM_UNIT_TEXT_FILL_TYPE" val="1"/>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06137_3*m_h_i*1_4_3"/>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LINE_FORE_SCHEMECOLOR_INDEX_BRIGHTNESS" val="0"/>
  <p:tag name="KSO_WM_UNIT_LINE_FORE_SCHEMECOLOR_INDEX" val="8"/>
  <p:tag name="KSO_WM_UNIT_LINE_FILL_TYPE" val="2"/>
  <p:tag name="KSO_WM_UNIT_TEXT_FILL_FORE_SCHEMECOLOR_INDEX_BRIGHTNESS" val="0"/>
  <p:tag name="KSO_WM_UNIT_TEXT_FILL_FORE_SCHEMECOLOR_INDEX" val="2"/>
  <p:tag name="KSO_WM_UNIT_TEXT_FILL_TYPE" val="1"/>
</p:tagLst>
</file>

<file path=ppt/tags/tag389.xml><?xml version="1.0" encoding="utf-8"?>
<p:tagLst xmlns:p="http://schemas.openxmlformats.org/presentationml/2006/main">
  <p:tag name="KSO_WM_UNIT_VALUE" val="101*101"/>
  <p:tag name="KSO_WM_UNIT_HIGHLIGHT" val="0"/>
  <p:tag name="KSO_WM_UNIT_COMPATIBLE" val="0"/>
  <p:tag name="KSO_WM_UNIT_DIAGRAM_ISNUMVISUAL" val="0"/>
  <p:tag name="KSO_WM_UNIT_DIAGRAM_ISREFERUNIT" val="0"/>
  <p:tag name="KSO_WM_DIAGRAM_GROUP_CODE" val="m1-1"/>
  <p:tag name="KSO_WM_UNIT_TYPE" val="m_h_x"/>
  <p:tag name="KSO_WM_UNIT_INDEX" val="1_4_1"/>
  <p:tag name="KSO_WM_UNIT_ID" val="diagram20206137_3*m_h_x*1_4_1"/>
  <p:tag name="KSO_WM_TEMPLATE_CATEGORY" val="diagram"/>
  <p:tag name="KSO_WM_TEMPLATE_INDEX" val="20206137"/>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Lst>
</file>

<file path=ppt/tags/tag390.xml><?xml version="1.0" encoding="utf-8"?>
<p:tagLst xmlns:p="http://schemas.openxmlformats.org/presentationml/2006/main">
  <p:tag name="KSO_WM_UNIT_SUBTYPE" val="a"/>
  <p:tag name="KSO_WM_UNIT_PRESET_TEXT" val="单击此处输入你的正文，请尽量言简意赅的阐述观点"/>
  <p:tag name="KSO_WM_UNIT_NOCLEAR" val="0"/>
  <p:tag name="KSO_WM_UNIT_VALUE" val="26"/>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06137_3*m_h_f*1_4_1"/>
  <p:tag name="KSO_WM_TEMPLATE_CATEGORY" val="diagram"/>
  <p:tag name="KSO_WM_TEMPLATE_INDEX" val="20206137"/>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39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7.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2561_1*i*1"/>
  <p:tag name="KSO_WM_TEMPLATE_CATEGORY" val="diagram"/>
  <p:tag name="KSO_WM_TEMPLATE_INDEX" val="20212561"/>
  <p:tag name="KSO_WM_UNIT_LAYERLEVEL" val="1"/>
  <p:tag name="KSO_WM_TAG_VERSION" val="1.0"/>
  <p:tag name="KSO_WM_BEAUTIFY_FLAG" val="#wm#"/>
  <p:tag name="KSO_WM_UNIT_DEC_AREA_ID" val="098c4dd5de28487f84b8f955beb1b41b"/>
  <p:tag name="KSO_WM_UNIT_DECORATE_INFO" val="{&quot;DecorateInfoH&quot;:{&quot;IsAbs&quot;:false},&quot;DecorateInfoW&quot;:{&quot;IsAbs&quot;:false},&quot;DecorateInfoX&quot;:{&quot;IsAbs&quot;:true,&quot;Pos&quot;:1},&quot;DecorateInfoY&quot;:{&quot;IsAbs&quot;:true,&quot;Pos&quot;:1},&quot;ReferentInfo&quot;:{&quot;Id&quot;:&quot;51a40de90eed4b8885a2d7a040512b3f&quot;,&quot;X&quot;:{&quot;Pos&quot;:1},&quot;Y&quot;:{&quot;Pos&quot;:1}},&quot;whChangeMode&quot;:1}"/>
  <p:tag name="KSO_WM_CHIP_GROUPID" val="5eda13105860357932c55e1f"/>
  <p:tag name="KSO_WM_CHIP_XID" val="5ed1cf097ab0972fba70b1e8"/>
  <p:tag name="KSO_WM_TEMPLATE_ASSEMBLE_XID" val="60656f514054ed1e2fb807b8"/>
  <p:tag name="KSO_WM_TEMPLATE_ASSEMBLE_GROUPID" val="60656f514054ed1e2fb807b8"/>
  <p:tag name="WM_BEAUTIFY_ZORDER_FLAG_TAG" val="4"/>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561_1*i*2"/>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40"/>
  <p:tag name="KSO_WM_TEMPLATE_ASSEMBLE_XID" val="60656f514054ed1e2fb807b8"/>
  <p:tag name="KSO_WM_TEMPLATE_ASSEMBLE_GROUPID" val="60656f514054ed1e2fb807b8"/>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561_1*i*3"/>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55"/>
  <p:tag name="KSO_WM_TEMPLATE_ASSEMBLE_XID" val="60656f514054ed1e2fb807b8"/>
  <p:tag name="KSO_WM_TEMPLATE_ASSEMBLE_GROUPID" val="60656f514054ed1e2fb807b8"/>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561_1*i*4"/>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55"/>
  <p:tag name="KSO_WM_TEMPLATE_ASSEMBLE_XID" val="60656f514054ed1e2fb807b8"/>
  <p:tag name="KSO_WM_TEMPLATE_ASSEMBLE_GROUPID" val="60656f514054ed1e2fb807b8"/>
</p:tagLst>
</file>

<file path=ppt/tags/tag4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561_1*f*1"/>
  <p:tag name="KSO_WM_TEMPLATE_CATEGORY" val="diagram"/>
  <p:tag name="KSO_WM_TEMPLATE_INDEX" val="20212561"/>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b9c175a8ddcd477e804335d4fb903c4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8db3030bba46c0af0a67d84090b5d9"/>
  <p:tag name="KSO_WM_UNIT_TEXT_FILL_FORE_SCHEMECOLOR_INDEX_BRIGHTNESS" val="0.25"/>
  <p:tag name="KSO_WM_UNIT_TEXT_FILL_FORE_SCHEMECOLOR_INDEX" val="13"/>
  <p:tag name="KSO_WM_UNIT_TEXT_FILL_TYPE" val="1"/>
  <p:tag name="KSO_WM_TEMPLATE_ASSEMBLE_XID" val="60656f514054ed1e2fb807b8"/>
  <p:tag name="KSO_WM_TEMPLATE_ASSEMBLE_GROUPID" val="60656f514054ed1e2fb807b8"/>
  <p:tag name="WM_BEAUTIFY_ZORDER_FLAG_TAG" val="5"/>
</p:tagLst>
</file>

<file path=ppt/tags/tag402.xml><?xml version="1.0" encoding="utf-8"?>
<p:tagLst xmlns:p="http://schemas.openxmlformats.org/presentationml/2006/main">
  <p:tag name="KSO_WM_UNIT_VALUE" val="1184*1184"/>
  <p:tag name="KSO_WM_UNIT_HIGHLIGHT" val="0"/>
  <p:tag name="KSO_WM_UNIT_COMPATIBLE" val="1"/>
  <p:tag name="KSO_WM_UNIT_DIAGRAM_ISNUMVISUAL" val="0"/>
  <p:tag name="KSO_WM_UNIT_DIAGRAM_ISREFERUNIT" val="0"/>
  <p:tag name="KSO_WM_UNIT_TYPE" val="d"/>
  <p:tag name="KSO_WM_UNIT_INDEX" val="1"/>
  <p:tag name="KSO_WM_UNIT_ID" val="diagram20212561_1*d*1"/>
  <p:tag name="KSO_WM_TEMPLATE_CATEGORY" val="diagram"/>
  <p:tag name="KSO_WM_TEMPLATE_INDEX" val="20212561"/>
  <p:tag name="KSO_WM_UNIT_LAYERLEVEL" val="1"/>
  <p:tag name="KSO_WM_TAG_VERSION" val="1.0"/>
  <p:tag name="KSO_WM_BEAUTIFY_FLAG" val="#wm#"/>
  <p:tag name="KSO_WM_CHIP_GROUPID" val="5e7310da9a230a26b9e88a19"/>
  <p:tag name="KSO_WM_CHIP_XID" val="5e7310da9a230a26b9e88a1a"/>
  <p:tag name="KSO_WM_UNIT_DEC_AREA_ID" val="51a40de90eed4b8885a2d7a040512b3f"/>
  <p:tag name="KSO_WM_UNIT_DECORATE_INFO" val="{&quot;ReferentInfo&quot;:{&quot;Id&quot;:&quot;slide&quot;,&quot;X&quot;:{&quot;Pos&quot;:1},&quot;Y&quot;:{&quot;Pos&quot;:1}},&quot;DecorateInfoX&quot;:{&quot;Pos&quot;:0,&quot;IsAbs&quot;:false},&quot;DecorateInfoY&quot;:{&quot;Pos&quot;:1,&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e46be13ccd943f1847fbee7e11e472e"/>
  <p:tag name="KSO_WM_UNIT_PLACING_PICTURE" val="1e46be13ccd943f1847fbee7e11e472e"/>
  <p:tag name="KSO_WM_TEMPLATE_ASSEMBLE_XID" val="60656f514054ed1e2fb807b8"/>
  <p:tag name="KSO_WM_TEMPLATE_ASSEMBLE_GROUPID" val="60656f514054ed1e2fb807b8"/>
  <p:tag name="WM_BEAUTIFY_ZORDER_FLAG_TAG" val="6"/>
</p:tagLst>
</file>

<file path=ppt/tags/tag4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41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41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1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2&quot;,&quot;maxSize&quot;:{&quot;size1&quot;:31.1},&quot;minSize&quot;:{&quot;size1&quot;:17.8},&quot;normalSize&quot;:{&quot;size1&quot;:17.8},&quot;subLayout&quot;:[{&quot;id&quot;:&quot;2023-07-02T16:01:42&quot;,&quot;maxSize&quot;:{&quot;size1&quot;:100},&quot;minSize&quot;:{&quot;size1&quot;:61.7},&quot;normalSize&quot;:{&quot;size1&quot;:61.7},&quot;subLayout&quot;:[{&quot;id&quot;:&quot;2023-07-02T16:01:42&quot;,&quot;margin&quot;:{&quot;bottom&quot;:0,&quot;left&quot;:1.2699999809265137,&quot;right&quot;:1.2699999809265137,&quot;top&quot;:0.4230000376701355},&quot;type&quot;:0},{&quot;id&quot;:&quot;2023-07-02T16:01:42&quot;,&quot;margin&quot;:{&quot;bottom&quot;:0.025999998673796654,&quot;left&quot;:1.2699999809265137,&quot;right&quot;:1.2699999809265137,&quot;top&quot;:0.025999998673796654},&quot;type&quot;:0}],&quot;type&quot;:0},{&quot;id&quot;:&quot;2023-07-02T16:01:42&quot;,&quot;margin&quot;:{&quot;bottom&quot;:0.847000002861023,&quot;left&quot;:1.2699999809265137,&quot;right&quot;:1.2699999809265137,&quot;top&quot;:1.2699999809265137},&quot;type&quot;:0}],&quot;type&quot;:0}"/>
  <p:tag name="KSO_WM_SLIDE_BACKGROUND_TYPE" val="general"/>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2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46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3&quot;,&quot;maxSize&quot;:{&quot;size1&quot;:31.1},&quot;minSize&quot;:{&quot;size1&quot;:17.8},&quot;normalSize&quot;:{&quot;size1&quot;:17.8},&quot;subLayout&quot;:[{&quot;id&quot;:&quot;2023-07-02T16:01:43&quot;,&quot;maxSize&quot;:{&quot;size1&quot;:100},&quot;minSize&quot;:{&quot;size1&quot;:61.7},&quot;normalSize&quot;:{&quot;size1&quot;:61.7},&quot;subLayout&quot;:[{&quot;id&quot;:&quot;2023-07-02T16:01:43&quot;,&quot;margin&quot;:{&quot;bottom&quot;:0,&quot;left&quot;:1.2699999809265137,&quot;right&quot;:1.2699999809265137,&quot;top&quot;:0.4230000376701355},&quot;type&quot;:0},{&quot;id&quot;:&quot;2023-07-02T16:01:43&quot;,&quot;margin&quot;:{&quot;bottom&quot;:0.025999998673796654,&quot;left&quot;:1.2699999809265137,&quot;right&quot;:1.2699999809265137,&quot;top&quot;:0.025999998673796654},&quot;type&quot;:0}],&quot;type&quot;:0},{&quot;id&quot;:&quot;2023-07-02T16:01:43&quot;,&quot;margin&quot;:{&quot;bottom&quot;:0.847000002861023,&quot;left&quot;:1.2699999809265137,&quot;right&quot;:1.2699999809265137,&quot;top&quot;:1.2699999809265137},&quot;type&quot;:0}],&quot;type&quot;:0}"/>
  <p:tag name="KSO_WM_SLIDE_BACKGROUND_TYPE" val="general"/>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7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4&quot;,&quot;maxSize&quot;:{&quot;size1&quot;:31.1},&quot;minSize&quot;:{&quot;size1&quot;:17.8},&quot;normalSize&quot;:{&quot;size1&quot;:17.8},&quot;subLayout&quot;:[{&quot;id&quot;:&quot;2023-07-02T16:01:44&quot;,&quot;maxSize&quot;:{&quot;size1&quot;:100},&quot;minSize&quot;:{&quot;size1&quot;:61.7},&quot;normalSize&quot;:{&quot;size1&quot;:61.7},&quot;subLayout&quot;:[{&quot;id&quot;:&quot;2023-07-02T16:01:44&quot;,&quot;margin&quot;:{&quot;bottom&quot;:0,&quot;left&quot;:1.2699999809265137,&quot;right&quot;:1.2699999809265137,&quot;top&quot;:0.4230000376701355},&quot;type&quot;:0},{&quot;id&quot;:&quot;2023-07-02T16:01:44&quot;,&quot;margin&quot;:{&quot;bottom&quot;:0.025999998673796654,&quot;left&quot;:1.2699999809265137,&quot;right&quot;:1.2699999809265137,&quot;top&quot;:0.025999998673796654},&quot;type&quot;:0}],&quot;type&quot;:0},{&quot;id&quot;:&quot;2023-07-02T16:01:44&quot;,&quot;margin&quot;:{&quot;bottom&quot;:0.847000002861023,&quot;left&quot;:1.2699999809265137,&quot;right&quot;:1.2699999809265137,&quot;top&quot;:1.2699999809265137},&quot;type&quot;:0}],&quot;type&quot;:0}"/>
  <p:tag name="KSO_WM_SLIDE_BACKGROUND_TYPE" val="general"/>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3"/>
  <p:tag name="KSO_WM_UNIT_ID" val="diagram20205554_3*q_h_i*1_2_3"/>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3"/>
  <p:tag name="KSO_WM_UNIT_ID" val="diagram20205554_3*q_h_i*1_3_3"/>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3"/>
  <p:tag name="KSO_WM_UNIT_ID" val="diagram20205554_3*q_h_i*1_4_3"/>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05554_3*q_h_i*1_1_1"/>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05554_3*q_h_i*1_2_1"/>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05554_3*q_h_i*1_3_1"/>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1"/>
  <p:tag name="KSO_WM_UNIT_ID" val="diagram20205554_3*q_h_i*1_4_1"/>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3"/>
  <p:tag name="KSO_WM_UNIT_TEXT_FILL_TYPE" val="1"/>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3"/>
  <p:tag name="KSO_WM_UNIT_ID" val="diagram20205554_3*q_h_i*1_1_3"/>
  <p:tag name="KSO_WM_TEMPLATE_CATEGORY" val="diagram"/>
  <p:tag name="KSO_WM_TEMPLATE_INDEX" val="20205554"/>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1_2"/>
  <p:tag name="KSO_WM_UNIT_ID" val="diagram20205554_3*q_h_i*1_1_2"/>
  <p:tag name="KSO_WM_TEMPLATE_CATEGORY" val="diagram"/>
  <p:tag name="KSO_WM_TEMPLATE_INDEX" val="2020555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2_2"/>
  <p:tag name="KSO_WM_UNIT_ID" val="diagram20205554_3*q_h_i*1_2_2"/>
  <p:tag name="KSO_WM_TEMPLATE_CATEGORY" val="diagram"/>
  <p:tag name="KSO_WM_TEMPLATE_INDEX" val="2020555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3_2"/>
  <p:tag name="KSO_WM_UNIT_ID" val="diagram20205554_3*q_h_i*1_3_2"/>
  <p:tag name="KSO_WM_TEMPLATE_CATEGORY" val="diagram"/>
  <p:tag name="KSO_WM_TEMPLATE_INDEX" val="2020555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SUBTYPE" val="d"/>
  <p:tag name="KSO_WM_UNIT_TYPE" val="q_h_i"/>
  <p:tag name="KSO_WM_UNIT_INDEX" val="1_4_2"/>
  <p:tag name="KSO_WM_UNIT_ID" val="diagram20205554_3*q_h_i*1_4_2"/>
  <p:tag name="KSO_WM_TEMPLATE_CATEGORY" val="diagram"/>
  <p:tag name="KSO_WM_TEMPLATE_INDEX" val="20205554"/>
  <p:tag name="KSO_WM_UNIT_LAYERLEVEL" val="1_1_1"/>
  <p:tag name="KSO_WM_TAG_VERSION" val="1.0"/>
  <p:tag name="KSO_WM_BEAUTIFY_FLAG" val="#wm#"/>
  <p:tag name="KSO_WM_UNIT_TEXT_FILL_FORE_SCHEMECOLOR_INDEX_BRIGHTNESS" val="0"/>
  <p:tag name="KSO_WM_UNIT_TEXT_FILL_FORE_SCHEMECOLOR_INDEX" val="14"/>
  <p:tag name="KSO_WM_UNIT_TEXT_FILL_TYPE" val="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6"/>
  <p:tag name="KSO_WM_UNIT_ID" val="diagram20205554_3*q_i*1_6"/>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 name="KSO_WM_UNIT_SHADOW_SCHEMECOLOR_INDEX_BRIGHTNESS" val="0.35"/>
  <p:tag name="KSO_WM_UNIT_SHADOW_SCHEMECOLOR_INDEX" val="13"/>
  <p:tag name="KSO_WM_UNIT_TEXT_FILL_FORE_SCHEMECOLOR_INDEX_BRIGHTNESS" val="0"/>
  <p:tag name="KSO_WM_UNIT_TEXT_FILL_FORE_SCHEMECOLOR_INDEX" val="2"/>
  <p:tag name="KSO_WM_UNIT_TEXT_FILL_TYPE" val="1"/>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5"/>
  <p:tag name="KSO_WM_UNIT_ID" val="diagram20205554_3*q_i*1_5"/>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4"/>
  <p:tag name="KSO_WM_UNIT_ID" val="diagram20205554_3*q_i*1_4"/>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3"/>
  <p:tag name="KSO_WM_UNIT_ID" val="diagram20205554_3*q_i*1_3"/>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2"/>
  <p:tag name="KSO_WM_UNIT_ID" val="diagram20205554_3*q_i*1_2"/>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i"/>
  <p:tag name="KSO_WM_UNIT_INDEX" val="1_1"/>
  <p:tag name="KSO_WM_UNIT_ID" val="diagram20205554_3*q_i*1_1"/>
  <p:tag name="KSO_WM_TEMPLATE_CATEGORY" val="diagram"/>
  <p:tag name="KSO_WM_TEMPLATE_INDEX" val="20205554"/>
  <p:tag name="KSO_WM_UNIT_LAYERLEVEL" val="1_1"/>
  <p:tag name="KSO_WM_TAG_VERSION" val="1.0"/>
  <p:tag name="KSO_WM_BEAUTIFY_FLAG" val="#wm#"/>
  <p:tag name="KSO_WM_UNIT_FILL_FORE_SCHEMECOLOR_INDEX_BRIGHTNESS" val="0"/>
  <p:tag name="KSO_WM_UNIT_FILL_FORE_SCHEMECOLOR_INDEX" val="5"/>
  <p:tag name="KSO_WM_UNIT_FILL_TYPE" val="1"/>
</p:tagLst>
</file>

<file path=ppt/tags/tag4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4&quot;,&quot;maxSize&quot;:{&quot;size1&quot;:31.1},&quot;minSize&quot;:{&quot;size1&quot;:17.8},&quot;normalSize&quot;:{&quot;size1&quot;:17.8},&quot;subLayout&quot;:[{&quot;id&quot;:&quot;2023-07-02T16:01:44&quot;,&quot;maxSize&quot;:{&quot;size1&quot;:100},&quot;minSize&quot;:{&quot;size1&quot;:61.7},&quot;normalSize&quot;:{&quot;size1&quot;:61.7},&quot;subLayout&quot;:[{&quot;id&quot;:&quot;2023-07-02T16:01:44&quot;,&quot;margin&quot;:{&quot;bottom&quot;:0,&quot;left&quot;:1.2699999809265137,&quot;right&quot;:1.2699999809265137,&quot;top&quot;:0.4230000376701355},&quot;type&quot;:0},{&quot;id&quot;:&quot;2023-07-02T16:01:44&quot;,&quot;margin&quot;:{&quot;bottom&quot;:0.025999998673796654,&quot;left&quot;:1.2699999809265137,&quot;right&quot;:1.2699999809265137,&quot;top&quot;:0.025999998673796654},&quot;type&quot;:0}],&quot;type&quot;:0},{&quot;id&quot;:&quot;2023-07-02T16:01:44&quot;,&quot;margin&quot;:{&quot;bottom&quot;:0.847000002861023,&quot;left&quot;:1.2699999809265137,&quot;right&quot;:1.2699999809265137,&quot;top&quot;:1.2699999809265137},&quot;type&quot;:0}],&quot;type&quot;:0}"/>
  <p:tag name="KSO_WM_SLIDE_BACKGROUND_TYPE" val="general"/>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5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4&quot;,&quot;maxSize&quot;:{&quot;size1&quot;:31.1},&quot;minSize&quot;:{&quot;size1&quot;:17.8},&quot;normalSize&quot;:{&quot;size1&quot;:17.8},&quot;subLayout&quot;:[{&quot;id&quot;:&quot;2023-07-02T16:01:44&quot;,&quot;maxSize&quot;:{&quot;size1&quot;:100},&quot;minSize&quot;:{&quot;size1&quot;:61.7},&quot;normalSize&quot;:{&quot;size1&quot;:61.7},&quot;subLayout&quot;:[{&quot;id&quot;:&quot;2023-07-02T16:01:44&quot;,&quot;margin&quot;:{&quot;bottom&quot;:0,&quot;left&quot;:1.2699999809265137,&quot;right&quot;:1.2699999809265137,&quot;top&quot;:0.4230000376701355},&quot;type&quot;:0},{&quot;id&quot;:&quot;2023-07-02T16:01:44&quot;,&quot;margin&quot;:{&quot;bottom&quot;:0.025999998673796654,&quot;left&quot;:1.2699999809265137,&quot;right&quot;:1.2699999809265137,&quot;top&quot;:0.025999998673796654},&quot;type&quot;:0}],&quot;type&quot;:0},{&quot;id&quot;:&quot;2023-07-02T16:01:44&quot;,&quot;margin&quot;:{&quot;bottom&quot;:0.847000002861023,&quot;left&quot;:1.2699999809265137,&quot;right&quot;:1.2699999809265137,&quot;top&quot;:1.2699999809265137},&quot;type&quot;:0}],&quot;type&quot;:0}"/>
  <p:tag name="KSO_WM_SLIDE_BACKGROUND_TYPE" val="general"/>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0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5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7-02T16:01:44&quot;,&quot;maxSize&quot;:{&quot;size1&quot;:31.1},&quot;minSize&quot;:{&quot;size1&quot;:17.8},&quot;normalSize&quot;:{&quot;size1&quot;:17.8},&quot;subLayout&quot;:[{&quot;id&quot;:&quot;2023-07-02T16:01:44&quot;,&quot;maxSize&quot;:{&quot;size1&quot;:100},&quot;minSize&quot;:{&quot;size1&quot;:61.7},&quot;normalSize&quot;:{&quot;size1&quot;:61.7},&quot;subLayout&quot;:[{&quot;id&quot;:&quot;2023-07-02T16:01:44&quot;,&quot;margin&quot;:{&quot;bottom&quot;:0,&quot;left&quot;:1.2699999809265137,&quot;right&quot;:1.2699999809265137,&quot;top&quot;:0.4230000376701355},&quot;type&quot;:0},{&quot;id&quot;:&quot;2023-07-02T16:01:44&quot;,&quot;margin&quot;:{&quot;bottom&quot;:0.025999998673796654,&quot;left&quot;:1.2699999809265137,&quot;right&quot;:1.2699999809265137,&quot;top&quot;:0.025999998673796654},&quot;type&quot;:0}],&quot;type&quot;:0},{&quot;id&quot;:&quot;2023-07-02T16:01:44&quot;,&quot;margin&quot;:{&quot;bottom&quot;:0.847000002861023,&quot;left&quot;:1.2699999809265137,&quot;right&quot;:1.2699999809265137,&quot;top&quot;:1.2699999809265137},&quot;type&quot;:0}],&quot;type&quot;:0}"/>
  <p:tag name="KSO_WM_SLIDE_BACKGROUND_TYPE" val="general"/>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512.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513.xml><?xml version="1.0" encoding="utf-8"?>
<p:tagLst xmlns:p="http://schemas.openxmlformats.org/presentationml/2006/main">
  <p:tag name="KSO_WPP_MARK_KEY" val="24289683-a3ed-4c9b-a17f-c88c5a55693d"/>
  <p:tag name="COMMONDATA" val="eyJoZGlkIjoiMjJiNWQxMzM1MWNmYTdjOGE5NWNkODk4YzI2ZTYwN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17730</Words>
  <Application>WPS 演示</Application>
  <PresentationFormat>宽屏</PresentationFormat>
  <Paragraphs>669</Paragraphs>
  <Slides>43</Slides>
  <Notes>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43</vt:i4>
      </vt:variant>
    </vt:vector>
  </HeadingPairs>
  <TitlesOfParts>
    <vt:vector size="68" baseType="lpstr">
      <vt:lpstr>Arial</vt:lpstr>
      <vt:lpstr>宋体</vt:lpstr>
      <vt:lpstr>Wingdings</vt:lpstr>
      <vt:lpstr>微软雅黑</vt:lpstr>
      <vt:lpstr>Segoe UI</vt:lpstr>
      <vt:lpstr>Arial Unicode MS</vt:lpstr>
      <vt:lpstr>Helvetica Neue</vt:lpstr>
      <vt:lpstr>Gill Sans</vt:lpstr>
      <vt:lpstr>Source Sans Pro Light</vt:lpstr>
      <vt:lpstr>Open Sans Semibold</vt:lpstr>
      <vt:lpstr>Segoe Print</vt:lpstr>
      <vt:lpstr>幼圆</vt:lpstr>
      <vt:lpstr>黑体</vt:lpstr>
      <vt:lpstr>Open Sans</vt:lpstr>
      <vt:lpstr>Montserrat Black</vt:lpstr>
      <vt:lpstr>Gill Sans MT</vt:lpstr>
      <vt:lpstr>Arial Black</vt:lpstr>
      <vt:lpstr>Calibri</vt:lpstr>
      <vt:lpstr>Times New Roman</vt:lpstr>
      <vt:lpstr>汉仪青云简</vt:lpstr>
      <vt:lpstr>华文行楷</vt:lpstr>
      <vt:lpstr>华文隶书</vt:lpstr>
      <vt:lpstr>Wingdings</vt:lpstr>
      <vt:lpstr>Office 主题​​</vt:lpstr>
      <vt:lpstr>1_Office 主题​​</vt:lpstr>
      <vt:lpstr>第 10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53</cp:revision>
  <dcterms:created xsi:type="dcterms:W3CDTF">2023-07-02T08:01:00Z</dcterms:created>
  <dcterms:modified xsi:type="dcterms:W3CDTF">2023-07-03T01:34:24Z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2052-11.1.0.12155</vt:lpwstr>
  </property>
  <property fmtid="{D5CDD505-2E9C-101B-9397-08002B2CF9AE}" pid="3" name="ICV">
    <vt:lpwstr/>
  </property>
</Properties>
</file>