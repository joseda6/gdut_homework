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87"/>
  </p:handoutMasterIdLst>
  <p:sldIdLst>
    <p:sldId id="257" r:id="rId4"/>
    <p:sldId id="260" r:id="rId6"/>
    <p:sldId id="261" r:id="rId7"/>
    <p:sldId id="262" r:id="rId8"/>
    <p:sldId id="265" r:id="rId9"/>
    <p:sldId id="266" r:id="rId10"/>
    <p:sldId id="267" r:id="rId11"/>
    <p:sldId id="268" r:id="rId12"/>
    <p:sldId id="269" r:id="rId13"/>
    <p:sldId id="271" r:id="rId14"/>
    <p:sldId id="272" r:id="rId15"/>
    <p:sldId id="273" r:id="rId16"/>
    <p:sldId id="274" r:id="rId17"/>
    <p:sldId id="275" r:id="rId18"/>
    <p:sldId id="276" r:id="rId19"/>
    <p:sldId id="277" r:id="rId20"/>
    <p:sldId id="278"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3" r:id="rId34"/>
    <p:sldId id="294" r:id="rId35"/>
    <p:sldId id="298" r:id="rId36"/>
    <p:sldId id="299" r:id="rId37"/>
    <p:sldId id="301" r:id="rId38"/>
    <p:sldId id="302" r:id="rId39"/>
    <p:sldId id="303" r:id="rId40"/>
    <p:sldId id="304" r:id="rId41"/>
    <p:sldId id="305" r:id="rId42"/>
    <p:sldId id="307" r:id="rId43"/>
    <p:sldId id="310" r:id="rId44"/>
    <p:sldId id="311" r:id="rId45"/>
    <p:sldId id="312" r:id="rId46"/>
    <p:sldId id="313" r:id="rId47"/>
    <p:sldId id="314" r:id="rId48"/>
    <p:sldId id="315" r:id="rId49"/>
    <p:sldId id="316" r:id="rId50"/>
    <p:sldId id="319" r:id="rId51"/>
    <p:sldId id="320" r:id="rId52"/>
    <p:sldId id="321" r:id="rId53"/>
    <p:sldId id="323" r:id="rId54"/>
    <p:sldId id="324" r:id="rId55"/>
    <p:sldId id="327" r:id="rId56"/>
    <p:sldId id="330" r:id="rId57"/>
    <p:sldId id="331" r:id="rId58"/>
    <p:sldId id="333" r:id="rId59"/>
    <p:sldId id="335" r:id="rId60"/>
    <p:sldId id="336" r:id="rId61"/>
    <p:sldId id="337" r:id="rId62"/>
    <p:sldId id="338" r:id="rId63"/>
    <p:sldId id="341" r:id="rId64"/>
    <p:sldId id="343" r:id="rId65"/>
    <p:sldId id="344" r:id="rId66"/>
    <p:sldId id="345" r:id="rId67"/>
    <p:sldId id="348" r:id="rId68"/>
    <p:sldId id="349" r:id="rId69"/>
    <p:sldId id="350" r:id="rId70"/>
    <p:sldId id="355" r:id="rId71"/>
    <p:sldId id="360" r:id="rId72"/>
    <p:sldId id="362" r:id="rId73"/>
    <p:sldId id="364" r:id="rId74"/>
    <p:sldId id="365" r:id="rId75"/>
    <p:sldId id="367" r:id="rId76"/>
    <p:sldId id="368" r:id="rId77"/>
    <p:sldId id="369" r:id="rId78"/>
    <p:sldId id="373" r:id="rId79"/>
    <p:sldId id="374" r:id="rId80"/>
    <p:sldId id="375" r:id="rId81"/>
    <p:sldId id="381" r:id="rId82"/>
    <p:sldId id="382" r:id="rId83"/>
    <p:sldId id="383" r:id="rId84"/>
    <p:sldId id="384" r:id="rId85"/>
    <p:sldId id="393" r:id="rId86"/>
  </p:sldIdLst>
  <p:sldSz cx="12192000" cy="6858000"/>
  <p:notesSz cx="7103745" cy="10234295"/>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2" Type="http://schemas.openxmlformats.org/officeDocument/2006/relationships/tags" Target="tags/tag758.xml"/><Relationship Id="rId91" Type="http://schemas.openxmlformats.org/officeDocument/2006/relationships/commentAuthors" Target="commentAuthors.xml"/><Relationship Id="rId90" Type="http://schemas.openxmlformats.org/officeDocument/2006/relationships/tableStyles" Target="tableStyles.xml"/><Relationship Id="rId9" Type="http://schemas.openxmlformats.org/officeDocument/2006/relationships/slide" Target="slides/slide5.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handoutMaster" Target="handoutMasters/handoutMaster1.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6.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3" Type="http://schemas.openxmlformats.org/officeDocument/2006/relationships/slideLayout" Target="../slideLayouts/slideLayout17.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tags" Target="../tags/tag157.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1.xml"/><Relationship Id="rId6" Type="http://schemas.openxmlformats.org/officeDocument/2006/relationships/tags" Target="../tags/tag230.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17.xml.rels><?xml version="1.0" encoding="UTF-8" standalone="yes"?>
<Relationships xmlns="http://schemas.openxmlformats.org/package/2006/relationships"><Relationship Id="rId9" Type="http://schemas.openxmlformats.org/officeDocument/2006/relationships/tags" Target="../tags/tag246.xml"/><Relationship Id="rId8" Type="http://schemas.openxmlformats.org/officeDocument/2006/relationships/tags" Target="../tags/tag245.xml"/><Relationship Id="rId7" Type="http://schemas.openxmlformats.org/officeDocument/2006/relationships/image" Target="../media/image1.emf"/><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1" Type="http://schemas.openxmlformats.org/officeDocument/2006/relationships/slideLayout" Target="../slideLayouts/slideLayout17.xml"/><Relationship Id="rId10" Type="http://schemas.openxmlformats.org/officeDocument/2006/relationships/tags" Target="../tags/tag247.xml"/><Relationship Id="rId1" Type="http://schemas.openxmlformats.org/officeDocument/2006/relationships/tags" Target="../tags/tag239.xml"/></Relationships>
</file>

<file path=ppt/slides/_rels/slide18.xml.rels><?xml version="1.0" encoding="UTF-8" standalone="yes"?>
<Relationships xmlns="http://schemas.openxmlformats.org/package/2006/relationships"><Relationship Id="rId9" Type="http://schemas.openxmlformats.org/officeDocument/2006/relationships/tags" Target="../tags/tag256.xml"/><Relationship Id="rId8" Type="http://schemas.openxmlformats.org/officeDocument/2006/relationships/tags" Target="../tags/tag255.xml"/><Relationship Id="rId7" Type="http://schemas.openxmlformats.org/officeDocument/2006/relationships/tags" Target="../tags/tag254.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2" Type="http://schemas.openxmlformats.org/officeDocument/2006/relationships/slideLayout" Target="../slideLayouts/slideLayout17.xml"/><Relationship Id="rId11" Type="http://schemas.openxmlformats.org/officeDocument/2006/relationships/tags" Target="../tags/tag258.xml"/><Relationship Id="rId10" Type="http://schemas.openxmlformats.org/officeDocument/2006/relationships/tags" Target="../tags/tag257.xml"/><Relationship Id="rId1" Type="http://schemas.openxmlformats.org/officeDocument/2006/relationships/tags" Target="../tags/tag248.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20.xml.rels><?xml version="1.0" encoding="UTF-8" standalone="yes"?>
<Relationships xmlns="http://schemas.openxmlformats.org/package/2006/relationships"><Relationship Id="rId9" Type="http://schemas.openxmlformats.org/officeDocument/2006/relationships/tags" Target="../tags/tag27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0" Type="http://schemas.openxmlformats.org/officeDocument/2006/relationships/slideLayout" Target="../slideLayouts/slideLayout17.xml"/><Relationship Id="rId4" Type="http://schemas.openxmlformats.org/officeDocument/2006/relationships/tags" Target="../tags/tag269.xml"/><Relationship Id="rId39" Type="http://schemas.openxmlformats.org/officeDocument/2006/relationships/tags" Target="../tags/tag304.xml"/><Relationship Id="rId38" Type="http://schemas.openxmlformats.org/officeDocument/2006/relationships/tags" Target="../tags/tag303.xml"/><Relationship Id="rId37" Type="http://schemas.openxmlformats.org/officeDocument/2006/relationships/tags" Target="../tags/tag302.xml"/><Relationship Id="rId36" Type="http://schemas.openxmlformats.org/officeDocument/2006/relationships/tags" Target="../tags/tag301.xml"/><Relationship Id="rId35" Type="http://schemas.openxmlformats.org/officeDocument/2006/relationships/tags" Target="../tags/tag300.xml"/><Relationship Id="rId34" Type="http://schemas.openxmlformats.org/officeDocument/2006/relationships/tags" Target="../tags/tag299.xml"/><Relationship Id="rId33" Type="http://schemas.openxmlformats.org/officeDocument/2006/relationships/tags" Target="../tags/tag298.xml"/><Relationship Id="rId32" Type="http://schemas.openxmlformats.org/officeDocument/2006/relationships/tags" Target="../tags/tag297.xml"/><Relationship Id="rId31" Type="http://schemas.openxmlformats.org/officeDocument/2006/relationships/tags" Target="../tags/tag296.xml"/><Relationship Id="rId30" Type="http://schemas.openxmlformats.org/officeDocument/2006/relationships/tags" Target="../tags/tag295.xml"/><Relationship Id="rId3" Type="http://schemas.openxmlformats.org/officeDocument/2006/relationships/tags" Target="../tags/tag268.xml"/><Relationship Id="rId29" Type="http://schemas.openxmlformats.org/officeDocument/2006/relationships/tags" Target="../tags/tag294.xml"/><Relationship Id="rId28" Type="http://schemas.openxmlformats.org/officeDocument/2006/relationships/tags" Target="../tags/tag293.xml"/><Relationship Id="rId27" Type="http://schemas.openxmlformats.org/officeDocument/2006/relationships/tags" Target="../tags/tag292.xml"/><Relationship Id="rId26" Type="http://schemas.openxmlformats.org/officeDocument/2006/relationships/tags" Target="../tags/tag291.xml"/><Relationship Id="rId25" Type="http://schemas.openxmlformats.org/officeDocument/2006/relationships/tags" Target="../tags/tag290.xml"/><Relationship Id="rId24" Type="http://schemas.openxmlformats.org/officeDocument/2006/relationships/tags" Target="../tags/tag289.xml"/><Relationship Id="rId23" Type="http://schemas.openxmlformats.org/officeDocument/2006/relationships/tags" Target="../tags/tag288.xml"/><Relationship Id="rId22" Type="http://schemas.openxmlformats.org/officeDocument/2006/relationships/tags" Target="../tags/tag287.xml"/><Relationship Id="rId21" Type="http://schemas.openxmlformats.org/officeDocument/2006/relationships/tags" Target="../tags/tag286.xml"/><Relationship Id="rId20" Type="http://schemas.openxmlformats.org/officeDocument/2006/relationships/tags" Target="../tags/tag285.xml"/><Relationship Id="rId2" Type="http://schemas.openxmlformats.org/officeDocument/2006/relationships/tags" Target="../tags/tag267.xml"/><Relationship Id="rId19" Type="http://schemas.openxmlformats.org/officeDocument/2006/relationships/tags" Target="../tags/tag284.xml"/><Relationship Id="rId18" Type="http://schemas.openxmlformats.org/officeDocument/2006/relationships/tags" Target="../tags/tag283.xml"/><Relationship Id="rId17" Type="http://schemas.openxmlformats.org/officeDocument/2006/relationships/tags" Target="../tags/tag282.xml"/><Relationship Id="rId16" Type="http://schemas.openxmlformats.org/officeDocument/2006/relationships/tags" Target="../tags/tag281.xml"/><Relationship Id="rId15" Type="http://schemas.openxmlformats.org/officeDocument/2006/relationships/tags" Target="../tags/tag280.xml"/><Relationship Id="rId14" Type="http://schemas.openxmlformats.org/officeDocument/2006/relationships/tags" Target="../tags/tag279.xml"/><Relationship Id="rId13" Type="http://schemas.openxmlformats.org/officeDocument/2006/relationships/tags" Target="../tags/tag278.xml"/><Relationship Id="rId12" Type="http://schemas.openxmlformats.org/officeDocument/2006/relationships/tags" Target="../tags/tag277.xml"/><Relationship Id="rId11" Type="http://schemas.openxmlformats.org/officeDocument/2006/relationships/tags" Target="../tags/tag276.xml"/><Relationship Id="rId10" Type="http://schemas.openxmlformats.org/officeDocument/2006/relationships/tags" Target="../tags/tag275.xml"/><Relationship Id="rId1" Type="http://schemas.openxmlformats.org/officeDocument/2006/relationships/tags" Target="../tags/tag266.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11.xml"/><Relationship Id="rId6" Type="http://schemas.openxmlformats.org/officeDocument/2006/relationships/tags" Target="../tags/tag310.xml"/><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tags" Target="../tags/tag305.xml"/></Relationships>
</file>

<file path=ppt/slides/_rels/slide22.xml.rels><?xml version="1.0" encoding="UTF-8" standalone="yes"?>
<Relationships xmlns="http://schemas.openxmlformats.org/package/2006/relationships"><Relationship Id="rId9" Type="http://schemas.openxmlformats.org/officeDocument/2006/relationships/tags" Target="../tags/tag320.xml"/><Relationship Id="rId8" Type="http://schemas.openxmlformats.org/officeDocument/2006/relationships/tags" Target="../tags/tag319.xml"/><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3" Type="http://schemas.openxmlformats.org/officeDocument/2006/relationships/slideLayout" Target="../slideLayouts/slideLayout17.xml"/><Relationship Id="rId12" Type="http://schemas.openxmlformats.org/officeDocument/2006/relationships/tags" Target="../tags/tag323.xml"/><Relationship Id="rId11" Type="http://schemas.openxmlformats.org/officeDocument/2006/relationships/tags" Target="../tags/tag322.xml"/><Relationship Id="rId10" Type="http://schemas.openxmlformats.org/officeDocument/2006/relationships/tags" Target="../tags/tag321.xml"/><Relationship Id="rId1" Type="http://schemas.openxmlformats.org/officeDocument/2006/relationships/tags" Target="../tags/tag312.xml"/></Relationships>
</file>

<file path=ppt/slides/_rels/slide23.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3" Type="http://schemas.openxmlformats.org/officeDocument/2006/relationships/slideLayout" Target="../slideLayouts/slideLayout17.xml"/><Relationship Id="rId12" Type="http://schemas.openxmlformats.org/officeDocument/2006/relationships/tags" Target="../tags/tag335.xml"/><Relationship Id="rId11" Type="http://schemas.openxmlformats.org/officeDocument/2006/relationships/tags" Target="../tags/tag334.xml"/><Relationship Id="rId10" Type="http://schemas.openxmlformats.org/officeDocument/2006/relationships/tags" Target="../tags/tag333.xml"/><Relationship Id="rId1" Type="http://schemas.openxmlformats.org/officeDocument/2006/relationships/tags" Target="../tags/tag324.xml"/></Relationships>
</file>

<file path=ppt/slides/_rels/slide24.xml.rels><?xml version="1.0" encoding="UTF-8" standalone="yes"?>
<Relationships xmlns="http://schemas.openxmlformats.org/package/2006/relationships"><Relationship Id="rId9" Type="http://schemas.openxmlformats.org/officeDocument/2006/relationships/tags" Target="../tags/tag344.xml"/><Relationship Id="rId8" Type="http://schemas.openxmlformats.org/officeDocument/2006/relationships/tags" Target="../tags/tag343.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3" Type="http://schemas.openxmlformats.org/officeDocument/2006/relationships/slideLayout" Target="../slideLayouts/slideLayout17.xml"/><Relationship Id="rId12" Type="http://schemas.openxmlformats.org/officeDocument/2006/relationships/tags" Target="../tags/tag347.xml"/><Relationship Id="rId11" Type="http://schemas.openxmlformats.org/officeDocument/2006/relationships/tags" Target="../tags/tag346.xml"/><Relationship Id="rId10" Type="http://schemas.openxmlformats.org/officeDocument/2006/relationships/tags" Target="../tags/tag345.xml"/><Relationship Id="rId1" Type="http://schemas.openxmlformats.org/officeDocument/2006/relationships/tags" Target="../tags/tag336.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54.xml"/><Relationship Id="rId6" Type="http://schemas.openxmlformats.org/officeDocument/2006/relationships/tags" Target="../tags/tag353.xml"/><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26.xml.rels><?xml version="1.0" encoding="UTF-8" standalone="yes"?>
<Relationships xmlns="http://schemas.openxmlformats.org/package/2006/relationships"><Relationship Id="rId9" Type="http://schemas.openxmlformats.org/officeDocument/2006/relationships/tags" Target="../tags/tag363.xml"/><Relationship Id="rId8" Type="http://schemas.openxmlformats.org/officeDocument/2006/relationships/tags" Target="../tags/tag362.xml"/><Relationship Id="rId7" Type="http://schemas.openxmlformats.org/officeDocument/2006/relationships/tags" Target="../tags/tag361.xml"/><Relationship Id="rId6" Type="http://schemas.openxmlformats.org/officeDocument/2006/relationships/tags" Target="../tags/tag360.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tags" Target="../tags/tag356.xml"/><Relationship Id="rId13" Type="http://schemas.openxmlformats.org/officeDocument/2006/relationships/slideLayout" Target="../slideLayouts/slideLayout17.xml"/><Relationship Id="rId12" Type="http://schemas.openxmlformats.org/officeDocument/2006/relationships/tags" Target="../tags/tag366.xml"/><Relationship Id="rId11" Type="http://schemas.openxmlformats.org/officeDocument/2006/relationships/tags" Target="../tags/tag365.xml"/><Relationship Id="rId10" Type="http://schemas.openxmlformats.org/officeDocument/2006/relationships/tags" Target="../tags/tag364.xml"/><Relationship Id="rId1" Type="http://schemas.openxmlformats.org/officeDocument/2006/relationships/tags" Target="../tags/tag355.xml"/></Relationships>
</file>

<file path=ppt/slides/_rels/slide27.xml.rels><?xml version="1.0" encoding="UTF-8" standalone="yes"?>
<Relationships xmlns="http://schemas.openxmlformats.org/package/2006/relationships"><Relationship Id="rId9" Type="http://schemas.openxmlformats.org/officeDocument/2006/relationships/tags" Target="../tags/tag375.xml"/><Relationship Id="rId8" Type="http://schemas.openxmlformats.org/officeDocument/2006/relationships/tags" Target="../tags/tag374.xml"/><Relationship Id="rId7" Type="http://schemas.openxmlformats.org/officeDocument/2006/relationships/tags" Target="../tags/tag373.xml"/><Relationship Id="rId6" Type="http://schemas.openxmlformats.org/officeDocument/2006/relationships/tags" Target="../tags/tag372.xml"/><Relationship Id="rId5" Type="http://schemas.openxmlformats.org/officeDocument/2006/relationships/tags" Target="../tags/tag371.xml"/><Relationship Id="rId4" Type="http://schemas.openxmlformats.org/officeDocument/2006/relationships/tags" Target="../tags/tag370.xml"/><Relationship Id="rId3" Type="http://schemas.openxmlformats.org/officeDocument/2006/relationships/tags" Target="../tags/tag369.xml"/><Relationship Id="rId2" Type="http://schemas.openxmlformats.org/officeDocument/2006/relationships/tags" Target="../tags/tag368.xml"/><Relationship Id="rId13" Type="http://schemas.openxmlformats.org/officeDocument/2006/relationships/slideLayout" Target="../slideLayouts/slideLayout17.xml"/><Relationship Id="rId12" Type="http://schemas.openxmlformats.org/officeDocument/2006/relationships/tags" Target="../tags/tag378.xml"/><Relationship Id="rId11" Type="http://schemas.openxmlformats.org/officeDocument/2006/relationships/tags" Target="../tags/tag377.xml"/><Relationship Id="rId10" Type="http://schemas.openxmlformats.org/officeDocument/2006/relationships/tags" Target="../tags/tag376.xml"/><Relationship Id="rId1" Type="http://schemas.openxmlformats.org/officeDocument/2006/relationships/tags" Target="../tags/tag367.xml"/></Relationships>
</file>

<file path=ppt/slides/_rels/slide28.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2" Type="http://schemas.openxmlformats.org/officeDocument/2006/relationships/slideLayout" Target="../slideLayouts/slideLayout17.xml"/><Relationship Id="rId11" Type="http://schemas.openxmlformats.org/officeDocument/2006/relationships/tags" Target="../tags/tag389.xml"/><Relationship Id="rId10" Type="http://schemas.openxmlformats.org/officeDocument/2006/relationships/tags" Target="../tags/tag388.xml"/><Relationship Id="rId1" Type="http://schemas.openxmlformats.org/officeDocument/2006/relationships/tags" Target="../tags/tag379.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96.xml"/><Relationship Id="rId6" Type="http://schemas.openxmlformats.org/officeDocument/2006/relationships/tags" Target="../tags/tag395.xml"/><Relationship Id="rId5" Type="http://schemas.openxmlformats.org/officeDocument/2006/relationships/tags" Target="../tags/tag394.xml"/><Relationship Id="rId4" Type="http://schemas.openxmlformats.org/officeDocument/2006/relationships/tags" Target="../tags/tag393.xml"/><Relationship Id="rId3" Type="http://schemas.openxmlformats.org/officeDocument/2006/relationships/tags" Target="../tags/tag392.xml"/><Relationship Id="rId2" Type="http://schemas.openxmlformats.org/officeDocument/2006/relationships/tags" Target="../tags/tag391.xml"/><Relationship Id="rId1" Type="http://schemas.openxmlformats.org/officeDocument/2006/relationships/tags" Target="../tags/tag390.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tags" Target="../tags/tag404.xml"/></Relationships>
</file>

<file path=ppt/slides/_rels/slide32.xml.rels><?xml version="1.0" encoding="UTF-8" standalone="yes"?>
<Relationships xmlns="http://schemas.openxmlformats.org/package/2006/relationships"><Relationship Id="rId9" Type="http://schemas.openxmlformats.org/officeDocument/2006/relationships/tags" Target="../tags/tag418.xml"/><Relationship Id="rId8" Type="http://schemas.openxmlformats.org/officeDocument/2006/relationships/tags" Target="../tags/tag417.xml"/><Relationship Id="rId7" Type="http://schemas.openxmlformats.org/officeDocument/2006/relationships/tags" Target="../tags/tag416.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 Id="rId3" Type="http://schemas.openxmlformats.org/officeDocument/2006/relationships/tags" Target="../tags/tag412.xml"/><Relationship Id="rId2" Type="http://schemas.openxmlformats.org/officeDocument/2006/relationships/tags" Target="../tags/tag411.xml"/><Relationship Id="rId13" Type="http://schemas.openxmlformats.org/officeDocument/2006/relationships/slideLayout" Target="../slideLayouts/slideLayout17.xml"/><Relationship Id="rId12" Type="http://schemas.openxmlformats.org/officeDocument/2006/relationships/tags" Target="../tags/tag421.xml"/><Relationship Id="rId11" Type="http://schemas.openxmlformats.org/officeDocument/2006/relationships/tags" Target="../tags/tag420.xml"/><Relationship Id="rId10" Type="http://schemas.openxmlformats.org/officeDocument/2006/relationships/tags" Target="../tags/tag419.xml"/><Relationship Id="rId1" Type="http://schemas.openxmlformats.org/officeDocument/2006/relationships/tags" Target="../tags/tag410.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8.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s>
</file>

<file path=ppt/slides/_rels/slide34.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image" Target="../media/image2.emf"/><Relationship Id="rId7" Type="http://schemas.openxmlformats.org/officeDocument/2006/relationships/tags" Target="../tags/tag435.xml"/><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1" Type="http://schemas.openxmlformats.org/officeDocument/2006/relationships/slideLayout" Target="../slideLayouts/slideLayout17.xml"/><Relationship Id="rId10" Type="http://schemas.openxmlformats.org/officeDocument/2006/relationships/tags" Target="../tags/tag437.xml"/><Relationship Id="rId1" Type="http://schemas.openxmlformats.org/officeDocument/2006/relationships/tags" Target="../tags/tag429.xml"/></Relationships>
</file>

<file path=ppt/slides/_rels/slide35.xml.rels><?xml version="1.0" encoding="UTF-8" standalone="yes"?>
<Relationships xmlns="http://schemas.openxmlformats.org/package/2006/relationships"><Relationship Id="rId9" Type="http://schemas.openxmlformats.org/officeDocument/2006/relationships/tags" Target="../tags/tag446.xml"/><Relationship Id="rId8" Type="http://schemas.openxmlformats.org/officeDocument/2006/relationships/tags" Target="../tags/tag445.xml"/><Relationship Id="rId7" Type="http://schemas.openxmlformats.org/officeDocument/2006/relationships/tags" Target="../tags/tag444.xml"/><Relationship Id="rId6" Type="http://schemas.openxmlformats.org/officeDocument/2006/relationships/tags" Target="../tags/tag443.xml"/><Relationship Id="rId5" Type="http://schemas.openxmlformats.org/officeDocument/2006/relationships/tags" Target="../tags/tag442.xml"/><Relationship Id="rId4" Type="http://schemas.openxmlformats.org/officeDocument/2006/relationships/tags" Target="../tags/tag441.xml"/><Relationship Id="rId3" Type="http://schemas.openxmlformats.org/officeDocument/2006/relationships/tags" Target="../tags/tag440.xml"/><Relationship Id="rId2" Type="http://schemas.openxmlformats.org/officeDocument/2006/relationships/tags" Target="../tags/tag439.xml"/><Relationship Id="rId13" Type="http://schemas.openxmlformats.org/officeDocument/2006/relationships/slideLayout" Target="../slideLayouts/slideLayout17.xml"/><Relationship Id="rId12" Type="http://schemas.openxmlformats.org/officeDocument/2006/relationships/tags" Target="../tags/tag449.xml"/><Relationship Id="rId11" Type="http://schemas.openxmlformats.org/officeDocument/2006/relationships/tags" Target="../tags/tag448.xml"/><Relationship Id="rId10" Type="http://schemas.openxmlformats.org/officeDocument/2006/relationships/tags" Target="../tags/tag447.xml"/><Relationship Id="rId1" Type="http://schemas.openxmlformats.org/officeDocument/2006/relationships/tags" Target="../tags/tag438.xml"/></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55.xml"/><Relationship Id="rId5" Type="http://schemas.openxmlformats.org/officeDocument/2006/relationships/tags" Target="../tags/tag454.xml"/><Relationship Id="rId4" Type="http://schemas.openxmlformats.org/officeDocument/2006/relationships/tags" Target="../tags/tag453.xml"/><Relationship Id="rId3" Type="http://schemas.openxmlformats.org/officeDocument/2006/relationships/tags" Target="../tags/tag452.xml"/><Relationship Id="rId2" Type="http://schemas.openxmlformats.org/officeDocument/2006/relationships/tags" Target="../tags/tag451.xml"/><Relationship Id="rId1" Type="http://schemas.openxmlformats.org/officeDocument/2006/relationships/tags" Target="../tags/tag450.xml"/></Relationships>
</file>

<file path=ppt/slides/_rels/slide37.xml.rels><?xml version="1.0" encoding="UTF-8" standalone="yes"?>
<Relationships xmlns="http://schemas.openxmlformats.org/package/2006/relationships"><Relationship Id="rId9" Type="http://schemas.openxmlformats.org/officeDocument/2006/relationships/image" Target="../media/image3.emf"/><Relationship Id="rId8" Type="http://schemas.openxmlformats.org/officeDocument/2006/relationships/tags" Target="../tags/tag463.xml"/><Relationship Id="rId7" Type="http://schemas.openxmlformats.org/officeDocument/2006/relationships/tags" Target="../tags/tag462.xml"/><Relationship Id="rId6" Type="http://schemas.openxmlformats.org/officeDocument/2006/relationships/tags" Target="../tags/tag461.xml"/><Relationship Id="rId5" Type="http://schemas.openxmlformats.org/officeDocument/2006/relationships/tags" Target="../tags/tag460.xml"/><Relationship Id="rId4" Type="http://schemas.openxmlformats.org/officeDocument/2006/relationships/tags" Target="../tags/tag459.xml"/><Relationship Id="rId3" Type="http://schemas.openxmlformats.org/officeDocument/2006/relationships/tags" Target="../tags/tag458.xml"/><Relationship Id="rId2" Type="http://schemas.openxmlformats.org/officeDocument/2006/relationships/tags" Target="../tags/tag457.xml"/><Relationship Id="rId11" Type="http://schemas.openxmlformats.org/officeDocument/2006/relationships/slideLayout" Target="../slideLayouts/slideLayout17.xml"/><Relationship Id="rId10" Type="http://schemas.openxmlformats.org/officeDocument/2006/relationships/tags" Target="../tags/tag464.xml"/><Relationship Id="rId1" Type="http://schemas.openxmlformats.org/officeDocument/2006/relationships/tags" Target="../tags/tag456.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1.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tags" Target="../tags/tag468.xml"/><Relationship Id="rId3" Type="http://schemas.openxmlformats.org/officeDocument/2006/relationships/tags" Target="../tags/tag467.xml"/><Relationship Id="rId2" Type="http://schemas.openxmlformats.org/officeDocument/2006/relationships/tags" Target="../tags/tag466.xml"/><Relationship Id="rId1" Type="http://schemas.openxmlformats.org/officeDocument/2006/relationships/tags" Target="../tags/tag465.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 Type="http://schemas.openxmlformats.org/officeDocument/2006/relationships/tags" Target="../tags/tag473.xml"/><Relationship Id="rId1" Type="http://schemas.openxmlformats.org/officeDocument/2006/relationships/tags" Target="../tags/tag472.xml"/></Relationships>
</file>

<file path=ppt/slides/_rels/slide40.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tags" Target="../tags/tag486.xml"/><Relationship Id="rId7" Type="http://schemas.openxmlformats.org/officeDocument/2006/relationships/tags" Target="../tags/tag485.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5" Type="http://schemas.openxmlformats.org/officeDocument/2006/relationships/slideLayout" Target="../slideLayouts/slideLayout17.xml"/><Relationship Id="rId14" Type="http://schemas.openxmlformats.org/officeDocument/2006/relationships/tags" Target="../tags/tag492.xml"/><Relationship Id="rId13" Type="http://schemas.openxmlformats.org/officeDocument/2006/relationships/tags" Target="../tags/tag491.xml"/><Relationship Id="rId12" Type="http://schemas.openxmlformats.org/officeDocument/2006/relationships/tags" Target="../tags/tag490.xml"/><Relationship Id="rId11" Type="http://schemas.openxmlformats.org/officeDocument/2006/relationships/tags" Target="../tags/tag489.xml"/><Relationship Id="rId10" Type="http://schemas.openxmlformats.org/officeDocument/2006/relationships/tags" Target="../tags/tag488.xml"/><Relationship Id="rId1" Type="http://schemas.openxmlformats.org/officeDocument/2006/relationships/tags" Target="../tags/tag479.xml"/></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98.xml"/><Relationship Id="rId5" Type="http://schemas.openxmlformats.org/officeDocument/2006/relationships/tags" Target="../tags/tag497.xml"/><Relationship Id="rId4" Type="http://schemas.openxmlformats.org/officeDocument/2006/relationships/tags" Target="../tags/tag496.xml"/><Relationship Id="rId3" Type="http://schemas.openxmlformats.org/officeDocument/2006/relationships/tags" Target="../tags/tag495.xml"/><Relationship Id="rId2" Type="http://schemas.openxmlformats.org/officeDocument/2006/relationships/tags" Target="../tags/tag494.xml"/><Relationship Id="rId1" Type="http://schemas.openxmlformats.org/officeDocument/2006/relationships/tags" Target="../tags/tag493.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04.xml"/><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 Type="http://schemas.openxmlformats.org/officeDocument/2006/relationships/tags" Target="../tags/tag499.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1.xml"/><Relationship Id="rId6" Type="http://schemas.openxmlformats.org/officeDocument/2006/relationships/tags" Target="../tags/tag510.xml"/><Relationship Id="rId5" Type="http://schemas.openxmlformats.org/officeDocument/2006/relationships/tags" Target="../tags/tag509.xml"/><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 Type="http://schemas.openxmlformats.org/officeDocument/2006/relationships/tags" Target="../tags/tag505.xml"/></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8.xml"/><Relationship Id="rId6" Type="http://schemas.openxmlformats.org/officeDocument/2006/relationships/tags" Target="../tags/tag517.xml"/><Relationship Id="rId5" Type="http://schemas.openxmlformats.org/officeDocument/2006/relationships/tags" Target="../tags/tag516.xml"/><Relationship Id="rId4" Type="http://schemas.openxmlformats.org/officeDocument/2006/relationships/tags" Target="../tags/tag515.xml"/><Relationship Id="rId3" Type="http://schemas.openxmlformats.org/officeDocument/2006/relationships/tags" Target="../tags/tag514.xml"/><Relationship Id="rId2" Type="http://schemas.openxmlformats.org/officeDocument/2006/relationships/tags" Target="../tags/tag513.xml"/><Relationship Id="rId1" Type="http://schemas.openxmlformats.org/officeDocument/2006/relationships/tags" Target="../tags/tag512.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25.xml"/><Relationship Id="rId6" Type="http://schemas.openxmlformats.org/officeDocument/2006/relationships/tags" Target="../tags/tag524.xml"/><Relationship Id="rId5" Type="http://schemas.openxmlformats.org/officeDocument/2006/relationships/tags" Target="../tags/tag523.xml"/><Relationship Id="rId4" Type="http://schemas.openxmlformats.org/officeDocument/2006/relationships/tags" Target="../tags/tag522.xml"/><Relationship Id="rId3" Type="http://schemas.openxmlformats.org/officeDocument/2006/relationships/tags" Target="../tags/tag521.xml"/><Relationship Id="rId2" Type="http://schemas.openxmlformats.org/officeDocument/2006/relationships/tags" Target="../tags/tag520.xml"/><Relationship Id="rId1" Type="http://schemas.openxmlformats.org/officeDocument/2006/relationships/tags" Target="../tags/tag519.xml"/></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31.xml"/><Relationship Id="rId5" Type="http://schemas.openxmlformats.org/officeDocument/2006/relationships/tags" Target="../tags/tag530.xml"/><Relationship Id="rId4" Type="http://schemas.openxmlformats.org/officeDocument/2006/relationships/tags" Target="../tags/tag529.xml"/><Relationship Id="rId3" Type="http://schemas.openxmlformats.org/officeDocument/2006/relationships/tags" Target="../tags/tag528.xml"/><Relationship Id="rId2" Type="http://schemas.openxmlformats.org/officeDocument/2006/relationships/tags" Target="../tags/tag527.xml"/><Relationship Id="rId1" Type="http://schemas.openxmlformats.org/officeDocument/2006/relationships/tags" Target="../tags/tag526.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38.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44.xml"/><Relationship Id="rId5" Type="http://schemas.openxmlformats.org/officeDocument/2006/relationships/tags" Target="../tags/tag543.xml"/><Relationship Id="rId4" Type="http://schemas.openxmlformats.org/officeDocument/2006/relationships/tags" Target="../tags/tag542.xml"/><Relationship Id="rId3" Type="http://schemas.openxmlformats.org/officeDocument/2006/relationships/tags" Target="../tags/tag541.xml"/><Relationship Id="rId2" Type="http://schemas.openxmlformats.org/officeDocument/2006/relationships/tags" Target="../tags/tag540.xml"/><Relationship Id="rId1" Type="http://schemas.openxmlformats.org/officeDocument/2006/relationships/tags" Target="../tags/tag539.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51.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58.xml"/><Relationship Id="rId6" Type="http://schemas.openxmlformats.org/officeDocument/2006/relationships/tags" Target="../tags/tag557.xml"/><Relationship Id="rId5" Type="http://schemas.openxmlformats.org/officeDocument/2006/relationships/tags" Target="../tags/tag556.xml"/><Relationship Id="rId4" Type="http://schemas.openxmlformats.org/officeDocument/2006/relationships/tags" Target="../tags/tag555.xml"/><Relationship Id="rId3" Type="http://schemas.openxmlformats.org/officeDocument/2006/relationships/tags" Target="../tags/tag554.xml"/><Relationship Id="rId2" Type="http://schemas.openxmlformats.org/officeDocument/2006/relationships/tags" Target="../tags/tag553.xml"/><Relationship Id="rId1" Type="http://schemas.openxmlformats.org/officeDocument/2006/relationships/tags" Target="../tags/tag552.xml"/></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64.xml"/><Relationship Id="rId5" Type="http://schemas.openxmlformats.org/officeDocument/2006/relationships/tags" Target="../tags/tag563.xml"/><Relationship Id="rId4" Type="http://schemas.openxmlformats.org/officeDocument/2006/relationships/tags" Target="../tags/tag562.xml"/><Relationship Id="rId3" Type="http://schemas.openxmlformats.org/officeDocument/2006/relationships/tags" Target="../tags/tag561.xml"/><Relationship Id="rId2" Type="http://schemas.openxmlformats.org/officeDocument/2006/relationships/tags" Target="../tags/tag560.xml"/><Relationship Id="rId1" Type="http://schemas.openxmlformats.org/officeDocument/2006/relationships/tags" Target="../tags/tag559.xml"/></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76.xml"/><Relationship Id="rId5" Type="http://schemas.openxmlformats.org/officeDocument/2006/relationships/tags" Target="../tags/tag575.xml"/><Relationship Id="rId4" Type="http://schemas.openxmlformats.org/officeDocument/2006/relationships/tags" Target="../tags/tag574.xml"/><Relationship Id="rId3" Type="http://schemas.openxmlformats.org/officeDocument/2006/relationships/tags" Target="../tags/tag573.xml"/><Relationship Id="rId2" Type="http://schemas.openxmlformats.org/officeDocument/2006/relationships/tags" Target="../tags/tag572.xml"/><Relationship Id="rId1" Type="http://schemas.openxmlformats.org/officeDocument/2006/relationships/tags" Target="../tags/tag571.xml"/></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82.xml"/><Relationship Id="rId5" Type="http://schemas.openxmlformats.org/officeDocument/2006/relationships/tags" Target="../tags/tag581.xml"/><Relationship Id="rId4" Type="http://schemas.openxmlformats.org/officeDocument/2006/relationships/tags" Target="../tags/tag580.xml"/><Relationship Id="rId3" Type="http://schemas.openxmlformats.org/officeDocument/2006/relationships/tags" Target="../tags/tag579.xml"/><Relationship Id="rId2" Type="http://schemas.openxmlformats.org/officeDocument/2006/relationships/tags" Target="../tags/tag578.xml"/><Relationship Id="rId1" Type="http://schemas.openxmlformats.org/officeDocument/2006/relationships/tags" Target="../tags/tag577.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88.xml"/><Relationship Id="rId5" Type="http://schemas.openxmlformats.org/officeDocument/2006/relationships/tags" Target="../tags/tag587.xml"/><Relationship Id="rId4" Type="http://schemas.openxmlformats.org/officeDocument/2006/relationships/tags" Target="../tags/tag586.xml"/><Relationship Id="rId3" Type="http://schemas.openxmlformats.org/officeDocument/2006/relationships/tags" Target="../tags/tag585.xml"/><Relationship Id="rId2" Type="http://schemas.openxmlformats.org/officeDocument/2006/relationships/tags" Target="../tags/tag584.xml"/><Relationship Id="rId1" Type="http://schemas.openxmlformats.org/officeDocument/2006/relationships/tags" Target="../tags/tag583.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95.xml"/><Relationship Id="rId6" Type="http://schemas.openxmlformats.org/officeDocument/2006/relationships/tags" Target="../tags/tag594.xml"/><Relationship Id="rId5" Type="http://schemas.openxmlformats.org/officeDocument/2006/relationships/tags" Target="../tags/tag593.xml"/><Relationship Id="rId4" Type="http://schemas.openxmlformats.org/officeDocument/2006/relationships/tags" Target="../tags/tag592.xml"/><Relationship Id="rId3" Type="http://schemas.openxmlformats.org/officeDocument/2006/relationships/tags" Target="../tags/tag591.xml"/><Relationship Id="rId2" Type="http://schemas.openxmlformats.org/officeDocument/2006/relationships/tags" Target="../tags/tag590.xml"/><Relationship Id="rId1" Type="http://schemas.openxmlformats.org/officeDocument/2006/relationships/tags" Target="../tags/tag589.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01.xml"/><Relationship Id="rId5" Type="http://schemas.openxmlformats.org/officeDocument/2006/relationships/tags" Target="../tags/tag600.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 Type="http://schemas.openxmlformats.org/officeDocument/2006/relationships/tags" Target="../tags/tag596.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08.xml"/><Relationship Id="rId6" Type="http://schemas.openxmlformats.org/officeDocument/2006/relationships/tags" Target="../tags/tag607.xml"/><Relationship Id="rId5" Type="http://schemas.openxmlformats.org/officeDocument/2006/relationships/tags" Target="../tags/tag606.xml"/><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 Type="http://schemas.openxmlformats.org/officeDocument/2006/relationships/tags" Target="../tags/tag602.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14.xml"/><Relationship Id="rId5" Type="http://schemas.openxmlformats.org/officeDocument/2006/relationships/tags" Target="../tags/tag613.xml"/><Relationship Id="rId4" Type="http://schemas.openxmlformats.org/officeDocument/2006/relationships/tags" Target="../tags/tag612.xml"/><Relationship Id="rId3" Type="http://schemas.openxmlformats.org/officeDocument/2006/relationships/tags" Target="../tags/tag611.xml"/><Relationship Id="rId2" Type="http://schemas.openxmlformats.org/officeDocument/2006/relationships/tags" Target="../tags/tag610.xml"/><Relationship Id="rId1" Type="http://schemas.openxmlformats.org/officeDocument/2006/relationships/tags" Target="../tags/tag609.xml"/></Relationships>
</file>

<file path=ppt/slides/_rels/slide6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21.xml"/><Relationship Id="rId6" Type="http://schemas.openxmlformats.org/officeDocument/2006/relationships/tags" Target="../tags/tag620.xml"/><Relationship Id="rId5" Type="http://schemas.openxmlformats.org/officeDocument/2006/relationships/tags" Target="../tags/tag619.xml"/><Relationship Id="rId4" Type="http://schemas.openxmlformats.org/officeDocument/2006/relationships/tags" Target="../tags/tag618.xml"/><Relationship Id="rId3" Type="http://schemas.openxmlformats.org/officeDocument/2006/relationships/tags" Target="../tags/tag617.xml"/><Relationship Id="rId2" Type="http://schemas.openxmlformats.org/officeDocument/2006/relationships/tags" Target="../tags/tag616.xml"/><Relationship Id="rId1" Type="http://schemas.openxmlformats.org/officeDocument/2006/relationships/tags" Target="../tags/tag615.xml"/></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28.xml"/><Relationship Id="rId6" Type="http://schemas.openxmlformats.org/officeDocument/2006/relationships/tags" Target="../tags/tag627.xml"/><Relationship Id="rId5" Type="http://schemas.openxmlformats.org/officeDocument/2006/relationships/tags" Target="../tags/tag626.xml"/><Relationship Id="rId4" Type="http://schemas.openxmlformats.org/officeDocument/2006/relationships/tags" Target="../tags/tag625.xml"/><Relationship Id="rId3" Type="http://schemas.openxmlformats.org/officeDocument/2006/relationships/tags" Target="../tags/tag624.xml"/><Relationship Id="rId2" Type="http://schemas.openxmlformats.org/officeDocument/2006/relationships/tags" Target="../tags/tag623.xml"/><Relationship Id="rId1" Type="http://schemas.openxmlformats.org/officeDocument/2006/relationships/tags" Target="../tags/tag622.xml"/></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35.xml"/><Relationship Id="rId6" Type="http://schemas.openxmlformats.org/officeDocument/2006/relationships/tags" Target="../tags/tag634.xml"/><Relationship Id="rId5" Type="http://schemas.openxmlformats.org/officeDocument/2006/relationships/tags" Target="../tags/tag633.xml"/><Relationship Id="rId4" Type="http://schemas.openxmlformats.org/officeDocument/2006/relationships/tags" Target="../tags/tag632.xml"/><Relationship Id="rId3" Type="http://schemas.openxmlformats.org/officeDocument/2006/relationships/tags" Target="../tags/tag631.xml"/><Relationship Id="rId2" Type="http://schemas.openxmlformats.org/officeDocument/2006/relationships/tags" Target="../tags/tag630.xml"/><Relationship Id="rId1" Type="http://schemas.openxmlformats.org/officeDocument/2006/relationships/tags" Target="../tags/tag629.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42.xml"/><Relationship Id="rId6" Type="http://schemas.openxmlformats.org/officeDocument/2006/relationships/tags" Target="../tags/tag641.xml"/><Relationship Id="rId5" Type="http://schemas.openxmlformats.org/officeDocument/2006/relationships/tags" Target="../tags/tag640.xml"/><Relationship Id="rId4" Type="http://schemas.openxmlformats.org/officeDocument/2006/relationships/tags" Target="../tags/tag639.xml"/><Relationship Id="rId3" Type="http://schemas.openxmlformats.org/officeDocument/2006/relationships/tags" Target="../tags/tag638.xml"/><Relationship Id="rId2" Type="http://schemas.openxmlformats.org/officeDocument/2006/relationships/tags" Target="../tags/tag637.xml"/><Relationship Id="rId1" Type="http://schemas.openxmlformats.org/officeDocument/2006/relationships/tags" Target="../tags/tag636.xml"/></Relationships>
</file>

<file path=ppt/slides/_rels/slide6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48.xml"/><Relationship Id="rId5" Type="http://schemas.openxmlformats.org/officeDocument/2006/relationships/tags" Target="../tags/tag647.xml"/><Relationship Id="rId4" Type="http://schemas.openxmlformats.org/officeDocument/2006/relationships/tags" Target="../tags/tag646.xml"/><Relationship Id="rId3" Type="http://schemas.openxmlformats.org/officeDocument/2006/relationships/tags" Target="../tags/tag645.xml"/><Relationship Id="rId2" Type="http://schemas.openxmlformats.org/officeDocument/2006/relationships/tags" Target="../tags/tag644.xml"/><Relationship Id="rId1" Type="http://schemas.openxmlformats.org/officeDocument/2006/relationships/tags" Target="../tags/tag643.xml"/></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54.xml"/><Relationship Id="rId5" Type="http://schemas.openxmlformats.org/officeDocument/2006/relationships/tags" Target="../tags/tag653.xml"/><Relationship Id="rId4" Type="http://schemas.openxmlformats.org/officeDocument/2006/relationships/tags" Target="../tags/tag652.xml"/><Relationship Id="rId3" Type="http://schemas.openxmlformats.org/officeDocument/2006/relationships/tags" Target="../tags/tag651.xml"/><Relationship Id="rId2" Type="http://schemas.openxmlformats.org/officeDocument/2006/relationships/tags" Target="../tags/tag650.xml"/><Relationship Id="rId1" Type="http://schemas.openxmlformats.org/officeDocument/2006/relationships/tags" Target="../tags/tag649.xml"/></Relationships>
</file>

<file path=ppt/slides/_rels/slide6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60.xml"/><Relationship Id="rId5" Type="http://schemas.openxmlformats.org/officeDocument/2006/relationships/tags" Target="../tags/tag659.xml"/><Relationship Id="rId4" Type="http://schemas.openxmlformats.org/officeDocument/2006/relationships/tags" Target="../tags/tag658.xml"/><Relationship Id="rId3" Type="http://schemas.openxmlformats.org/officeDocument/2006/relationships/tags" Target="../tags/tag657.xml"/><Relationship Id="rId2" Type="http://schemas.openxmlformats.org/officeDocument/2006/relationships/tags" Target="../tags/tag656.xml"/><Relationship Id="rId1" Type="http://schemas.openxmlformats.org/officeDocument/2006/relationships/tags" Target="../tags/tag655.xml"/></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67.xml"/><Relationship Id="rId6" Type="http://schemas.openxmlformats.org/officeDocument/2006/relationships/tags" Target="../tags/tag666.xml"/><Relationship Id="rId5" Type="http://schemas.openxmlformats.org/officeDocument/2006/relationships/tags" Target="../tags/tag665.xml"/><Relationship Id="rId4" Type="http://schemas.openxmlformats.org/officeDocument/2006/relationships/tags" Target="../tags/tag664.xml"/><Relationship Id="rId3" Type="http://schemas.openxmlformats.org/officeDocument/2006/relationships/tags" Target="../tags/tag663.xml"/><Relationship Id="rId2" Type="http://schemas.openxmlformats.org/officeDocument/2006/relationships/tags" Target="../tags/tag662.xml"/><Relationship Id="rId1" Type="http://schemas.openxmlformats.org/officeDocument/2006/relationships/tags" Target="../tags/tag661.xml"/></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73.xml"/><Relationship Id="rId5" Type="http://schemas.openxmlformats.org/officeDocument/2006/relationships/tags" Target="../tags/tag672.xml"/><Relationship Id="rId4" Type="http://schemas.openxmlformats.org/officeDocument/2006/relationships/tags" Target="../tags/tag671.xml"/><Relationship Id="rId3" Type="http://schemas.openxmlformats.org/officeDocument/2006/relationships/tags" Target="../tags/tag670.xml"/><Relationship Id="rId2" Type="http://schemas.openxmlformats.org/officeDocument/2006/relationships/tags" Target="../tags/tag669.xml"/><Relationship Id="rId1" Type="http://schemas.openxmlformats.org/officeDocument/2006/relationships/tags" Target="../tags/tag668.xml"/></Relationships>
</file>

<file path=ppt/slides/_rels/slide6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79.xml"/><Relationship Id="rId5" Type="http://schemas.openxmlformats.org/officeDocument/2006/relationships/tags" Target="../tags/tag678.xml"/><Relationship Id="rId4" Type="http://schemas.openxmlformats.org/officeDocument/2006/relationships/tags" Target="../tags/tag677.xml"/><Relationship Id="rId3" Type="http://schemas.openxmlformats.org/officeDocument/2006/relationships/tags" Target="../tags/tag676.xml"/><Relationship Id="rId2" Type="http://schemas.openxmlformats.org/officeDocument/2006/relationships/tags" Target="../tags/tag675.xml"/><Relationship Id="rId1" Type="http://schemas.openxmlformats.org/officeDocument/2006/relationships/tags" Target="../tags/tag674.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85.xml"/><Relationship Id="rId5" Type="http://schemas.openxmlformats.org/officeDocument/2006/relationships/tags" Target="../tags/tag684.xml"/><Relationship Id="rId4" Type="http://schemas.openxmlformats.org/officeDocument/2006/relationships/tags" Target="../tags/tag683.xml"/><Relationship Id="rId3" Type="http://schemas.openxmlformats.org/officeDocument/2006/relationships/tags" Target="../tags/tag682.xml"/><Relationship Id="rId2" Type="http://schemas.openxmlformats.org/officeDocument/2006/relationships/tags" Target="../tags/tag681.xml"/><Relationship Id="rId1" Type="http://schemas.openxmlformats.org/officeDocument/2006/relationships/tags" Target="../tags/tag680.xml"/></Relationships>
</file>

<file path=ppt/slides/_rels/slide7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92.xml"/><Relationship Id="rId6" Type="http://schemas.openxmlformats.org/officeDocument/2006/relationships/tags" Target="../tags/tag691.xml"/><Relationship Id="rId5" Type="http://schemas.openxmlformats.org/officeDocument/2006/relationships/tags" Target="../tags/tag690.xml"/><Relationship Id="rId4" Type="http://schemas.openxmlformats.org/officeDocument/2006/relationships/tags" Target="../tags/tag689.xml"/><Relationship Id="rId3" Type="http://schemas.openxmlformats.org/officeDocument/2006/relationships/tags" Target="../tags/tag688.xml"/><Relationship Id="rId2" Type="http://schemas.openxmlformats.org/officeDocument/2006/relationships/tags" Target="../tags/tag687.xml"/><Relationship Id="rId1" Type="http://schemas.openxmlformats.org/officeDocument/2006/relationships/tags" Target="../tags/tag686.xml"/></Relationships>
</file>

<file path=ppt/slides/_rels/slide7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99.xml"/><Relationship Id="rId6" Type="http://schemas.openxmlformats.org/officeDocument/2006/relationships/tags" Target="../tags/tag698.xml"/><Relationship Id="rId5" Type="http://schemas.openxmlformats.org/officeDocument/2006/relationships/tags" Target="../tags/tag697.xml"/><Relationship Id="rId4" Type="http://schemas.openxmlformats.org/officeDocument/2006/relationships/tags" Target="../tags/tag696.xml"/><Relationship Id="rId3" Type="http://schemas.openxmlformats.org/officeDocument/2006/relationships/tags" Target="../tags/tag695.xml"/><Relationship Id="rId2" Type="http://schemas.openxmlformats.org/officeDocument/2006/relationships/tags" Target="../tags/tag694.xml"/><Relationship Id="rId1" Type="http://schemas.openxmlformats.org/officeDocument/2006/relationships/tags" Target="../tags/tag693.xml"/></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06.xml"/><Relationship Id="rId6" Type="http://schemas.openxmlformats.org/officeDocument/2006/relationships/tags" Target="../tags/tag705.xml"/><Relationship Id="rId5" Type="http://schemas.openxmlformats.org/officeDocument/2006/relationships/tags" Target="../tags/tag704.xml"/><Relationship Id="rId4" Type="http://schemas.openxmlformats.org/officeDocument/2006/relationships/tags" Target="../tags/tag703.xml"/><Relationship Id="rId3" Type="http://schemas.openxmlformats.org/officeDocument/2006/relationships/tags" Target="../tags/tag702.xml"/><Relationship Id="rId2" Type="http://schemas.openxmlformats.org/officeDocument/2006/relationships/tags" Target="../tags/tag701.xml"/><Relationship Id="rId1" Type="http://schemas.openxmlformats.org/officeDocument/2006/relationships/tags" Target="../tags/tag700.xml"/></Relationships>
</file>

<file path=ppt/slides/_rels/slide7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13.xml"/><Relationship Id="rId6" Type="http://schemas.openxmlformats.org/officeDocument/2006/relationships/tags" Target="../tags/tag712.xml"/><Relationship Id="rId5" Type="http://schemas.openxmlformats.org/officeDocument/2006/relationships/tags" Target="../tags/tag711.xml"/><Relationship Id="rId4" Type="http://schemas.openxmlformats.org/officeDocument/2006/relationships/tags" Target="../tags/tag710.xml"/><Relationship Id="rId3" Type="http://schemas.openxmlformats.org/officeDocument/2006/relationships/tags" Target="../tags/tag709.xml"/><Relationship Id="rId2" Type="http://schemas.openxmlformats.org/officeDocument/2006/relationships/tags" Target="../tags/tag708.xml"/><Relationship Id="rId1" Type="http://schemas.openxmlformats.org/officeDocument/2006/relationships/tags" Target="../tags/tag707.xml"/></Relationships>
</file>

<file path=ppt/slides/_rels/slide7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19.xml"/><Relationship Id="rId5" Type="http://schemas.openxmlformats.org/officeDocument/2006/relationships/tags" Target="../tags/tag718.xml"/><Relationship Id="rId4" Type="http://schemas.openxmlformats.org/officeDocument/2006/relationships/tags" Target="../tags/tag717.xml"/><Relationship Id="rId3" Type="http://schemas.openxmlformats.org/officeDocument/2006/relationships/tags" Target="../tags/tag716.xml"/><Relationship Id="rId2" Type="http://schemas.openxmlformats.org/officeDocument/2006/relationships/tags" Target="../tags/tag715.xml"/><Relationship Id="rId1" Type="http://schemas.openxmlformats.org/officeDocument/2006/relationships/tags" Target="../tags/tag714.xml"/></Relationships>
</file>

<file path=ppt/slides/_rels/slide7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25.xml"/><Relationship Id="rId5" Type="http://schemas.openxmlformats.org/officeDocument/2006/relationships/tags" Target="../tags/tag724.xml"/><Relationship Id="rId4" Type="http://schemas.openxmlformats.org/officeDocument/2006/relationships/tags" Target="../tags/tag723.xml"/><Relationship Id="rId3" Type="http://schemas.openxmlformats.org/officeDocument/2006/relationships/tags" Target="../tags/tag722.xml"/><Relationship Id="rId2" Type="http://schemas.openxmlformats.org/officeDocument/2006/relationships/tags" Target="../tags/tag721.xml"/><Relationship Id="rId1" Type="http://schemas.openxmlformats.org/officeDocument/2006/relationships/tags" Target="../tags/tag720.xml"/></Relationships>
</file>

<file path=ppt/slides/_rels/slide7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31.xml"/><Relationship Id="rId5" Type="http://schemas.openxmlformats.org/officeDocument/2006/relationships/tags" Target="../tags/tag730.xml"/><Relationship Id="rId4" Type="http://schemas.openxmlformats.org/officeDocument/2006/relationships/tags" Target="../tags/tag729.xml"/><Relationship Id="rId3" Type="http://schemas.openxmlformats.org/officeDocument/2006/relationships/tags" Target="../tags/tag728.xml"/><Relationship Id="rId2" Type="http://schemas.openxmlformats.org/officeDocument/2006/relationships/tags" Target="../tags/tag727.xml"/><Relationship Id="rId1" Type="http://schemas.openxmlformats.org/officeDocument/2006/relationships/tags" Target="../tags/tag726.xml"/></Relationships>
</file>

<file path=ppt/slides/_rels/slide7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37.xml"/><Relationship Id="rId5" Type="http://schemas.openxmlformats.org/officeDocument/2006/relationships/tags" Target="../tags/tag736.xml"/><Relationship Id="rId4" Type="http://schemas.openxmlformats.org/officeDocument/2006/relationships/tags" Target="../tags/tag735.xml"/><Relationship Id="rId3" Type="http://schemas.openxmlformats.org/officeDocument/2006/relationships/tags" Target="../tags/tag734.xml"/><Relationship Id="rId2" Type="http://schemas.openxmlformats.org/officeDocument/2006/relationships/tags" Target="../tags/tag733.xml"/><Relationship Id="rId1" Type="http://schemas.openxmlformats.org/officeDocument/2006/relationships/tags" Target="../tags/tag732.xml"/></Relationships>
</file>

<file path=ppt/slides/_rels/slide7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43.xml"/><Relationship Id="rId5" Type="http://schemas.openxmlformats.org/officeDocument/2006/relationships/tags" Target="../tags/tag742.xml"/><Relationship Id="rId4" Type="http://schemas.openxmlformats.org/officeDocument/2006/relationships/tags" Target="../tags/tag741.xml"/><Relationship Id="rId3" Type="http://schemas.openxmlformats.org/officeDocument/2006/relationships/tags" Target="../tags/tag740.xml"/><Relationship Id="rId2" Type="http://schemas.openxmlformats.org/officeDocument/2006/relationships/tags" Target="../tags/tag739.xml"/><Relationship Id="rId1" Type="http://schemas.openxmlformats.org/officeDocument/2006/relationships/tags" Target="../tags/tag738.xml"/></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49.xml"/><Relationship Id="rId5" Type="http://schemas.openxmlformats.org/officeDocument/2006/relationships/tags" Target="../tags/tag748.xml"/><Relationship Id="rId4" Type="http://schemas.openxmlformats.org/officeDocument/2006/relationships/tags" Target="../tags/tag747.xml"/><Relationship Id="rId3" Type="http://schemas.openxmlformats.org/officeDocument/2006/relationships/tags" Target="../tags/tag746.xml"/><Relationship Id="rId2" Type="http://schemas.openxmlformats.org/officeDocument/2006/relationships/tags" Target="../tags/tag745.xml"/><Relationship Id="rId1" Type="http://schemas.openxmlformats.org/officeDocument/2006/relationships/tags" Target="../tags/tag744.xml"/></Relationships>
</file>

<file path=ppt/slides/_rels/slide8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55.xml"/><Relationship Id="rId5" Type="http://schemas.openxmlformats.org/officeDocument/2006/relationships/tags" Target="../tags/tag754.xml"/><Relationship Id="rId4" Type="http://schemas.openxmlformats.org/officeDocument/2006/relationships/tags" Target="../tags/tag753.xml"/><Relationship Id="rId3" Type="http://schemas.openxmlformats.org/officeDocument/2006/relationships/tags" Target="../tags/tag752.xml"/><Relationship Id="rId2" Type="http://schemas.openxmlformats.org/officeDocument/2006/relationships/tags" Target="../tags/tag751.xml"/><Relationship Id="rId1" Type="http://schemas.openxmlformats.org/officeDocument/2006/relationships/tags" Target="../tags/tag750.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757.xml"/><Relationship Id="rId1" Type="http://schemas.openxmlformats.org/officeDocument/2006/relationships/tags" Target="../tags/tag7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4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数据库设计与编程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727142" y="18078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信息技术工程人员在总结信息资源开发、管理和服务的各种手段时，认为最有效的是数据库技术。数据库设计问题从小型的单项事务处理系统到大型、复杂的信息系统都用先进的数据库技术保持系统数据的整体性、完整性和共享性。本章讨论数据库设计的方法和技术，内容涉及基于RDBMS的关系数据库设计问题，如数据库设计的基本步骤、运维、需求分析及概念结构设计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领域，通常把以数据库为基础的各种管理信息系统、办公自动化系统、地理信息系统、电子政务系统、电子商务系统等都称为数据库应用系统。广义地讲，数据库设计是数据库及其应用系统的设计，即设计整个数据库应用系统。狭义地讲，设计数据库就是设计数据库的各级模式并建立数据库。一个好的数据库结构是应用系统的基础。当然，设计一个好的数据库与设计一个好的数据库应用系统是密不可分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数据库设计是指对于一个给定的应用环境，构造（设计）优化的数据库逻辑模式和物理结构，并据此建立数据库及其应用系统，使其能够有效地存储和管理数据，满足各种用户的应用需求，包括信息管理要求和数据操作要求。信息管理要求是指在数据库中应该存储和管理哪些数据对象；数据操作要求是指对数据对象需要进行哪些操作，如查询、增、删、改、统计等操作。数据库设计的目标是为用户和各种应用系统提供一个信息基础设施和高效率的运行环境。</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数据库设计的特点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518731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数据库建设是指数据库应用系统从设计、实施到运行与维护的全过程。数据库建设和一般软件系统的设计、开发和运行与维护有许多相同之处，更有其自身的一些特点。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数据库建设的基本规律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三分技术，七分管理，十二分基础数据”是数据库设计的特点之一。数据库建设不仅涉及技术，还涉及管理。要设计好一个数据库应用系统，开发技术固然重要，但是相比之下，管理更加重要。这里的管理不仅包括数据库建设作为一个大型的工程项目本身的项目管理，还包括该企业（应用部门）的业务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企业的业务管理更加复杂，也更重要，对数据库结构的设计有直接影响。这是因为数据库结构（即数据库模式）是对企业中业务部门的数据以及各个业务部门之间数据联系的描述和抽象。业务部门数据以及各个业务部门之间数据的联系是和各个部门的职能、整个企业的管理模式密切相关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十二分基础数据则强调了数据的收集、管理、组织和不断更新是数据库建设中的重要环节。人们往往忽视基础数据在数据库建设中的地位和作用。基础数据的收集、入库是数据库建立初期工作量最大、最烦琐、最细致的工作。在以后数据库运行的过程中，更需要不断地把新的数据加入数据库中，使数据库成为一个“活库”，否则就成了“死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结构设计和行为设计</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457200" y="1721485"/>
            <a:ext cx="11276965" cy="2584450"/>
          </a:xfrm>
          <a:prstGeom prst="rect">
            <a:avLst/>
          </a:prstGeom>
          <a:noFill/>
        </p:spPr>
        <p:txBody>
          <a:bodyPr wrap="square" rtlCol="0" anchor="t">
            <a:spAutoFit/>
          </a:bodyPr>
          <a:p>
            <a:r>
              <a:rPr lang="zh-CN" altLang="en-US"/>
              <a:t>数据库设计应该和应用系统设计相结合。也就是说，在整个设计过程中，要把数据库结构设计和对数据的处理设计密切结合起来。这是数据库设计的第二个特点。</a:t>
            </a:r>
            <a:endParaRPr lang="zh-CN" altLang="en-US"/>
          </a:p>
          <a:p>
            <a:endParaRPr lang="zh-CN" altLang="en-US"/>
          </a:p>
          <a:p>
            <a:r>
              <a:rPr lang="zh-CN" altLang="en-US"/>
              <a:t>数据库设计有专门的技术和理论，因此需要专门讲解数据库设计。但这并不等于数据库设计和在数据库之上开发应用系统是相互分离的。相反，必须强调设计过程中数据库设计和应用程序设计的密切结合，并把它作为数据库设计的重要特点。</a:t>
            </a:r>
            <a:endParaRPr lang="zh-CN" altLang="en-US"/>
          </a:p>
          <a:p>
            <a:endParaRPr lang="zh-CN" altLang="en-US"/>
          </a:p>
          <a:p>
            <a:r>
              <a:rPr lang="zh-CN" altLang="en-US"/>
              <a:t>早期的数据库设计致力于数据模型和数据库建模方法的研究，着重于结构特性的设计，而忽视了行为设计对结构设计的影响，这种方法也是不完善的，应该强调在数据库设计中把结构特性和行为特性结合起来。</a:t>
            </a:r>
            <a:endParaRPr lang="zh-CN" altLang="en-US"/>
          </a:p>
        </p:txBody>
      </p:sp>
    </p:spTree>
    <p:custDataLst>
      <p:tags r:id="rId6"/>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数据库设计的方法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数据库设计是涉及多学科的综合性技术，要求从事数据库设计的专业人员具备多方面的技术和知识。主要包括：
</a:t>
            </a:r>
            <a:r>
              <a:rPr lang="zh-CN" altLang="en-US" sz="1800" spc="100" dirty="0">
                <a:ln w="3175">
                  <a:noFill/>
                  <a:prstDash val="dash"/>
                </a:ln>
                <a:solidFill>
                  <a:srgbClr val="FF0000"/>
                </a:solidFill>
                <a:uFillTx/>
                <a:latin typeface="华文行楷" panose="02010800040101010101" charset="-122"/>
                <a:ea typeface="华文行楷" panose="02010800040101010101" charset="-122"/>
                <a:cs typeface="华文行楷" panose="02010800040101010101" charset="-122"/>
              </a:rPr>
              <a:t>计算机科学与技术的基础知识。
软件工程的原理和方法。
程序设计的方法和技巧。
数据库的基本知识。
数据库设计技术。
应用领域的知识。</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这样才能设计出符合具体领域要求的数据库及其应用系统。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数据库设计的方法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2066290"/>
            <a:ext cx="11278235" cy="409765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计的质量往往与设计人员的经验与水平有直接的关系。数据库设计是一种技艺，缺乏科学理论和工程方法的支持，设计质量难以保证。常常是数据库运行一段时间后才不同程度地发现各种问题，需要进行修改甚至重新设计，增加了系统维护的代价。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为此，人们努力探索，提出了各种数据库设计方法，例如：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新奥尔良（New Orleans）方法。该方法把数据库设计分为若干阶段和步骤，并采用一些辅助手段实现每一个过程。该方法运用软件工程的思想，按一定的设计规程用工程化的方法设计数据库。新奥尔良方法属于规范设计法，从本质上看，仍然是手工设计方法，基本思想是过程迭代和逐步求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基于E-R模型的数据库设计方法。该方法用E-R模型设计数据库的概念模型，是数据库概念设计阶段广泛采用的方法。</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p:txBody>
      </p:sp>
    </p:spTree>
    <p:custDataLst>
      <p:tags r:id="rId7"/>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数据库设计的方法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52880"/>
            <a:ext cx="1127760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3NF（第三范式）的设计方法。该方法用关系数据理论为指导来设计数据库的逻辑模型，是设计关系数据库时在逻辑阶段可以采用的一种有效方法。</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ODL（Object Definition Language）方法。这是面向对象的数据库设计方法，该方法用面向对象的概念和术语来说明数据库结构。UUL可以描述面向对象数据库结构设计，还可以直接转换为面向对象的数据库。</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数据库工作者一直在研究和开发数据库设计工具。经过多年的努力，数据库设计工具已经实用化和产品化。例如，Designer 2000和PowerDesigner分别是ORACLE公司和SYBASE公司推出的数据库设计工具软件，这些工具软件可以辅助设计人员完成数据库设计过程中的很多任务，已经普遍地用于大型数据库设计中。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1.3 数据库设计的步骤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342220" y="1384284"/>
            <a:ext cx="11277678" cy="4229126"/>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按照规范设计的方法考虑数据库及其应用系统开发的全过程，将数据库设计分为以下6个阶段：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需求分析。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概念结构设计。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逻辑结构设计。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物理结构设计。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数据库实施。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数据库运行和维护。</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在数据库设计的过程中，需求分析和概念设计可以独立于任何数据库管理系统进行。逻辑设计和物理设计与选用的DBMS密切相关。</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如果所设计的数据库应用系统比较复杂，还应该考虑是否需要使用数据库设计工具以及选用何种工具，以提高数据库设计质量并减少设计工作量。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需求分析阶段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436630" y="1993888"/>
            <a:ext cx="731874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进行数据库设计首先必须准确了解与分析用户需求。需求分析是整个设计过程的基础，是最困难、最耗费时间的一步。作为“地基”的需求分析是否做得充分与准确，决定了在其上构建数据库大厦的速度与质量。需求分析做得不好，甚至会导致整个数据库设计返工重做。</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概念结构设计阶段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197" y="1993888"/>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概念结构设计是整个数据库设计的关键，通过对用户需求进行综合、归纳与抽象，形成一个独立于具体DBMS的概念模型。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逻辑结构设计阶段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90370" y="2403475"/>
            <a:ext cx="886904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逻辑结构设计是将概念结构转换为某个DBMS所支持的数据模型，并对其进行优化。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物理设计阶段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297940" y="2237740"/>
            <a:ext cx="967232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微软雅黑" panose="020B0503020204020204" charset="-122"/>
              </a:rPr>
              <a:t>物理设计是为逻辑数据模型选取最适合应用环境的物理结构（包括存储结构和存取方法）。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数据库实施阶段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197" y="1993888"/>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在数据库实施阶段，设计人员运用DBMS提供的数据库语言（如SQL）及其宿主语言，根据逻辑设计和物理设计的结果建立数据库、编制与调试应用程序、组织数据库，并进行试运行。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数据库运行和维护阶段</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237727"/>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数据库应用系统经过试运行后即可投入正式运行。在数据库系统运行过程中必须不断地对其进行评价、调整与修改。
设计一个完善的数据库应用系统是不可能一蹴而就的，往往需要上述6个阶段不断反复。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1.4 数据库设计中的各级模式</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066036"/>
            <a:ext cx="687233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按照4.1.3小节的设计过程，数据库设计的不同阶段形成数据库的各级模式，如图4-1所示。在需求分析阶段，综合各个用户的应用需求；在概念设计阶段，形成独立于机器特点、独立于各个DBMS产品的概念模式；在逻辑设计阶段，将E-R图转换成具体的数据库产品支持的数据模型（如关系模型），形成数据库逻辑模式，然后根据用户处理的要求、安全性的考虑，在基本表的基础上再建立必要的视图（View），形成数据的外模式；在物理设计阶段，根据DBMS特点和处理的需要进行物理存储，安排建立索引，形成数据库内模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数据库设计概述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1.4 数据库设计中的各级模式</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6cf1e315-13cc-11ee-a11c-ce39b16b3610.jpg6cf1e315-13cc-11ee-a11c-ce39b16b3610"/>
          <p:cNvPicPr>
            <a:picLocks noChangeAspect="1"/>
          </p:cNvPicPr>
          <p:nvPr>
            <p:custDataLst>
              <p:tags r:id="rId6"/>
            </p:custDataLst>
          </p:nvPr>
        </p:nvPicPr>
        <p:blipFill rotWithShape="1">
          <a:blip r:embed="rId7"/>
          <a:srcRect/>
          <a:stretch>
            <a:fillRect/>
          </a:stretch>
        </p:blipFill>
        <p:spPr>
          <a:xfrm>
            <a:off x="2718190" y="1676400"/>
            <a:ext cx="6755619" cy="3483793"/>
          </a:xfrm>
          <a:custGeom>
            <a:avLst/>
            <a:gdLst/>
            <a:ahLst/>
            <a:cxnLst>
              <a:cxn ang="3">
                <a:pos x="hc" y="t"/>
              </a:cxn>
              <a:cxn ang="cd2">
                <a:pos x="l" y="vc"/>
              </a:cxn>
              <a:cxn ang="cd4">
                <a:pos x="hc" y="b"/>
              </a:cxn>
              <a:cxn ang="0">
                <a:pos x="r" y="vc"/>
              </a:cxn>
            </a:cxnLst>
            <a:rect l="l" t="t" r="r" b="b"/>
            <a:pathLst>
              <a:path w="19200" h="7200">
                <a:moveTo>
                  <a:pt x="0" y="0"/>
                </a:moveTo>
                <a:lnTo>
                  <a:pt x="19200" y="0"/>
                </a:lnTo>
                <a:lnTo>
                  <a:pt x="19200" y="7200"/>
                </a:lnTo>
                <a:lnTo>
                  <a:pt x="0" y="7200"/>
                </a:lnTo>
                <a:lnTo>
                  <a:pt x="0" y="0"/>
                </a:lnTo>
                <a:close/>
              </a:path>
            </a:pathLst>
          </a:custGeom>
        </p:spPr>
      </p:pic>
      <p:sp>
        <p:nvSpPr>
          <p:cNvPr id="5" name="Title 6"/>
          <p:cNvSpPr txBox="1"/>
          <p:nvPr>
            <p:custDataLst>
              <p:tags r:id="rId8"/>
            </p:custDataLst>
          </p:nvPr>
        </p:nvSpPr>
        <p:spPr>
          <a:xfrm>
            <a:off x="1915383" y="5399485"/>
            <a:ext cx="8361232" cy="1154194"/>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图4-1 数据库的各级模式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下面以4.1.3小节的设计过程为主线，讨论数据库设计各个阶段的设计内容、设计方法和工具。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0" name="矩形 9"/>
          <p:cNvSpPr/>
          <p:nvPr>
            <p:custDataLst>
              <p:tags r:id="rId9"/>
            </p:custDataLst>
          </p:nvPr>
        </p:nvSpPr>
        <p:spPr>
          <a:xfrm>
            <a:off x="1450968" y="5159875"/>
            <a:ext cx="9290064" cy="23225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15">
              <a:solidFill>
                <a:schemeClr val="lt1"/>
              </a:solidFill>
              <a:latin typeface="微软雅黑" panose="020B0503020204020204" charset="-122"/>
              <a:ea typeface="微软雅黑" panose="020B0503020204020204" charset="-122"/>
            </a:endParaRPr>
          </a:p>
        </p:txBody>
      </p:sp>
    </p:spTree>
    <p:custDataLst>
      <p:tags r:id="rId10"/>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需求分析是设计数据库的起点，分析用户的要求，需求分析的结果是否准确地反映了用户的实际要求将直接影响后面各个阶段的设计，并影响设计结果是否合理和实用。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需求分析的任务</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7335"/>
            <a:ext cx="11277600" cy="462661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需求分析的任务是通过详细调查现实世界要处理的对象（组织、部门、企业等）充分了解原系统（手工系统或计算机系统）的工作概况，明确用户的各种需求，然后在此基础上确定新系统的功能。新系统必须充分考虑今后可能的扩充和改变，不能仅按当前应用需求来设计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调查的重点是“数据”和“处理”，通过调查、收集与分析获得用户对数据库的如下要求：
（1）信息要求。指用户需要从数据库中获得信息的内容与性质，由信息要求可以导出数据要求，即在数据库中需要存储哪些数据。
（2）处理要求。指用户要完成哪些处理功能，对处理的响应时间有什么要求，处理方式是批处理还是联机处理。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（3）安全性与完整性要求。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确定用户的最终需求是一件很困难的事，一方面，因为用户缺少计算机知识，所以往往不能准确地表达自己的需求，所提出的需求往往不断变化；另一方面，设计人员缺少用户的专业知识，不易理解用户的真正需求，甚至误解用户的需求。因此，设计人员必须不断深入地与用户交流才能逐步确定用户的实际需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需求分析的方法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grpSp>
        <p:nvGrpSpPr>
          <p:cNvPr id="14857" name="Group 14857"/>
          <p:cNvGrpSpPr/>
          <p:nvPr>
            <p:custDataLst>
              <p:tags r:id="rId6"/>
            </p:custDataLst>
          </p:nvPr>
        </p:nvGrpSpPr>
        <p:grpSpPr>
          <a:xfrm>
            <a:off x="1456578" y="1489468"/>
            <a:ext cx="3951548" cy="4134034"/>
            <a:chOff x="0" y="0"/>
            <a:chExt cx="5009165" cy="5240493"/>
          </a:xfrm>
        </p:grpSpPr>
        <p:sp>
          <p:nvSpPr>
            <p:cNvPr id="14855" name="Shape 14855"/>
            <p:cNvSpPr/>
            <p:nvPr>
              <p:custDataLst>
                <p:tags r:id="rId7"/>
              </p:custDataLst>
            </p:nvPr>
          </p:nvSpPr>
          <p:spPr>
            <a:xfrm flipH="1">
              <a:off x="0" y="0"/>
              <a:ext cx="5009166" cy="5240494"/>
            </a:xfrm>
            <a:custGeom>
              <a:avLst/>
              <a:gdLst/>
              <a:ahLst/>
              <a:cxnLst>
                <a:cxn ang="0">
                  <a:pos x="wd2" y="hd2"/>
                </a:cxn>
                <a:cxn ang="5400000">
                  <a:pos x="wd2" y="hd2"/>
                </a:cxn>
                <a:cxn ang="10800000">
                  <a:pos x="wd2" y="hd2"/>
                </a:cxn>
                <a:cxn ang="16200000">
                  <a:pos x="wd2" y="hd2"/>
                </a:cxn>
              </a:cxnLst>
              <a:rect l="0" t="0" r="r" b="b"/>
              <a:pathLst>
                <a:path w="21600" h="21600" extrusionOk="0">
                  <a:moveTo>
                    <a:pt x="11035" y="0"/>
                  </a:moveTo>
                  <a:lnTo>
                    <a:pt x="0" y="21600"/>
                  </a:lnTo>
                  <a:lnTo>
                    <a:pt x="21600" y="17462"/>
                  </a:lnTo>
                </a:path>
              </a:pathLst>
            </a:custGeom>
            <a:noFill/>
            <a:ln w="25400" cap="flat">
              <a:solidFill>
                <a:schemeClr val="lt1">
                  <a:lumMod val="75000"/>
                </a:schemeClr>
              </a:solidFill>
              <a:custDash>
                <a:ds d="200000" sp="200000"/>
              </a:custDash>
              <a:miter lim="400000"/>
            </a:ln>
            <a:effectLst/>
          </p:spPr>
          <p:txBody>
            <a:bodyPr wrap="square" lIns="47625" tIns="47625" rIns="47625" bIns="47625" numCol="1" anchor="ctr">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4856" name="Shape 14856"/>
            <p:cNvSpPr/>
            <p:nvPr>
              <p:custDataLst>
                <p:tags r:id="rId8"/>
              </p:custDataLst>
            </p:nvPr>
          </p:nvSpPr>
          <p:spPr>
            <a:xfrm flipH="1" flipV="1">
              <a:off x="628802" y="1839579"/>
              <a:ext cx="4374315" cy="3389096"/>
            </a:xfrm>
            <a:prstGeom prst="line">
              <a:avLst/>
            </a:prstGeom>
            <a:noFill/>
            <a:ln w="25400" cap="flat">
              <a:solidFill>
                <a:schemeClr val="lt1">
                  <a:lumMod val="75000"/>
                </a:schemeClr>
              </a:solidFill>
              <a:custDash>
                <a:ds d="200000" sp="200000"/>
              </a:custDash>
              <a:miter lim="400000"/>
              <a:headEnd type="oval" w="med" len="med"/>
            </a:ln>
            <a:effectLst/>
          </p:spPr>
          <p:txBody>
            <a:bodyPr wrap="square" lIns="47625" tIns="47625" rIns="47625" bIns="47625" numCol="1" anchor="ctr">
              <a:noAutofit/>
            </a:bodyPr>
            <a:p>
              <a:pPr defTabSz="457200"/>
              <a:endParaRPr sz="4690">
                <a:solidFill>
                  <a:srgbClr val="222222"/>
                </a:solidFill>
                <a:latin typeface="微软雅黑" panose="020B0503020204020204" charset="-122"/>
                <a:ea typeface="微软雅黑" panose="020B0503020204020204" charset="-122"/>
              </a:endParaRPr>
            </a:p>
          </p:txBody>
        </p:sp>
      </p:grpSp>
      <p:sp>
        <p:nvSpPr>
          <p:cNvPr id="14858" name="Shape 14858"/>
          <p:cNvSpPr/>
          <p:nvPr>
            <p:custDataLst>
              <p:tags r:id="rId9"/>
            </p:custDataLst>
          </p:nvPr>
        </p:nvSpPr>
        <p:spPr>
          <a:xfrm flipH="1">
            <a:off x="1462283" y="1500877"/>
            <a:ext cx="1903669" cy="3304887"/>
          </a:xfrm>
          <a:custGeom>
            <a:avLst/>
            <a:gdLst/>
            <a:ahLst/>
            <a:cxnLst>
              <a:cxn ang="0">
                <a:pos x="wd2" y="hd2"/>
              </a:cxn>
              <a:cxn ang="5400000">
                <a:pos x="wd2" y="hd2"/>
              </a:cxn>
              <a:cxn ang="10800000">
                <a:pos x="wd2" y="hd2"/>
              </a:cxn>
              <a:cxn ang="16200000">
                <a:pos x="wd2" y="hd2"/>
              </a:cxn>
            </a:cxnLst>
            <a:rect l="0" t="0" r="r" b="b"/>
            <a:pathLst>
              <a:path w="21558" h="21600" extrusionOk="0">
                <a:moveTo>
                  <a:pt x="0" y="0"/>
                </a:moveTo>
                <a:lnTo>
                  <a:pt x="0" y="16506"/>
                </a:lnTo>
                <a:lnTo>
                  <a:pt x="21558" y="21600"/>
                </a:lnTo>
                <a:cubicBezTo>
                  <a:pt x="21600" y="15221"/>
                  <a:pt x="17409" y="8834"/>
                  <a:pt x="8975" y="3966"/>
                </a:cubicBezTo>
                <a:cubicBezTo>
                  <a:pt x="6234" y="2384"/>
                  <a:pt x="3207" y="1065"/>
                  <a:pt x="0" y="0"/>
                </a:cubicBezTo>
                <a:close/>
              </a:path>
            </a:pathLst>
          </a:custGeom>
          <a:solidFill>
            <a:schemeClr val="accent5"/>
          </a:solidFill>
          <a:ln w="12700" cap="flat">
            <a:noFill/>
            <a:miter lim="400000"/>
          </a:ln>
          <a:effectLst/>
        </p:spPr>
        <p:txBody>
          <a:bodyPr wrap="square" lIns="0" tIns="0" rIns="0" bIns="0" numCol="1" anchor="t">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4859" name="Shape 14859"/>
          <p:cNvSpPr/>
          <p:nvPr>
            <p:custDataLst>
              <p:tags r:id="rId10"/>
            </p:custDataLst>
          </p:nvPr>
        </p:nvSpPr>
        <p:spPr>
          <a:xfrm flipH="1">
            <a:off x="2058579" y="2129015"/>
            <a:ext cx="1610009" cy="2795076"/>
          </a:xfrm>
          <a:custGeom>
            <a:avLst/>
            <a:gdLst/>
            <a:ahLst/>
            <a:cxnLst>
              <a:cxn ang="0">
                <a:pos x="wd2" y="hd2"/>
              </a:cxn>
              <a:cxn ang="5400000">
                <a:pos x="wd2" y="hd2"/>
              </a:cxn>
              <a:cxn ang="10800000">
                <a:pos x="wd2" y="hd2"/>
              </a:cxn>
              <a:cxn ang="16200000">
                <a:pos x="wd2" y="hd2"/>
              </a:cxn>
            </a:cxnLst>
            <a:rect l="0" t="0" r="r" b="b"/>
            <a:pathLst>
              <a:path w="21558" h="21600" extrusionOk="0">
                <a:moveTo>
                  <a:pt x="0" y="0"/>
                </a:moveTo>
                <a:lnTo>
                  <a:pt x="0" y="16506"/>
                </a:lnTo>
                <a:lnTo>
                  <a:pt x="21558" y="21600"/>
                </a:lnTo>
                <a:cubicBezTo>
                  <a:pt x="21600" y="15221"/>
                  <a:pt x="17409" y="8834"/>
                  <a:pt x="8975" y="3966"/>
                </a:cubicBezTo>
                <a:cubicBezTo>
                  <a:pt x="6234" y="2384"/>
                  <a:pt x="3207" y="1065"/>
                  <a:pt x="0" y="0"/>
                </a:cubicBezTo>
                <a:close/>
              </a:path>
            </a:pathLst>
          </a:custGeom>
          <a:solidFill>
            <a:schemeClr val="accent4"/>
          </a:solidFill>
          <a:ln w="12700" cap="flat">
            <a:noFill/>
            <a:miter lim="400000"/>
          </a:ln>
          <a:effectLst/>
        </p:spPr>
        <p:txBody>
          <a:bodyPr wrap="square" lIns="0" tIns="0" rIns="0" bIns="0" numCol="1" anchor="t">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4860" name="Shape 14860"/>
          <p:cNvSpPr/>
          <p:nvPr>
            <p:custDataLst>
              <p:tags r:id="rId11"/>
            </p:custDataLst>
          </p:nvPr>
        </p:nvSpPr>
        <p:spPr>
          <a:xfrm flipH="1">
            <a:off x="2768540" y="2868588"/>
            <a:ext cx="1267209" cy="2199953"/>
          </a:xfrm>
          <a:custGeom>
            <a:avLst/>
            <a:gdLst/>
            <a:ahLst/>
            <a:cxnLst>
              <a:cxn ang="0">
                <a:pos x="wd2" y="hd2"/>
              </a:cxn>
              <a:cxn ang="5400000">
                <a:pos x="wd2" y="hd2"/>
              </a:cxn>
              <a:cxn ang="10800000">
                <a:pos x="wd2" y="hd2"/>
              </a:cxn>
              <a:cxn ang="16200000">
                <a:pos x="wd2" y="hd2"/>
              </a:cxn>
            </a:cxnLst>
            <a:rect l="0" t="0" r="r" b="b"/>
            <a:pathLst>
              <a:path w="21558" h="21600" extrusionOk="0">
                <a:moveTo>
                  <a:pt x="0" y="0"/>
                </a:moveTo>
                <a:lnTo>
                  <a:pt x="0" y="16506"/>
                </a:lnTo>
                <a:lnTo>
                  <a:pt x="21558" y="21600"/>
                </a:lnTo>
                <a:cubicBezTo>
                  <a:pt x="21600" y="15221"/>
                  <a:pt x="17409" y="8834"/>
                  <a:pt x="8975" y="3966"/>
                </a:cubicBezTo>
                <a:cubicBezTo>
                  <a:pt x="6234" y="2384"/>
                  <a:pt x="3207" y="1065"/>
                  <a:pt x="0" y="0"/>
                </a:cubicBezTo>
                <a:close/>
              </a:path>
            </a:pathLst>
          </a:custGeom>
          <a:solidFill>
            <a:schemeClr val="accent3"/>
          </a:solidFill>
          <a:ln w="12700" cap="flat">
            <a:noFill/>
            <a:miter lim="400000"/>
          </a:ln>
          <a:effectLst/>
        </p:spPr>
        <p:txBody>
          <a:bodyPr wrap="square" lIns="0" tIns="0" rIns="0" bIns="0" numCol="1" anchor="t">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4861" name="Shape 14861"/>
          <p:cNvSpPr/>
          <p:nvPr>
            <p:custDataLst>
              <p:tags r:id="rId12"/>
            </p:custDataLst>
          </p:nvPr>
        </p:nvSpPr>
        <p:spPr>
          <a:xfrm flipH="1">
            <a:off x="3431278" y="3560717"/>
            <a:ext cx="948126" cy="1646005"/>
          </a:xfrm>
          <a:custGeom>
            <a:avLst/>
            <a:gdLst/>
            <a:ahLst/>
            <a:cxnLst>
              <a:cxn ang="0">
                <a:pos x="wd2" y="hd2"/>
              </a:cxn>
              <a:cxn ang="5400000">
                <a:pos x="wd2" y="hd2"/>
              </a:cxn>
              <a:cxn ang="10800000">
                <a:pos x="wd2" y="hd2"/>
              </a:cxn>
              <a:cxn ang="16200000">
                <a:pos x="wd2" y="hd2"/>
              </a:cxn>
            </a:cxnLst>
            <a:rect l="0" t="0" r="r" b="b"/>
            <a:pathLst>
              <a:path w="21558" h="21600" extrusionOk="0">
                <a:moveTo>
                  <a:pt x="0" y="0"/>
                </a:moveTo>
                <a:lnTo>
                  <a:pt x="0" y="16506"/>
                </a:lnTo>
                <a:lnTo>
                  <a:pt x="21558" y="21600"/>
                </a:lnTo>
                <a:cubicBezTo>
                  <a:pt x="21600" y="15221"/>
                  <a:pt x="17409" y="8834"/>
                  <a:pt x="8975" y="3966"/>
                </a:cubicBezTo>
                <a:cubicBezTo>
                  <a:pt x="6234" y="2384"/>
                  <a:pt x="3207" y="1065"/>
                  <a:pt x="0" y="0"/>
                </a:cubicBezTo>
                <a:close/>
              </a:path>
            </a:pathLst>
          </a:custGeom>
          <a:solidFill>
            <a:schemeClr val="accent2"/>
          </a:solidFill>
          <a:ln w="12700" cap="flat">
            <a:noFill/>
            <a:miter lim="400000"/>
          </a:ln>
          <a:effectLst/>
        </p:spPr>
        <p:txBody>
          <a:bodyPr wrap="square" lIns="0" tIns="0" rIns="0" bIns="0" numCol="1" anchor="t">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2" name="文本框 11"/>
          <p:cNvSpPr txBox="1"/>
          <p:nvPr>
            <p:custDataLst>
              <p:tags r:id="rId13"/>
            </p:custDataLst>
          </p:nvPr>
        </p:nvSpPr>
        <p:spPr>
          <a:xfrm>
            <a:off x="2000012" y="2836871"/>
            <a:ext cx="508788" cy="953135"/>
          </a:xfrm>
          <a:prstGeom prst="rect">
            <a:avLst/>
          </a:prstGeom>
          <a:noFill/>
        </p:spPr>
        <p:txBody>
          <a:bodyPr wrap="square" rtlCol="0">
            <a:spAutoFit/>
          </a:bodyPr>
          <a:p>
            <a:pPr defTabSz="457200"/>
            <a:r>
              <a:rPr kumimoji="1" lang="en-US" altLang="zh-CN" sz="2800" dirty="0">
                <a:solidFill>
                  <a:srgbClr val="000000"/>
                </a:solidFill>
                <a:latin typeface="微软雅黑" panose="020B0503020204020204" charset="-122"/>
                <a:ea typeface="微软雅黑" panose="020B0503020204020204" charset="-122"/>
              </a:rPr>
              <a:t>05</a:t>
            </a:r>
            <a:endParaRPr kumimoji="1" lang="en-US" altLang="zh-CN" sz="2800" dirty="0">
              <a:solidFill>
                <a:srgbClr val="000000"/>
              </a:solidFill>
              <a:latin typeface="微软雅黑" panose="020B0503020204020204" charset="-122"/>
              <a:ea typeface="微软雅黑" panose="020B0503020204020204" charset="-122"/>
            </a:endParaRPr>
          </a:p>
        </p:txBody>
      </p:sp>
      <p:sp>
        <p:nvSpPr>
          <p:cNvPr id="13" name="文本框 12"/>
          <p:cNvSpPr txBox="1"/>
          <p:nvPr>
            <p:custDataLst>
              <p:tags r:id="rId14"/>
            </p:custDataLst>
          </p:nvPr>
        </p:nvSpPr>
        <p:spPr>
          <a:xfrm>
            <a:off x="2517334" y="3299678"/>
            <a:ext cx="576080" cy="953135"/>
          </a:xfrm>
          <a:prstGeom prst="rect">
            <a:avLst/>
          </a:prstGeom>
          <a:noFill/>
        </p:spPr>
        <p:txBody>
          <a:bodyPr wrap="square" rtlCol="0">
            <a:spAutoFit/>
          </a:bodyPr>
          <a:p>
            <a:pPr defTabSz="457200"/>
            <a:r>
              <a:rPr kumimoji="1" lang="en-US" altLang="zh-CN" sz="2800" dirty="0">
                <a:solidFill>
                  <a:srgbClr val="FFFFFF"/>
                </a:solidFill>
                <a:latin typeface="微软雅黑" panose="020B0503020204020204" charset="-122"/>
                <a:ea typeface="微软雅黑" panose="020B0503020204020204" charset="-122"/>
              </a:rPr>
              <a:t>04</a:t>
            </a:r>
            <a:endParaRPr kumimoji="1" lang="en-US" altLang="zh-CN" sz="2800" dirty="0">
              <a:solidFill>
                <a:srgbClr val="FFFFFF"/>
              </a:solidFill>
              <a:latin typeface="微软雅黑" panose="020B0503020204020204" charset="-122"/>
              <a:ea typeface="微软雅黑" panose="020B0503020204020204" charset="-122"/>
            </a:endParaRPr>
          </a:p>
        </p:txBody>
      </p:sp>
      <p:sp>
        <p:nvSpPr>
          <p:cNvPr id="14" name="文本框 13"/>
          <p:cNvSpPr txBox="1"/>
          <p:nvPr>
            <p:custDataLst>
              <p:tags r:id="rId15"/>
            </p:custDataLst>
          </p:nvPr>
        </p:nvSpPr>
        <p:spPr>
          <a:xfrm>
            <a:off x="3686431" y="4277411"/>
            <a:ext cx="576080" cy="953135"/>
          </a:xfrm>
          <a:prstGeom prst="rect">
            <a:avLst/>
          </a:prstGeom>
          <a:noFill/>
        </p:spPr>
        <p:txBody>
          <a:bodyPr wrap="square" rtlCol="0">
            <a:spAutoFit/>
          </a:bodyPr>
          <a:p>
            <a:pPr defTabSz="457200"/>
            <a:r>
              <a:rPr kumimoji="1" lang="en-US" altLang="zh-CN" sz="2800" dirty="0">
                <a:solidFill>
                  <a:srgbClr val="FFFFFF"/>
                </a:solidFill>
                <a:latin typeface="微软雅黑" panose="020B0503020204020204" charset="-122"/>
                <a:ea typeface="微软雅黑" panose="020B0503020204020204" charset="-122"/>
              </a:rPr>
              <a:t>02</a:t>
            </a:r>
            <a:endParaRPr kumimoji="1" lang="en-US" altLang="zh-CN" sz="2800" dirty="0">
              <a:solidFill>
                <a:srgbClr val="FFFFFF"/>
              </a:solidFill>
              <a:latin typeface="微软雅黑" panose="020B0503020204020204" charset="-122"/>
              <a:ea typeface="微软雅黑" panose="020B0503020204020204" charset="-122"/>
            </a:endParaRPr>
          </a:p>
        </p:txBody>
      </p:sp>
      <p:sp>
        <p:nvSpPr>
          <p:cNvPr id="15" name="文本框 14"/>
          <p:cNvSpPr txBox="1"/>
          <p:nvPr>
            <p:custDataLst>
              <p:tags r:id="rId16"/>
            </p:custDataLst>
          </p:nvPr>
        </p:nvSpPr>
        <p:spPr>
          <a:xfrm>
            <a:off x="3092509" y="3773124"/>
            <a:ext cx="576080" cy="953135"/>
          </a:xfrm>
          <a:prstGeom prst="rect">
            <a:avLst/>
          </a:prstGeom>
          <a:noFill/>
        </p:spPr>
        <p:txBody>
          <a:bodyPr wrap="square" rtlCol="0">
            <a:spAutoFit/>
          </a:bodyPr>
          <a:p>
            <a:pPr defTabSz="457200"/>
            <a:r>
              <a:rPr kumimoji="1" lang="en-US" altLang="zh-CN" sz="2800" dirty="0">
                <a:solidFill>
                  <a:srgbClr val="FFFFFF"/>
                </a:solidFill>
                <a:latin typeface="微软雅黑" panose="020B0503020204020204" charset="-122"/>
                <a:ea typeface="微软雅黑" panose="020B0503020204020204" charset="-122"/>
              </a:rPr>
              <a:t>03</a:t>
            </a:r>
            <a:endParaRPr kumimoji="1" lang="en-US" altLang="zh-CN" sz="2800" dirty="0">
              <a:solidFill>
                <a:srgbClr val="FFFFFF"/>
              </a:solidFill>
              <a:latin typeface="微软雅黑" panose="020B0503020204020204" charset="-122"/>
              <a:ea typeface="微软雅黑" panose="020B0503020204020204" charset="-122"/>
            </a:endParaRPr>
          </a:p>
        </p:txBody>
      </p:sp>
      <p:sp>
        <p:nvSpPr>
          <p:cNvPr id="16" name="Shape 14861"/>
          <p:cNvSpPr/>
          <p:nvPr>
            <p:custDataLst>
              <p:tags r:id="rId17"/>
            </p:custDataLst>
          </p:nvPr>
        </p:nvSpPr>
        <p:spPr>
          <a:xfrm flipH="1">
            <a:off x="4137712" y="4289583"/>
            <a:ext cx="622796" cy="1081213"/>
          </a:xfrm>
          <a:custGeom>
            <a:avLst/>
            <a:gdLst/>
            <a:ahLst/>
            <a:cxnLst>
              <a:cxn ang="0">
                <a:pos x="wd2" y="hd2"/>
              </a:cxn>
              <a:cxn ang="5400000">
                <a:pos x="wd2" y="hd2"/>
              </a:cxn>
              <a:cxn ang="10800000">
                <a:pos x="wd2" y="hd2"/>
              </a:cxn>
              <a:cxn ang="16200000">
                <a:pos x="wd2" y="hd2"/>
              </a:cxn>
            </a:cxnLst>
            <a:rect l="0" t="0" r="r" b="b"/>
            <a:pathLst>
              <a:path w="21558" h="21600" extrusionOk="0">
                <a:moveTo>
                  <a:pt x="0" y="0"/>
                </a:moveTo>
                <a:lnTo>
                  <a:pt x="0" y="16506"/>
                </a:lnTo>
                <a:lnTo>
                  <a:pt x="21558" y="21600"/>
                </a:lnTo>
                <a:cubicBezTo>
                  <a:pt x="21600" y="15221"/>
                  <a:pt x="17409" y="8834"/>
                  <a:pt x="8975" y="3966"/>
                </a:cubicBezTo>
                <a:cubicBezTo>
                  <a:pt x="6234" y="2384"/>
                  <a:pt x="3207" y="1065"/>
                  <a:pt x="0" y="0"/>
                </a:cubicBezTo>
                <a:close/>
              </a:path>
            </a:pathLst>
          </a:custGeom>
          <a:solidFill>
            <a:schemeClr val="accent1"/>
          </a:solidFill>
          <a:ln w="12700" cap="flat">
            <a:noFill/>
            <a:miter lim="400000"/>
          </a:ln>
          <a:effectLst/>
        </p:spPr>
        <p:txBody>
          <a:bodyPr wrap="square" lIns="0" tIns="0" rIns="0" bIns="0" numCol="1" anchor="t">
            <a:noAutofit/>
          </a:bodyPr>
          <a:p>
            <a:pPr defTabSz="457200"/>
            <a:endParaRPr sz="4690">
              <a:solidFill>
                <a:srgbClr val="222222"/>
              </a:solidFill>
              <a:latin typeface="微软雅黑" panose="020B0503020204020204" charset="-122"/>
              <a:ea typeface="微软雅黑" panose="020B0503020204020204" charset="-122"/>
            </a:endParaRPr>
          </a:p>
        </p:txBody>
      </p:sp>
      <p:sp>
        <p:nvSpPr>
          <p:cNvPr id="17" name="文本框 16"/>
          <p:cNvSpPr txBox="1"/>
          <p:nvPr>
            <p:custDataLst>
              <p:tags r:id="rId18"/>
            </p:custDataLst>
          </p:nvPr>
        </p:nvSpPr>
        <p:spPr>
          <a:xfrm>
            <a:off x="4242524" y="4715060"/>
            <a:ext cx="576080" cy="953135"/>
          </a:xfrm>
          <a:prstGeom prst="rect">
            <a:avLst/>
          </a:prstGeom>
          <a:noFill/>
        </p:spPr>
        <p:txBody>
          <a:bodyPr wrap="square" rtlCol="0">
            <a:spAutoFit/>
          </a:bodyPr>
          <a:p>
            <a:pPr defTabSz="457200"/>
            <a:r>
              <a:rPr kumimoji="1" lang="en-US" altLang="zh-CN" sz="2800" dirty="0">
                <a:solidFill>
                  <a:srgbClr val="FFFFFF"/>
                </a:solidFill>
                <a:latin typeface="微软雅黑" panose="020B0503020204020204" charset="-122"/>
                <a:ea typeface="微软雅黑" panose="020B0503020204020204" charset="-122"/>
              </a:rPr>
              <a:t>01</a:t>
            </a:r>
            <a:endParaRPr kumimoji="1" lang="en-US" altLang="zh-CN" sz="2800" dirty="0">
              <a:solidFill>
                <a:srgbClr val="FFFFFF"/>
              </a:solidFill>
              <a:latin typeface="微软雅黑" panose="020B0503020204020204" charset="-122"/>
              <a:ea typeface="微软雅黑" panose="020B0503020204020204" charset="-122"/>
            </a:endParaRPr>
          </a:p>
        </p:txBody>
      </p:sp>
      <p:grpSp>
        <p:nvGrpSpPr>
          <p:cNvPr id="52" name="组合 51"/>
          <p:cNvGrpSpPr/>
          <p:nvPr>
            <p:custDataLst>
              <p:tags r:id="rId19"/>
            </p:custDataLst>
          </p:nvPr>
        </p:nvGrpSpPr>
        <p:grpSpPr>
          <a:xfrm>
            <a:off x="4742183" y="2178342"/>
            <a:ext cx="4945472" cy="601987"/>
            <a:chOff x="5395291" y="1708798"/>
            <a:chExt cx="5877293" cy="1058354"/>
          </a:xfrm>
        </p:grpSpPr>
        <p:sp>
          <p:nvSpPr>
            <p:cNvPr id="55" name="矩形 54"/>
            <p:cNvSpPr/>
            <p:nvPr>
              <p:custDataLst>
                <p:tags r:id="rId20"/>
              </p:custDataLst>
            </p:nvPr>
          </p:nvSpPr>
          <p:spPr>
            <a:xfrm>
              <a:off x="5395291" y="1708798"/>
              <a:ext cx="5877293" cy="1058354"/>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lnSpc>
                  <a:spcPct val="130000"/>
                </a:lnSpc>
              </a:pPr>
              <a:endParaRPr kumimoji="1" lang="zh-CN" altLang="en-US" dirty="0">
                <a:solidFill>
                  <a:srgbClr val="FFFFFF"/>
                </a:solidFill>
                <a:latin typeface="微软雅黑" panose="020B0503020204020204" charset="-122"/>
                <a:ea typeface="微软雅黑" panose="020B0503020204020204" charset="-122"/>
              </a:endParaRPr>
            </a:p>
          </p:txBody>
        </p:sp>
        <p:cxnSp>
          <p:nvCxnSpPr>
            <p:cNvPr id="56" name="直线连接符 55"/>
            <p:cNvCxnSpPr/>
            <p:nvPr>
              <p:custDataLst>
                <p:tags r:id="rId21"/>
              </p:custDataLst>
            </p:nvPr>
          </p:nvCxnSpPr>
          <p:spPr>
            <a:xfrm>
              <a:off x="5395292" y="1708798"/>
              <a:ext cx="0" cy="1058354"/>
            </a:xfrm>
            <a:prstGeom prst="line">
              <a:avLst/>
            </a:prstGeom>
            <a:ln w="25400">
              <a:solidFill>
                <a:srgbClr val="2196F3"/>
              </a:solidFill>
            </a:ln>
          </p:spPr>
          <p:style>
            <a:lnRef idx="1">
              <a:schemeClr val="accent1"/>
            </a:lnRef>
            <a:fillRef idx="0">
              <a:schemeClr val="accent1"/>
            </a:fillRef>
            <a:effectRef idx="0">
              <a:schemeClr val="accent1"/>
            </a:effectRef>
            <a:fontRef idx="minor">
              <a:schemeClr val="tx1"/>
            </a:fontRef>
          </p:style>
        </p:cxnSp>
      </p:grpSp>
      <p:sp>
        <p:nvSpPr>
          <p:cNvPr id="54" name="文本框 53"/>
          <p:cNvSpPr txBox="1"/>
          <p:nvPr>
            <p:custDataLst>
              <p:tags r:id="rId22"/>
            </p:custDataLst>
          </p:nvPr>
        </p:nvSpPr>
        <p:spPr>
          <a:xfrm>
            <a:off x="4795868" y="2232172"/>
            <a:ext cx="4867497" cy="526053"/>
          </a:xfrm>
          <a:prstGeom prst="rect">
            <a:avLst/>
          </a:prstGeom>
          <a:noFill/>
        </p:spPr>
        <p:txBody>
          <a:bodyPr wrap="square" rtlCol="0" anchor="ctr" anchorCtr="0">
            <a:normAutofit/>
          </a:bodyPr>
          <a:p>
            <a:pPr algn="l"/>
            <a:r>
              <a:rPr lang="zh-CN" altLang="en-US" sz="1000" spc="150">
                <a:solidFill>
                  <a:schemeClr val="dk1"/>
                </a:solidFill>
                <a:latin typeface="微软雅黑" panose="020B0503020204020204" charset="-122"/>
                <a:ea typeface="微软雅黑" panose="020B0503020204020204" charset="-122"/>
              </a:rPr>
              <a:t>进行需求分析首先要调查清楚用户的实际要求，与用户达成共识，然后分析与表达这些需求，调查用户需求的具体步骤是：</a:t>
            </a:r>
            <a:endParaRPr lang="zh-CN" altLang="en-US" sz="1000" spc="150">
              <a:solidFill>
                <a:schemeClr val="dk1"/>
              </a:solidFill>
              <a:latin typeface="微软雅黑" panose="020B0503020204020204" charset="-122"/>
              <a:ea typeface="微软雅黑" panose="020B0503020204020204" charset="-122"/>
            </a:endParaRPr>
          </a:p>
        </p:txBody>
      </p:sp>
      <p:grpSp>
        <p:nvGrpSpPr>
          <p:cNvPr id="58" name="组合 57"/>
          <p:cNvGrpSpPr/>
          <p:nvPr>
            <p:custDataLst>
              <p:tags r:id="rId23"/>
            </p:custDataLst>
          </p:nvPr>
        </p:nvGrpSpPr>
        <p:grpSpPr>
          <a:xfrm>
            <a:off x="5004035" y="2892120"/>
            <a:ext cx="4945472" cy="601987"/>
            <a:chOff x="5395291" y="1708798"/>
            <a:chExt cx="5877293" cy="1058354"/>
          </a:xfrm>
        </p:grpSpPr>
        <p:sp>
          <p:nvSpPr>
            <p:cNvPr id="60" name="矩形 59"/>
            <p:cNvSpPr/>
            <p:nvPr>
              <p:custDataLst>
                <p:tags r:id="rId24"/>
              </p:custDataLst>
            </p:nvPr>
          </p:nvSpPr>
          <p:spPr>
            <a:xfrm>
              <a:off x="5395291" y="1708798"/>
              <a:ext cx="5877293" cy="1058354"/>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lnSpc>
                  <a:spcPct val="130000"/>
                </a:lnSpc>
              </a:pPr>
              <a:endParaRPr kumimoji="1" lang="zh-CN" altLang="en-US" dirty="0">
                <a:solidFill>
                  <a:srgbClr val="FFFFFF"/>
                </a:solidFill>
                <a:latin typeface="微软雅黑" panose="020B0503020204020204" charset="-122"/>
                <a:ea typeface="微软雅黑" panose="020B0503020204020204" charset="-122"/>
              </a:endParaRPr>
            </a:p>
          </p:txBody>
        </p:sp>
        <p:cxnSp>
          <p:nvCxnSpPr>
            <p:cNvPr id="61" name="直线连接符 60"/>
            <p:cNvCxnSpPr/>
            <p:nvPr>
              <p:custDataLst>
                <p:tags r:id="rId25"/>
              </p:custDataLst>
            </p:nvPr>
          </p:nvCxnSpPr>
          <p:spPr>
            <a:xfrm>
              <a:off x="5395292" y="1708798"/>
              <a:ext cx="0" cy="1058354"/>
            </a:xfrm>
            <a:prstGeom prst="line">
              <a:avLst/>
            </a:prstGeom>
            <a:ln w="25400">
              <a:solidFill>
                <a:srgbClr val="009587"/>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custDataLst>
              <p:tags r:id="rId26"/>
            </p:custDataLst>
          </p:nvPr>
        </p:nvSpPr>
        <p:spPr>
          <a:xfrm>
            <a:off x="5057721" y="2945950"/>
            <a:ext cx="4867497" cy="526053"/>
          </a:xfrm>
          <a:prstGeom prst="rect">
            <a:avLst/>
          </a:prstGeom>
          <a:noFill/>
        </p:spPr>
        <p:txBody>
          <a:bodyPr wrap="square" rtlCol="0" anchor="ctr" anchorCtr="0">
            <a:normAutofit/>
          </a:bodyPr>
          <a:p>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000" spc="150">
                <a:solidFill>
                  <a:srgbClr val="FF0000"/>
                </a:solidFill>
                <a:latin typeface="微软雅黑" panose="020B0503020204020204" charset="-122"/>
                <a:ea typeface="微软雅黑" panose="020B0503020204020204" charset="-122"/>
                <a:cs typeface="微软雅黑" panose="020B0503020204020204" charset="-122"/>
              </a:rPr>
              <a:t>调查组织机构情况</a:t>
            </a:r>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。包括了解该组织的部门组成情况、各部门的职责等，为分析信息流程做准备。</a:t>
            </a:r>
            <a:endParaRPr lang="zh-CN" altLang="en-US" sz="1000" spc="150">
              <a:solidFill>
                <a:schemeClr val="dk1"/>
              </a:solidFill>
              <a:latin typeface="微软雅黑" panose="020B0503020204020204" charset="-122"/>
              <a:ea typeface="微软雅黑" panose="020B0503020204020204" charset="-122"/>
              <a:cs typeface="微软雅黑" panose="020B0503020204020204" charset="-122"/>
            </a:endParaRPr>
          </a:p>
        </p:txBody>
      </p:sp>
      <p:grpSp>
        <p:nvGrpSpPr>
          <p:cNvPr id="63" name="组合 62"/>
          <p:cNvGrpSpPr/>
          <p:nvPr>
            <p:custDataLst>
              <p:tags r:id="rId27"/>
            </p:custDataLst>
          </p:nvPr>
        </p:nvGrpSpPr>
        <p:grpSpPr>
          <a:xfrm>
            <a:off x="5265888" y="3605898"/>
            <a:ext cx="4945472" cy="601987"/>
            <a:chOff x="5395291" y="1708798"/>
            <a:chExt cx="5877293" cy="1058354"/>
          </a:xfrm>
        </p:grpSpPr>
        <p:sp>
          <p:nvSpPr>
            <p:cNvPr id="65" name="矩形 64"/>
            <p:cNvSpPr/>
            <p:nvPr>
              <p:custDataLst>
                <p:tags r:id="rId28"/>
              </p:custDataLst>
            </p:nvPr>
          </p:nvSpPr>
          <p:spPr>
            <a:xfrm>
              <a:off x="5395291" y="1708798"/>
              <a:ext cx="5877293" cy="1058354"/>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lnSpc>
                  <a:spcPct val="130000"/>
                </a:lnSpc>
              </a:pPr>
              <a:endParaRPr kumimoji="1" lang="zh-CN" altLang="en-US" dirty="0">
                <a:solidFill>
                  <a:srgbClr val="FFFFFF"/>
                </a:solidFill>
                <a:latin typeface="微软雅黑" panose="020B0503020204020204" charset="-122"/>
                <a:ea typeface="微软雅黑" panose="020B0503020204020204" charset="-122"/>
              </a:endParaRPr>
            </a:p>
          </p:txBody>
        </p:sp>
        <p:cxnSp>
          <p:nvCxnSpPr>
            <p:cNvPr id="66" name="直线连接符 65"/>
            <p:cNvCxnSpPr/>
            <p:nvPr>
              <p:custDataLst>
                <p:tags r:id="rId29"/>
              </p:custDataLst>
            </p:nvPr>
          </p:nvCxnSpPr>
          <p:spPr>
            <a:xfrm>
              <a:off x="5395292" y="1708798"/>
              <a:ext cx="0" cy="105835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64" name="文本框 63"/>
          <p:cNvSpPr txBox="1"/>
          <p:nvPr>
            <p:custDataLst>
              <p:tags r:id="rId30"/>
            </p:custDataLst>
          </p:nvPr>
        </p:nvSpPr>
        <p:spPr>
          <a:xfrm>
            <a:off x="5319574" y="3659727"/>
            <a:ext cx="4867497" cy="526053"/>
          </a:xfrm>
          <a:prstGeom prst="rect">
            <a:avLst/>
          </a:prstGeom>
          <a:noFill/>
        </p:spPr>
        <p:txBody>
          <a:bodyPr wrap="square" rtlCol="0" anchor="ctr" anchorCtr="0">
            <a:normAutofit lnSpcReduction="10000"/>
          </a:bodyPr>
          <a:p>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（2）</a:t>
            </a:r>
            <a:r>
              <a:rPr lang="zh-CN" altLang="en-US" sz="1000" spc="150">
                <a:solidFill>
                  <a:srgbClr val="FF0000"/>
                </a:solidFill>
                <a:latin typeface="微软雅黑" panose="020B0503020204020204" charset="-122"/>
                <a:ea typeface="微软雅黑" panose="020B0503020204020204" charset="-122"/>
                <a:cs typeface="微软雅黑" panose="020B0503020204020204" charset="-122"/>
              </a:rPr>
              <a:t>调查各部门的业务活动情况</a:t>
            </a:r>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。包括了解各个部门输入和使用什么数据、如何加工处理这些数据、输出什么信息、输出到什么部门、输出结果的格式是什么。</a:t>
            </a:r>
            <a:endParaRPr lang="zh-CN" altLang="en-US" sz="1000" spc="150">
              <a:solidFill>
                <a:schemeClr val="dk1"/>
              </a:solidFill>
              <a:latin typeface="微软雅黑" panose="020B0503020204020204" charset="-122"/>
              <a:ea typeface="微软雅黑" panose="020B0503020204020204" charset="-122"/>
              <a:cs typeface="微软雅黑" panose="020B0503020204020204" charset="-122"/>
            </a:endParaRPr>
          </a:p>
        </p:txBody>
      </p:sp>
      <p:grpSp>
        <p:nvGrpSpPr>
          <p:cNvPr id="68" name="组合 67"/>
          <p:cNvGrpSpPr/>
          <p:nvPr>
            <p:custDataLst>
              <p:tags r:id="rId31"/>
            </p:custDataLst>
          </p:nvPr>
        </p:nvGrpSpPr>
        <p:grpSpPr>
          <a:xfrm>
            <a:off x="5527741" y="4319675"/>
            <a:ext cx="4945472" cy="601987"/>
            <a:chOff x="5395291" y="1708798"/>
            <a:chExt cx="5877293" cy="1058354"/>
          </a:xfrm>
        </p:grpSpPr>
        <p:sp>
          <p:nvSpPr>
            <p:cNvPr id="70" name="矩形 69"/>
            <p:cNvSpPr/>
            <p:nvPr>
              <p:custDataLst>
                <p:tags r:id="rId32"/>
              </p:custDataLst>
            </p:nvPr>
          </p:nvSpPr>
          <p:spPr>
            <a:xfrm>
              <a:off x="5395291" y="1708798"/>
              <a:ext cx="5877293" cy="1058354"/>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lnSpc>
                  <a:spcPct val="130000"/>
                </a:lnSpc>
              </a:pPr>
              <a:endParaRPr kumimoji="1" lang="zh-CN" altLang="en-US" dirty="0">
                <a:solidFill>
                  <a:srgbClr val="FFFFFF"/>
                </a:solidFill>
                <a:latin typeface="微软雅黑" panose="020B0503020204020204" charset="-122"/>
                <a:ea typeface="微软雅黑" panose="020B0503020204020204" charset="-122"/>
              </a:endParaRPr>
            </a:p>
          </p:txBody>
        </p:sp>
        <p:cxnSp>
          <p:nvCxnSpPr>
            <p:cNvPr id="71" name="直线连接符 70"/>
            <p:cNvCxnSpPr/>
            <p:nvPr>
              <p:custDataLst>
                <p:tags r:id="rId33"/>
              </p:custDataLst>
            </p:nvPr>
          </p:nvCxnSpPr>
          <p:spPr>
            <a:xfrm>
              <a:off x="5395292" y="1708798"/>
              <a:ext cx="0" cy="1058354"/>
            </a:xfrm>
            <a:prstGeom prst="line">
              <a:avLst/>
            </a:prstGeom>
            <a:ln w="25400">
              <a:solidFill>
                <a:srgbClr val="CDDC39"/>
              </a:solidFill>
            </a:ln>
          </p:spPr>
          <p:style>
            <a:lnRef idx="1">
              <a:schemeClr val="accent1"/>
            </a:lnRef>
            <a:fillRef idx="0">
              <a:schemeClr val="accent1"/>
            </a:fillRef>
            <a:effectRef idx="0">
              <a:schemeClr val="accent1"/>
            </a:effectRef>
            <a:fontRef idx="minor">
              <a:schemeClr val="tx1"/>
            </a:fontRef>
          </p:style>
        </p:cxnSp>
      </p:grpSp>
      <p:sp>
        <p:nvSpPr>
          <p:cNvPr id="69" name="文本框 68"/>
          <p:cNvSpPr txBox="1"/>
          <p:nvPr>
            <p:custDataLst>
              <p:tags r:id="rId34"/>
            </p:custDataLst>
          </p:nvPr>
        </p:nvSpPr>
        <p:spPr>
          <a:xfrm>
            <a:off x="5581427" y="4373505"/>
            <a:ext cx="4867497" cy="526053"/>
          </a:xfrm>
          <a:prstGeom prst="rect">
            <a:avLst/>
          </a:prstGeom>
          <a:noFill/>
        </p:spPr>
        <p:txBody>
          <a:bodyPr wrap="square" rtlCol="0" anchor="ctr" anchorCtr="0">
            <a:normAutofit/>
          </a:bodyPr>
          <a:p>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（3）在熟悉了业务活动的基础上，</a:t>
            </a:r>
            <a:r>
              <a:rPr lang="zh-CN" altLang="en-US" sz="1000" spc="150">
                <a:solidFill>
                  <a:srgbClr val="FF0000"/>
                </a:solidFill>
                <a:latin typeface="微软雅黑" panose="020B0503020204020204" charset="-122"/>
                <a:ea typeface="微软雅黑" panose="020B0503020204020204" charset="-122"/>
                <a:cs typeface="微软雅黑" panose="020B0503020204020204" charset="-122"/>
              </a:rPr>
              <a:t>协助用户明确对新系统的各种要求</a:t>
            </a:r>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，包括信息要求、处理要求、安全性与完整性要求等。</a:t>
            </a:r>
            <a:endParaRPr lang="zh-CN" altLang="en-US" sz="1000" spc="150">
              <a:solidFill>
                <a:schemeClr val="dk1"/>
              </a:solidFill>
              <a:latin typeface="微软雅黑" panose="020B0503020204020204" charset="-122"/>
              <a:ea typeface="微软雅黑" panose="020B0503020204020204" charset="-122"/>
              <a:cs typeface="微软雅黑" panose="020B0503020204020204" charset="-122"/>
            </a:endParaRPr>
          </a:p>
        </p:txBody>
      </p:sp>
      <p:grpSp>
        <p:nvGrpSpPr>
          <p:cNvPr id="73" name="组合 72"/>
          <p:cNvGrpSpPr/>
          <p:nvPr>
            <p:custDataLst>
              <p:tags r:id="rId35"/>
            </p:custDataLst>
          </p:nvPr>
        </p:nvGrpSpPr>
        <p:grpSpPr>
          <a:xfrm>
            <a:off x="5789596" y="5033453"/>
            <a:ext cx="4945472" cy="601987"/>
            <a:chOff x="5395291" y="1708798"/>
            <a:chExt cx="5877293" cy="1058354"/>
          </a:xfrm>
        </p:grpSpPr>
        <p:sp>
          <p:nvSpPr>
            <p:cNvPr id="75" name="矩形 74"/>
            <p:cNvSpPr/>
            <p:nvPr>
              <p:custDataLst>
                <p:tags r:id="rId36"/>
              </p:custDataLst>
            </p:nvPr>
          </p:nvSpPr>
          <p:spPr>
            <a:xfrm>
              <a:off x="5395291" y="1708798"/>
              <a:ext cx="5877293" cy="1058354"/>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lnSpc>
                  <a:spcPct val="130000"/>
                </a:lnSpc>
              </a:pPr>
              <a:endParaRPr kumimoji="1" lang="zh-CN" altLang="en-US" dirty="0">
                <a:solidFill>
                  <a:srgbClr val="FFFFFF"/>
                </a:solidFill>
                <a:latin typeface="微软雅黑" panose="020B0503020204020204" charset="-122"/>
                <a:ea typeface="微软雅黑" panose="020B0503020204020204" charset="-122"/>
              </a:endParaRPr>
            </a:p>
          </p:txBody>
        </p:sp>
        <p:cxnSp>
          <p:nvCxnSpPr>
            <p:cNvPr id="76" name="直线连接符 75"/>
            <p:cNvCxnSpPr/>
            <p:nvPr>
              <p:custDataLst>
                <p:tags r:id="rId37"/>
              </p:custDataLst>
            </p:nvPr>
          </p:nvCxnSpPr>
          <p:spPr>
            <a:xfrm>
              <a:off x="5395292" y="1708798"/>
              <a:ext cx="0" cy="1058354"/>
            </a:xfrm>
            <a:prstGeom prst="line">
              <a:avLst/>
            </a:prstGeom>
            <a:ln w="25400">
              <a:solidFill>
                <a:srgbClr val="00BCD3"/>
              </a:solidFill>
            </a:ln>
          </p:spPr>
          <p:style>
            <a:lnRef idx="1">
              <a:schemeClr val="accent1"/>
            </a:lnRef>
            <a:fillRef idx="0">
              <a:schemeClr val="accent1"/>
            </a:fillRef>
            <a:effectRef idx="0">
              <a:schemeClr val="accent1"/>
            </a:effectRef>
            <a:fontRef idx="minor">
              <a:schemeClr val="tx1"/>
            </a:fontRef>
          </p:style>
        </p:cxnSp>
      </p:grpSp>
      <p:sp>
        <p:nvSpPr>
          <p:cNvPr id="74" name="文本框 73"/>
          <p:cNvSpPr txBox="1"/>
          <p:nvPr>
            <p:custDataLst>
              <p:tags r:id="rId38"/>
            </p:custDataLst>
          </p:nvPr>
        </p:nvSpPr>
        <p:spPr>
          <a:xfrm>
            <a:off x="5843281" y="5087283"/>
            <a:ext cx="4867497" cy="526053"/>
          </a:xfrm>
          <a:prstGeom prst="rect">
            <a:avLst/>
          </a:prstGeom>
          <a:noFill/>
        </p:spPr>
        <p:txBody>
          <a:bodyPr wrap="square" rtlCol="0" anchor="ctr" anchorCtr="0">
            <a:normAutofit lnSpcReduction="20000"/>
          </a:bodyPr>
          <a:p>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（4）</a:t>
            </a:r>
            <a:r>
              <a:rPr lang="zh-CN" altLang="en-US" sz="1000" spc="150">
                <a:solidFill>
                  <a:srgbClr val="FF0000"/>
                </a:solidFill>
                <a:latin typeface="微软雅黑" panose="020B0503020204020204" charset="-122"/>
                <a:ea typeface="微软雅黑" panose="020B0503020204020204" charset="-122"/>
                <a:cs typeface="微软雅黑" panose="020B0503020204020204" charset="-122"/>
              </a:rPr>
              <a:t>确定新系统的边界</a:t>
            </a:r>
            <a:r>
              <a:rPr lang="zh-CN" altLang="en-US" sz="1000" spc="150">
                <a:solidFill>
                  <a:schemeClr val="dk1"/>
                </a:solidFill>
                <a:latin typeface="微软雅黑" panose="020B0503020204020204" charset="-122"/>
                <a:ea typeface="微软雅黑" panose="020B0503020204020204" charset="-122"/>
                <a:cs typeface="微软雅黑" panose="020B0503020204020204" charset="-122"/>
              </a:rPr>
              <a:t>。对前面调查的结果进行初步分析，确定哪此功能由计算机完成或将来准备让计算机完成，哪些活动由人工完成。由计算机完成的功能就是新系统应该实现的功能。</a:t>
            </a:r>
            <a:endParaRPr lang="en-US" altLang="zh-CN" sz="1000" spc="15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39"/>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需求分析的方法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981200" y="1882140"/>
            <a:ext cx="8431530" cy="38862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在调查过程中，可以根据不同的问题和条件使用不同的调查方法。常用的调查方法有：
（1）跟班作业。通过亲身参加业务工作来了解业务活动的情况。
（2）开调查会。通过与用户座谈来了解业务活动情况和用户需求。
（3）请专人介绍。
（4）询问。对某些调查中的问题可以找专人询问。
（5）设计调查表让用户填写。如果调查表设计得合理，这种方法就很有效。
（6）查阅记录。查阅与原系统有关的数据记录。
做需求调查时，往往需要同时采用上述多种方法。但无论使用何种调查方法，都必须有用户的积极参与和配合。</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数据字典</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2144610"/>
            <a:ext cx="7561277"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数据字典</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是系统中各类数据描述的集合，是进行详细的数据收集和数据分析所获得的主要成果。数据字典在数据库设计中占有很重要的地位。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字典通常包括数据项、数据结构、数据流、数据存储和处理过程5部分。其中，数据项是数据的最小组成单位，若干个数据项可以组成一个数据结构，数据字典通过对数据项和数据结构的定义来描述数据流、数据存储的逻辑内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数据字典</a:t>
            </a:r>
            <a:r>
              <a:rPr lang="en-US" dirty="0" err="1">
                <a:solidFill>
                  <a:schemeClr val="dk1"/>
                </a:solidFill>
                <a:latin typeface="微软雅黑" panose="020B0503020204020204" charset="-122"/>
                <a:ea typeface="微软雅黑" panose="020B0503020204020204" charset="-122"/>
                <a:sym typeface="微软雅黑" panose="020B0503020204020204" charset="-122"/>
              </a:rPr>
              <a:t>~</a:t>
            </a:r>
            <a:r>
              <a:rPr dirty="0" err="1">
                <a:solidFill>
                  <a:schemeClr val="dk1"/>
                </a:solidFill>
                <a:latin typeface="微软雅黑" panose="020B0503020204020204" charset="-122"/>
                <a:ea typeface="微软雅黑" panose="020B0503020204020204" charset="-122"/>
                <a:sym typeface="微软雅黑" panose="020B0503020204020204" charset="-122"/>
              </a:rPr>
              <a:t>数据项</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507615" y="2144395"/>
            <a:ext cx="7176770" cy="39401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数据项是不可再分的数据单位。对数据项的描述通常包括以下内容：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数据项描述={数据项名，数据项含义说明，别名，数据类型，长度，取值范围，取值含义，与其他数据项的逻辑关系，数据项之间的联系}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可以以关系规范化理论为指导，用数据依赖的概念分析和表示数据项之间的联系。也就是按实际语义写出每个数据项之间的数据依赖，这是数据库逻辑设计阶段数据模型优化的依据。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024"/>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数据结构反映了数据之间的组合关系。一个数据结构可以由若干个数据项组成，也可以由若干个数据结构组成，或者由若干个数据项和数据结构混合组成。
</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数据结构描述＝{数据结构名，含义说明，组成：{数据项或数据结构}}</a:t>
            </a:r>
            <a:endPar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数据流</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73162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数据流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是数据结构在系统内传输的路径。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数据流描述＝{数据流名，说明，数据流来源，数据流去向，组成：{数据结构}，平均流量，高峰期流量}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数据存储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数据存储是数据结构停留或保存的地方，也是数据流的来源和去向之一。数据存储可以是手工文档或手工凭单，也可以是计算机文档。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数据存储描述</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={数据存储名，说明，编号，输入的数据流，输出的数据流，组成：{数据结构}，数据量，存取频度，存取方式}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需求分析</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处理过程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7" name="剪去单角的矩形 16"/>
          <p:cNvSpPr/>
          <p:nvPr>
            <p:custDataLst>
              <p:tags r:id="rId6"/>
            </p:custDataLst>
          </p:nvPr>
        </p:nvSpPr>
        <p:spPr>
          <a:xfrm>
            <a:off x="7904261" y="2384002"/>
            <a:ext cx="2985325" cy="3462202"/>
          </a:xfrm>
          <a:prstGeom prst="snip1Rect">
            <a:avLst/>
          </a:prstGeom>
          <a:gradFill>
            <a:gsLst>
              <a:gs pos="0">
                <a:schemeClr val="accent6"/>
              </a:gs>
              <a:gs pos="100000">
                <a:schemeClr val="accent6">
                  <a:lumMod val="75000"/>
                </a:schemeClr>
              </a:gs>
            </a:gsLst>
            <a:lin ang="7800000" scaled="0"/>
          </a:gradFill>
          <a:ln>
            <a:noFill/>
          </a:ln>
          <a:effectLst>
            <a:outerShdw blurRad="381000" dist="63500" dir="18900000" algn="bl" rotWithShape="0">
              <a:srgbClr val="4575F0">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effectLst/>
              <a:latin typeface="微软雅黑" panose="020B0503020204020204" charset="-122"/>
              <a:ea typeface="微软雅黑" panose="020B0503020204020204" charset="-122"/>
              <a:sym typeface="+mn-ea"/>
            </a:endParaRPr>
          </a:p>
        </p:txBody>
      </p:sp>
      <p:sp>
        <p:nvSpPr>
          <p:cNvPr id="16" name="剪去单角的矩形 15"/>
          <p:cNvSpPr/>
          <p:nvPr>
            <p:custDataLst>
              <p:tags r:id="rId7"/>
            </p:custDataLst>
          </p:nvPr>
        </p:nvSpPr>
        <p:spPr>
          <a:xfrm>
            <a:off x="4603640" y="2384002"/>
            <a:ext cx="2985325" cy="3462202"/>
          </a:xfrm>
          <a:prstGeom prst="snip1Rect">
            <a:avLst/>
          </a:prstGeom>
          <a:gradFill>
            <a:gsLst>
              <a:gs pos="0">
                <a:schemeClr val="accent2"/>
              </a:gs>
              <a:gs pos="100000">
                <a:schemeClr val="accent2">
                  <a:lumMod val="75000"/>
                </a:schemeClr>
              </a:gs>
            </a:gsLst>
            <a:lin ang="7800000" scaled="0"/>
          </a:gradFill>
          <a:ln>
            <a:noFill/>
          </a:ln>
          <a:effectLst>
            <a:outerShdw blurRad="381000" dist="63500" dir="18900000" algn="bl" rotWithShape="0">
              <a:srgbClr val="4575F0">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effectLst/>
              <a:latin typeface="微软雅黑" panose="020B0503020204020204" charset="-122"/>
              <a:ea typeface="微软雅黑" panose="020B0503020204020204" charset="-122"/>
              <a:sym typeface="+mn-ea"/>
            </a:endParaRPr>
          </a:p>
        </p:txBody>
      </p:sp>
      <p:sp>
        <p:nvSpPr>
          <p:cNvPr id="8" name="剪去单角的矩形 7"/>
          <p:cNvSpPr/>
          <p:nvPr>
            <p:custDataLst>
              <p:tags r:id="rId8"/>
            </p:custDataLst>
          </p:nvPr>
        </p:nvSpPr>
        <p:spPr>
          <a:xfrm>
            <a:off x="1303020" y="2384002"/>
            <a:ext cx="2985325" cy="3462202"/>
          </a:xfrm>
          <a:prstGeom prst="snip1Rect">
            <a:avLst/>
          </a:prstGeom>
          <a:gradFill>
            <a:gsLst>
              <a:gs pos="0">
                <a:schemeClr val="accent1"/>
              </a:gs>
              <a:gs pos="100000">
                <a:schemeClr val="accent1">
                  <a:lumMod val="75000"/>
                </a:schemeClr>
              </a:gs>
            </a:gsLst>
            <a:lin ang="7800000" scaled="0"/>
          </a:gradFill>
          <a:ln>
            <a:noFill/>
          </a:ln>
          <a:effectLst>
            <a:outerShdw blurRad="381000" dist="63500" dir="18900000" algn="bl" rotWithShape="0">
              <a:srgbClr val="4575F0">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ffectLst/>
              <a:latin typeface="微软雅黑" panose="020B0503020204020204" charset="-122"/>
              <a:ea typeface="微软雅黑" panose="020B0503020204020204" charset="-122"/>
            </a:endParaRPr>
          </a:p>
        </p:txBody>
      </p:sp>
      <p:sp>
        <p:nvSpPr>
          <p:cNvPr id="9" name="文本框 8"/>
          <p:cNvSpPr txBox="1"/>
          <p:nvPr>
            <p:custDataLst>
              <p:tags r:id="rId9"/>
            </p:custDataLst>
          </p:nvPr>
        </p:nvSpPr>
        <p:spPr>
          <a:xfrm>
            <a:off x="1489414" y="2754973"/>
            <a:ext cx="2613142" cy="2829190"/>
          </a:xfrm>
          <a:prstGeom prst="rect">
            <a:avLst/>
          </a:prstGeom>
          <a:noFill/>
        </p:spPr>
        <p:txBody>
          <a:bodyPr wrap="square" rtlCol="0" anchor="ctr" anchorCtr="0">
            <a:normAutofit/>
          </a:bodyPr>
          <a:p>
            <a:pPr algn="l" fontAlgn="auto">
              <a:lnSpc>
                <a:spcPct val="120000"/>
              </a:lnSpc>
            </a:pPr>
            <a:r>
              <a:rPr lang="zh-CN" altLang="en-US" spc="200" dirty="0">
                <a:solidFill>
                  <a:schemeClr val="lt1"/>
                </a:solidFill>
                <a:uFillTx/>
                <a:latin typeface="微软雅黑" panose="020B0503020204020204" charset="-122"/>
                <a:ea typeface="微软雅黑" panose="020B0503020204020204" charset="-122"/>
              </a:rPr>
              <a:t>处理过程的具体处理逻辑一般用判定表或判定树来描述。在数据字典中，只需要描述处理过程的说明性信息，通常包括以下内容：</a:t>
            </a:r>
            <a:endParaRPr lang="zh-CN" altLang="en-US" spc="200" dirty="0">
              <a:solidFill>
                <a:schemeClr val="lt1"/>
              </a:solidFill>
              <a:uFillTx/>
              <a:latin typeface="微软雅黑" panose="020B0503020204020204" charset="-122"/>
              <a:ea typeface="微软雅黑" panose="020B0503020204020204" charset="-122"/>
            </a:endParaRPr>
          </a:p>
        </p:txBody>
      </p:sp>
      <p:sp>
        <p:nvSpPr>
          <p:cNvPr id="13" name="文本框 12"/>
          <p:cNvSpPr txBox="1"/>
          <p:nvPr>
            <p:custDataLst>
              <p:tags r:id="rId10"/>
            </p:custDataLst>
          </p:nvPr>
        </p:nvSpPr>
        <p:spPr>
          <a:xfrm>
            <a:off x="4790639" y="2754973"/>
            <a:ext cx="2613142" cy="2829795"/>
          </a:xfrm>
          <a:prstGeom prst="rect">
            <a:avLst/>
          </a:prstGeom>
          <a:noFill/>
        </p:spPr>
        <p:txBody>
          <a:bodyPr wrap="square" rtlCol="0" anchor="ctr" anchorCtr="0">
            <a:normAutofit/>
          </a:bodyPr>
          <a:p>
            <a:pPr algn="l" fontAlgn="auto">
              <a:lnSpc>
                <a:spcPct val="120000"/>
              </a:lnSpc>
            </a:pPr>
            <a:r>
              <a:rPr lang="zh-CN" altLang="en-US" spc="200" dirty="0">
                <a:solidFill>
                  <a:schemeClr val="lt1"/>
                </a:solidFill>
                <a:uFillTx/>
                <a:latin typeface="微软雅黑" panose="020B0503020204020204" charset="-122"/>
                <a:ea typeface="微软雅黑" panose="020B0503020204020204" charset="-122"/>
                <a:cs typeface="微软雅黑" panose="020B0503020204020204" charset="-122"/>
              </a:rPr>
              <a:t>处理过程描述={处理过程名，说明，输入：{数据流}，输出：{数据流}，处理：{简要说明}}</a:t>
            </a:r>
            <a:endParaRPr lang="zh-CN" altLang="en-US" spc="200" dirty="0">
              <a:solidFill>
                <a:schemeClr val="lt1"/>
              </a:solidFill>
              <a:uFillTx/>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custDataLst>
              <p:tags r:id="rId11"/>
            </p:custDataLst>
          </p:nvPr>
        </p:nvSpPr>
        <p:spPr>
          <a:xfrm>
            <a:off x="8091865" y="2754973"/>
            <a:ext cx="2613142" cy="2829795"/>
          </a:xfrm>
          <a:prstGeom prst="rect">
            <a:avLst/>
          </a:prstGeom>
          <a:noFill/>
        </p:spPr>
        <p:txBody>
          <a:bodyPr wrap="square" rtlCol="0" anchor="ctr" anchorCtr="0">
            <a:normAutofit/>
          </a:bodyPr>
          <a:p>
            <a:pPr algn="l" fontAlgn="auto">
              <a:lnSpc>
                <a:spcPct val="120000"/>
              </a:lnSpc>
            </a:pPr>
            <a:r>
              <a:rPr lang="zh-CN" altLang="en-US" spc="200" dirty="0">
                <a:solidFill>
                  <a:schemeClr val="lt1"/>
                </a:solidFill>
                <a:uFillTx/>
                <a:latin typeface="微软雅黑" panose="020B0503020204020204" charset="-122"/>
                <a:ea typeface="微软雅黑" panose="020B0503020204020204" charset="-122"/>
              </a:rPr>
              <a:t>可见，数据字典是关于数据库中数据的描述（元数据），而不是数据本身。数据字典是在需求分析阶段建立的，在数据库设计过程中不断修改、充实和完善。</a:t>
            </a:r>
            <a:endParaRPr lang="zh-CN" altLang="en-US" spc="200" dirty="0">
              <a:solidFill>
                <a:schemeClr val="lt1"/>
              </a:solidFill>
              <a:uFillTx/>
              <a:latin typeface="微软雅黑" panose="020B0503020204020204" charset="-122"/>
              <a:ea typeface="微软雅黑" panose="020B0503020204020204" charset="-122"/>
            </a:endParaRPr>
          </a:p>
        </p:txBody>
      </p:sp>
    </p:spTree>
    <p:custDataLst>
      <p:tags r:id="rId12"/>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将需求分析得到的用户需求抽象为信息结构（概念模型）的过程就是概念结构设计。这是整个数据库设计的关键。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概念结构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412875" y="1818005"/>
            <a:ext cx="9292590" cy="458533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在需求分析阶段所得到的应用需求应该首先抽象为信息世界的结构，这样才能更好地、更准确地用某一DBMS实现这些需求。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概念结构的主要特点是：
（1）能真实、充分地反映现实世界，事物和事物之间的联系能满足用户对数据的处理要求，是现实世界的一个真实模型。
（2）易于理解，可以用它和不熟悉计算机的用户交换意见，用户的积极参与是数据库设计成功的关键。
（3）易于更改，当应用环境和应用要求改变时，容易对概念模型修改和扩充。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（4）易于向关系、网状、层次等各种数据模型转换。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概念结构是各种数据模型的共同基础，它比数据模型更独立于机器、更抽象，进而更加稳定。</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描述概念模型的有力工具是E-R模型，有关E-R模型的基本概念已在第1章介绍过。下面将用E-R模型来描述概念结构。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概念结构设计的方法与步骤</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153644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设计概念结构通常有4种方法：
（1）自顶向下，首先定义全局概念结构的框架，然后逐步细化。
（2）自底向上，首先定义各局部应用的概念结构，然后将它们集成起来，得到全局概念结构。
（3）逐步扩张，首先定义最重要的核心概念结构，然后向外扩充，以滚雪球的方式逐步生成其他概念结构，直至总体概念结构。
（4）混合策略，将自顶向下和自底向上相结合，用自顶向下策略设计一个全局概念结构的框架，以它为骨架集成在自底向上策略中设计的各局部概念结构。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其中，最经常采用的策略是自底向上方法，即自顶向下地进行需求分析，然后自底向上地设计概念结构。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数据抽象与局部视图设计</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457200" y="1787525"/>
            <a:ext cx="11278235" cy="369252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概念结构是对现实世界的一种抽象。所谓抽象，是指对实际的人、物、事和概念进行人为处理，抽取所关心的共同特性，忽略非本质的细节，并把这些特性用各种概念精确地加以描述，这些概念组成了某种模型。</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一般有3种抽象：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a:t>
            </a:r>
            <a:r>
              <a:rPr lang="zh-CN" altLang="en-US">
                <a:solidFill>
                  <a:srgbClr val="FF0000"/>
                </a:solidFill>
                <a:latin typeface="Times New Roman" panose="02020603050405020304" charset="0"/>
                <a:cs typeface="Times New Roman" panose="02020603050405020304" charset="0"/>
              </a:rPr>
              <a:t>分类（Classification）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定义某一类概念作为现实世界中一组对象的类型。这些对象具有某些共同的特性和行为。它抽象了对象值和型之间的is member of语义。在E-R模型中，实体型就是这种抽象。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a:t>
            </a:r>
            <a:r>
              <a:rPr lang="zh-CN" altLang="en-US">
                <a:solidFill>
                  <a:srgbClr val="FF0000"/>
                </a:solidFill>
                <a:latin typeface="Times New Roman" panose="02020603050405020304" charset="0"/>
                <a:cs typeface="Times New Roman" panose="02020603050405020304" charset="0"/>
              </a:rPr>
              <a:t>聚集（Aggregation）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定义某一类型的组成成分。它抽象了对象内部类型和成分之间is part of的语义。在E-R模型中，若干属性的聚集组成实体型就是这种抽象。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（3）</a:t>
            </a:r>
            <a:r>
              <a:rPr lang="zh-CN" altLang="en-US">
                <a:solidFill>
                  <a:srgbClr val="FF0000"/>
                </a:solidFill>
                <a:latin typeface="Times New Roman" panose="02020603050405020304" charset="0"/>
                <a:cs typeface="Times New Roman" panose="02020603050405020304" charset="0"/>
              </a:rPr>
              <a:t>概括（Generalization）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定义类型之间的一种子集联系。它抽象了类型之间的is subset of语义。例如，学生是一个实体型，本科生、研究生也是实体型。本科生、研究生均是学生的子集。把学生称为超类（Superclass），本科生、研究生称为学生的子类（Subclass）。</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概念结构设计步骤</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概念结构设计的第一步是利用上面介绍的抽象机制对需求分析阶段收集到的数据进行分类、组织（聚集），形成实体、实体的属性，标识实体的码，确定实体之间的联系类型（1:1，1:n，m:n），设计分E-R图。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视图的集成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2320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各个子系统的分E-R图设计好以后，下一步就是将所有的分E-R图综合成一个系统的总E-R图。一般说来，视图集成可以有两种方式：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多个分E-R图一次集成。
</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逐步集成，用累加的方式一次集成两个分E-R图。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第一种方法比较复杂，做起来难度校大。第二种方法每次只集成两个分E-R图，可以降低复杂度。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无论采用哪种方式，每次集成局部E-R图时都需要分两步走：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（1）合并，解决各个分E-R图之间的冲突，将各个分E-R图合并起来，生成初步E-R图。</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（2）修改和重构，消除不必要的冗余，生成基本E-R图。</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概念结构设计如图4-2所示。合并分E-R图时，各个局部应用所面对的问题不同，且通常由不同的设计人员进行局部视图设计，这就导致各个分E-R图之间必定存在许多不一致的地方，称之为冲突。因此，合并E-R图时并不能简单地将各个分E-R图画到一起，而是必须着力消除各个分E-R图中的不一致，以形成一个能被全系统中所有用户共同理解和接受的统一概念模型。合理消除各个分E-R图的冲突是合并分E-R图的关键所在，各个分E-R图之间的冲突主要有3类：属性冲突、命名冲突和结构冲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视图的集成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2" name="Rectangle 10"/>
          <p:cNvSpPr/>
          <p:nvPr>
            <p:custDataLst>
              <p:tags r:id="rId6"/>
            </p:custDataLst>
          </p:nvPr>
        </p:nvSpPr>
        <p:spPr>
          <a:xfrm>
            <a:off x="5577904" y="1676272"/>
            <a:ext cx="5994439" cy="4876838"/>
          </a:xfrm>
          <a:custGeom>
            <a:avLst/>
            <a:gdLst>
              <a:gd name="connsiteX0" fmla="*/ 4495837 w 4495837"/>
              <a:gd name="connsiteY0" fmla="*/ 0 h 4495834"/>
              <a:gd name="connsiteX1" fmla="*/ 4495834 w 4495837"/>
              <a:gd name="connsiteY1" fmla="*/ 4495834 h 4495834"/>
              <a:gd name="connsiteX2" fmla="*/ 1 w 4495837"/>
              <a:gd name="connsiteY2" fmla="*/ 4495834 h 4495834"/>
              <a:gd name="connsiteX3" fmla="*/ 0 w 4495837"/>
              <a:gd name="connsiteY3" fmla="*/ 1 h 4495834"/>
            </a:gdLst>
            <a:ahLst/>
            <a:cxnLst>
              <a:cxn ang="0">
                <a:pos x="connsiteX0" y="connsiteY0"/>
              </a:cxn>
              <a:cxn ang="0">
                <a:pos x="connsiteX1" y="connsiteY1"/>
              </a:cxn>
              <a:cxn ang="0">
                <a:pos x="connsiteX2" y="connsiteY2"/>
              </a:cxn>
              <a:cxn ang="0">
                <a:pos x="connsiteX3" y="connsiteY3"/>
              </a:cxn>
            </a:cxnLst>
            <a:rect l="l" t="t" r="r" b="b"/>
            <a:pathLst>
              <a:path w="4495837" h="4495834">
                <a:moveTo>
                  <a:pt x="4495837" y="0"/>
                </a:moveTo>
                <a:lnTo>
                  <a:pt x="4495834" y="4495834"/>
                </a:lnTo>
                <a:lnTo>
                  <a:pt x="1" y="4495834"/>
                </a:lnTo>
                <a:lnTo>
                  <a:pt x="0" y="1"/>
                </a:lnTo>
                <a:close/>
              </a:path>
            </a:pathLst>
          </a:custGeom>
          <a:solidFill>
            <a:schemeClr val="lt2"/>
          </a:solidFill>
          <a:ln>
            <a:noFill/>
          </a:ln>
          <a:effectLst>
            <a:outerShdw blurRad="190500" sx="102000" sy="102000" algn="ctr" rotWithShape="0">
              <a:schemeClr val="dk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6d93ff0e-13cc-11ee-99a7-a2d6284a62e3.jpg6d93ff0e-13cc-11ee-99a7-a2d6284a62e3"/>
          <p:cNvPicPr>
            <a:picLocks noChangeAspect="1"/>
          </p:cNvPicPr>
          <p:nvPr>
            <p:custDataLst>
              <p:tags r:id="rId7"/>
            </p:custDataLst>
          </p:nvPr>
        </p:nvPicPr>
        <p:blipFill rotWithShape="1">
          <a:blip r:embed="rId8"/>
          <a:srcRect/>
          <a:stretch>
            <a:fillRect/>
          </a:stretch>
        </p:blipFill>
        <p:spPr>
          <a:xfrm>
            <a:off x="619770" y="2745923"/>
            <a:ext cx="4958080" cy="2737781"/>
          </a:xfrm>
          <a:custGeom>
            <a:avLst/>
            <a:gdLst/>
            <a:ahLst/>
            <a:cxnLst>
              <a:cxn ang="3">
                <a:pos x="hc" y="t"/>
              </a:cxn>
              <a:cxn ang="cd2">
                <a:pos x="l" y="vc"/>
              </a:cxn>
              <a:cxn ang="cd4">
                <a:pos x="hc" y="b"/>
              </a:cxn>
              <a:cxn ang="0">
                <a:pos x="r" y="vc"/>
              </a:cxn>
            </a:cxnLst>
            <a:rect l="l" t="t" r="r" b="b"/>
            <a:pathLst>
              <a:path w="8640" h="5280">
                <a:moveTo>
                  <a:pt x="0" y="0"/>
                </a:moveTo>
                <a:lnTo>
                  <a:pt x="8640" y="0"/>
                </a:lnTo>
                <a:lnTo>
                  <a:pt x="8640" y="5280"/>
                </a:lnTo>
                <a:lnTo>
                  <a:pt x="0" y="5280"/>
                </a:lnTo>
                <a:lnTo>
                  <a:pt x="0" y="0"/>
                </a:lnTo>
                <a:close/>
              </a:path>
            </a:pathLst>
          </a:custGeom>
        </p:spPr>
      </p:pic>
      <p:sp>
        <p:nvSpPr>
          <p:cNvPr id="5" name="Title 6"/>
          <p:cNvSpPr txBox="1"/>
          <p:nvPr>
            <p:custDataLst>
              <p:tags r:id="rId9"/>
            </p:custDataLst>
          </p:nvPr>
        </p:nvSpPr>
        <p:spPr>
          <a:xfrm>
            <a:off x="6065520" y="1993900"/>
            <a:ext cx="4795520" cy="40716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消除不必要的冗余，设计基本E-R图。在初步E-R图中可能存在一些冗余的数据和实体间冗余的联系。所谓冗余的数据，是指可由基本数据导出的数据，冗余的联系是指可由其他联系导出的联系。冗余数据和冗余联系容易破坏数据库的完整性，为数据库维护增加困难，应当予以消除。消除冗余后的初步E-R图称为基本E-R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消除冗余主要采用分析方法，即以数据字典和数据流图为依据，根据数据字典中关于数据项之间逻辑关系的说明来消除冗余。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并不是所有冗余数据与冗余联系都必须加以消除，有时为了提高效率，不得不以冗余信息作为代价。因此，在设计数据库概念结构时，哪些冗余信息必须消除，哪些冗余信息允许存在，需要根据用户的整体需求来确定。如果想人为地保留一些冗余数据，就应该把数据字典中数据关联的说明作为完整性约束条件。</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754505" y="5382260"/>
            <a:ext cx="2540635" cy="368300"/>
          </a:xfrm>
          <a:prstGeom prst="rect">
            <a:avLst/>
          </a:prstGeom>
          <a:noFill/>
        </p:spPr>
        <p:txBody>
          <a:bodyPr wrap="square" rtlCol="0" anchor="t">
            <a:spAutoFit/>
          </a:bodyPr>
          <a:p>
            <a:r>
              <a:rPr lang="zh-CN" altLang="en-US"/>
              <a:t>图4-2 概念结构设计</a:t>
            </a:r>
            <a:endParaRPr lang="zh-CN" altLang="en-US"/>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概念设计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视图的集成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消除冗余主要采用分析方法，即以数据字典和数据流图为依据，根据数据字典中关于数据项之间逻辑关系的说明来消除冗余。
并不是所有冗余数据与冗余联系都必须加以消除，有时为了提高效率，不得不以冗余信息作为代价。因此，在设计数据库概念结构时，哪些冗余信息必须消除，哪些冗余信息允许存在，需要根据用户的整体需求来确定。如果想人为地保留一些冗余数据，就应该把数据字典中数据关联的说明作为完整性约束条件。</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08900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概念结构是独立于任何一种数据模型的信息结构。逻辑结构设计的任务是把概念结构设计阶段设计好的基本E-R图转换为与选用DBMS产品所支持的数据模型相符合的逻辑结构。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从理论上讲，设计逻辑结构应该选择最适合相应概念结构的数据模型，然后对支持这种数据模型的各种DBMS进行比较，从中选出最合适的DBMS，但实际情况往往已经给定了某种DBMS，设计人员没有选择的余地。目前，DBMS产品一般支持关系、网状、层次3种模型中的某一种。对于某一种数据模型，各个机器系统又有许多不同的限制，并且提供不同的环境与工具。所以设计逻辑结构时一般分3步进行：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（1）将概念结构转换为一般的关系、网状、层次模型。
</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（2）将转换来的关系、网状、层次模型向特定DBMS支持下的数据模型转换。</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（3）对数据模型进行优化。</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3"/>
          <p:cNvSpPr/>
          <p:nvPr>
            <p:custDataLst>
              <p:tags r:id="rId5"/>
            </p:custDataLst>
          </p:nvPr>
        </p:nvSpPr>
        <p:spPr>
          <a:xfrm>
            <a:off x="553085" y="1950116"/>
            <a:ext cx="11277690" cy="2506154"/>
          </a:xfrm>
          <a:prstGeom prst="rect">
            <a:avLst/>
          </a:prstGeom>
          <a:pattFill prst="dkDnDiag">
            <a:fgClr>
              <a:schemeClr val="accent1">
                <a:lumMod val="20000"/>
                <a:lumOff val="80000"/>
              </a:schemeClr>
            </a:fgClr>
            <a:bgClr>
              <a:schemeClr val="l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lt1"/>
              </a:solidFill>
              <a:latin typeface="微软雅黑" panose="020B0503020204020204" charset="-122"/>
              <a:ea typeface="微软雅黑" panose="020B0503020204020204" charset="-122"/>
            </a:endParaRPr>
          </a:p>
        </p:txBody>
      </p:sp>
      <p:sp>
        <p:nvSpPr>
          <p:cNvPr id="5" name="任意多边形: 形状 27"/>
          <p:cNvSpPr/>
          <p:nvPr>
            <p:custDataLst>
              <p:tags r:id="rId6"/>
            </p:custDataLst>
          </p:nvPr>
        </p:nvSpPr>
        <p:spPr>
          <a:xfrm rot="10800000">
            <a:off x="10369479" y="1422815"/>
            <a:ext cx="1001148" cy="578238"/>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1534" h="886">
                <a:moveTo>
                  <a:pt x="372" y="0"/>
                </a:moveTo>
                <a:lnTo>
                  <a:pt x="725" y="0"/>
                </a:lnTo>
                <a:lnTo>
                  <a:pt x="514" y="886"/>
                </a:lnTo>
                <a:lnTo>
                  <a:pt x="0" y="886"/>
                </a:lnTo>
                <a:lnTo>
                  <a:pt x="372" y="0"/>
                </a:lnTo>
                <a:close/>
                <a:moveTo>
                  <a:pt x="1181" y="0"/>
                </a:moveTo>
                <a:lnTo>
                  <a:pt x="1534" y="0"/>
                </a:lnTo>
                <a:lnTo>
                  <a:pt x="1323" y="886"/>
                </a:lnTo>
                <a:lnTo>
                  <a:pt x="809" y="886"/>
                </a:lnTo>
                <a:lnTo>
                  <a:pt x="1181" y="0"/>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Title 6"/>
          <p:cNvSpPr txBox="1"/>
          <p:nvPr>
            <p:custDataLst>
              <p:tags r:id="rId7"/>
            </p:custDataLst>
          </p:nvPr>
        </p:nvSpPr>
        <p:spPr>
          <a:xfrm>
            <a:off x="457200" y="5280025"/>
            <a:ext cx="11277600" cy="925830"/>
          </a:xfrm>
          <a:prstGeom prst="rect">
            <a:avLst/>
          </a:prstGeom>
          <a:noFill/>
          <a:ln w="3175">
            <a:noFill/>
            <a:prstDash val="dash"/>
          </a:ln>
        </p:spPr>
        <p:txBody>
          <a:bodyPr wrap="square" lIns="63500" tIns="25400" rIns="63500" bIns="25400" anchor="t"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图4-3所示是逻辑结构设计时的3个步骤。目前，新设计的数据库应用系统大都采用支持关系数据模型的RUBMS，所以这里只介绍E-R图向关系数据模型转换的原则与方法。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6db37553-13cc-11ee-b65e-5a15cddff801.jpg6db37553-13cc-11ee-b65e-5a15cddff801"/>
          <p:cNvPicPr>
            <a:picLocks noChangeAspect="1"/>
          </p:cNvPicPr>
          <p:nvPr>
            <p:custDataLst>
              <p:tags r:id="rId8"/>
            </p:custDataLst>
          </p:nvPr>
        </p:nvPicPr>
        <p:blipFill rotWithShape="1">
          <a:blip r:embed="rId9"/>
          <a:srcRect/>
          <a:stretch>
            <a:fillRect/>
          </a:stretch>
        </p:blipFill>
        <p:spPr>
          <a:xfrm>
            <a:off x="2493558" y="2267652"/>
            <a:ext cx="7204886" cy="1173445"/>
          </a:xfrm>
          <a:custGeom>
            <a:avLst/>
            <a:gdLst/>
            <a:ahLst/>
            <a:cxnLst>
              <a:cxn ang="3">
                <a:pos x="hc" y="t"/>
              </a:cxn>
              <a:cxn ang="cd2">
                <a:pos x="l" y="vc"/>
              </a:cxn>
              <a:cxn ang="cd4">
                <a:pos x="hc" y="b"/>
              </a:cxn>
              <a:cxn ang="0">
                <a:pos x="r" y="vc"/>
              </a:cxn>
            </a:cxnLst>
            <a:rect l="l" t="t" r="r" b="b"/>
            <a:pathLst>
              <a:path w="8160" h="6000">
                <a:moveTo>
                  <a:pt x="0" y="0"/>
                </a:moveTo>
                <a:lnTo>
                  <a:pt x="8160" y="0"/>
                </a:lnTo>
                <a:lnTo>
                  <a:pt x="8160" y="6000"/>
                </a:lnTo>
                <a:lnTo>
                  <a:pt x="0" y="6000"/>
                </a:lnTo>
                <a:lnTo>
                  <a:pt x="0" y="0"/>
                </a:lnTo>
                <a:close/>
              </a:path>
            </a:pathLst>
          </a:custGeom>
        </p:spPr>
      </p:pic>
      <p:sp>
        <p:nvSpPr>
          <p:cNvPr id="8" name="文本框 7"/>
          <p:cNvSpPr txBox="1"/>
          <p:nvPr/>
        </p:nvSpPr>
        <p:spPr>
          <a:xfrm>
            <a:off x="4054475" y="3542030"/>
            <a:ext cx="3671570" cy="368300"/>
          </a:xfrm>
          <a:prstGeom prst="rect">
            <a:avLst/>
          </a:prstGeom>
          <a:noFill/>
        </p:spPr>
        <p:txBody>
          <a:bodyPr wrap="square" rtlCol="0" anchor="t">
            <a:spAutoFit/>
          </a:bodyPr>
          <a:p>
            <a:r>
              <a:rPr lang="zh-CN" altLang="en-US"/>
              <a:t>图4-3 逻辑结构设计时的3个步骤</a:t>
            </a:r>
            <a:endParaRPr lang="zh-CN" altLang="en-US"/>
          </a:p>
        </p:txBody>
      </p:sp>
    </p:spTree>
    <p:custDataLst>
      <p:tags r:id="rId10"/>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E-R图向关系模型的转换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57325"/>
            <a:ext cx="11277600" cy="5322570"/>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E-R图</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向关系模型的转换要解决的问题是如何将实体型和实体间的联系转换为关系模式，以及如何确定这些关系模式的属性和码。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关系模型的逻辑结构是一组关系模式的集合</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R图则是由实体型、实体的属性和实体型之间的联系3个要素组成的。所以，将E-R图转换为关系模型实际上就是将实体型、实体的属性和实体型之间的联系转换为关系模式，这种转换一般遵循的原则是，一个实体型转换为一个关系模式。实体的属性就是关系的属性，实体的码就是关系的码。
对于实体型间的联系有以下不同的情况：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（1）一个1:1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联系可以转换为一个独立的关系模式，也可以与任意一端对应的关系模式合并。如果转换为一个独立的关系模式，与该联系相连的各个实体的码以及联系本身的属性就全部转换为关系的属性，每个实体的码均是该关系的候选码。如果与某一端实体对应的关系模式合并，就需要在该关系模式的属性中加入另一个关系模式的码和联系本身的属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（2）一个1:n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联系可以转换为一个独立的关系模式，也可以与n端对应的关系模式合并。如果转换为一个独立的关系模式，与该联系相连的各个实体的码以及联系本身的属性就全部转换为关系的属性，而关系的码为n端实体的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（3）一个m:n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联系转换为一个关系模式，与该联系相连的各个实体的码以及联系本身的属性均转换为关系的属性，各个实体的码组成关系的码或关系码的一部分。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（4）3个或3个</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以上实体间的多元联系可以转换为一个关系模式。与该多元联系相连的各个实体的码以及联系本身的属性均转换为关系的属性，各个实体的码组成关系的码或关系码的一部分。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（5）具有相同码的关系模式可合并</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数据模型的优化</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548703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数据库逻辑设计的结果不是唯一的。为了进一步提高数据库应用系统的性能，还应该根据应用需要适当地修改、调整数据模型的结构，这就是数据模型的优化。关系数据模型的优化通常以规范化理论为指导，方法为：
（1）</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确定数据依赖</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2.4.1小节中已讲到用数据依赖的概念分析和表示数据项之间的联系，并写出每个数据项之间的数据依赖。按需求分析阶段所得到的语义分别写出每个关系模式内部各个属性之间的数据依赖以及不同关系模式属性之间的数据依赖。
（2）对各个关系模式之间的数据依赖进行</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极小化处理</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，消除冗余的联系，具体方法已在第2.4.2小节中讲解过。
（3）按照</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数据依赖</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的理论对关系模式逐一进行分析，考察是否存在部分函数依赖、传递函数依赖、多值依赖等，确定各个关系模式分别属于第几范式。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（4）按照需求分析阶段得到的处理要求分析对于这样的应用环境这些模式是否合适，确定是否要对某些</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模式进行合并或分解</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（5）对</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关系模式进行必要的分解</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，提高数据操作的效率和存储空间的利用率。常用的两种分解方法是水平分解和垂直分解。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水平分解是把基本关系的元组分为若干子集合，定义每个子集合为一个子关系，以提高系统的效率。根据“80/20原则”，在一个大关系中，经常被使用的数据只是关系的一部分，约20%，可以把经常使用的数据分解出来，形成一个子关系。如果关系R上具有几个事务，而且多数事务存取的数据不相交，R就可以分解为少于或等于n个子关系，使每个事务存取的数据对应一个关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垂直分解是把关系模式R的属性分解为若干子集合，形成若干子关系模式。垂直分解的原则是，经常在一起使用的属性从R中分解出来形成一个子关系模式。垂直分解可以提高某些事务的效率，但也可能使另一些事务不得不执行连接操作，从而降低了效率。因此，是否进行垂直分解取决于分解后R上所有事务的总效率是否得到了提高。垂直分解需要确保无损连接性和保持函数依赖，即保证分解后的关系具有无损连接性和保持函数依赖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设计用户子模式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等腰三角形 3"/>
          <p:cNvSpPr>
            <a:spLocks noChangeArrowheads="1"/>
          </p:cNvSpPr>
          <p:nvPr>
            <p:custDataLst>
              <p:tags r:id="rId6"/>
            </p:custDataLst>
          </p:nvPr>
        </p:nvSpPr>
        <p:spPr bwMode="auto">
          <a:xfrm rot="5400000">
            <a:off x="1525057" y="3473885"/>
            <a:ext cx="1538804" cy="1326728"/>
          </a:xfrm>
          <a:prstGeom prst="triangle">
            <a:avLst>
              <a:gd name="adj" fmla="val 50000"/>
            </a:avLst>
          </a:prstGeom>
          <a:solidFill>
            <a:schemeClr val="accent1">
              <a:lumMod val="20000"/>
              <a:lumOff val="80000"/>
            </a:schemeClr>
          </a:solidFill>
          <a:ln>
            <a:noFill/>
          </a:ln>
        </p:spPr>
        <p:txBody>
          <a:bodyPr anchor="ctr">
            <a:norm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spcBef>
                <a:spcPct val="0"/>
              </a:spcBef>
              <a:buFont typeface="Arial" panose="020B0604020202020204" pitchFamily="34" charset="0"/>
              <a:buNone/>
            </a:pPr>
            <a:endParaRPr lang="zh-CN" altLang="zh-CN">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5" name="等腰三角形 4"/>
          <p:cNvSpPr>
            <a:spLocks noChangeArrowheads="1"/>
          </p:cNvSpPr>
          <p:nvPr>
            <p:custDataLst>
              <p:tags r:id="rId7"/>
            </p:custDataLst>
          </p:nvPr>
        </p:nvSpPr>
        <p:spPr bwMode="auto">
          <a:xfrm rot="5400000">
            <a:off x="1211624" y="3473885"/>
            <a:ext cx="1538804" cy="1326730"/>
          </a:xfrm>
          <a:prstGeom prst="triangle">
            <a:avLst>
              <a:gd name="adj" fmla="val 50000"/>
            </a:avLst>
          </a:prstGeom>
          <a:solidFill>
            <a:schemeClr val="accent1"/>
          </a:solidFill>
          <a:ln>
            <a:noFill/>
          </a:ln>
        </p:spPr>
        <p:txBody>
          <a:bodyPr anchor="ctr">
            <a:norm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spcBef>
                <a:spcPct val="0"/>
              </a:spcBef>
              <a:buFont typeface="Arial" panose="020B0604020202020204" pitchFamily="34" charset="0"/>
              <a:buNone/>
            </a:pPr>
            <a:endParaRPr lang="zh-CN" altLang="zh-CN">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6" name="KSO_Shape"/>
          <p:cNvSpPr/>
          <p:nvPr>
            <p:custDataLst>
              <p:tags r:id="rId8"/>
            </p:custDataLst>
          </p:nvPr>
        </p:nvSpPr>
        <p:spPr bwMode="auto">
          <a:xfrm>
            <a:off x="3484918" y="2288281"/>
            <a:ext cx="606569" cy="606569"/>
          </a:xfrm>
          <a:custGeom>
            <a:avLst/>
            <a:gdLst>
              <a:gd name="T0" fmla="*/ 956359 w 1647825"/>
              <a:gd name="T1" fmla="*/ 1636826 h 1647826"/>
              <a:gd name="T2" fmla="*/ 747857 w 1647825"/>
              <a:gd name="T3" fmla="*/ 1644290 h 1647826"/>
              <a:gd name="T4" fmla="*/ 552064 w 1647825"/>
              <a:gd name="T5" fmla="*/ 1602253 h 1647826"/>
              <a:gd name="T6" fmla="*/ 715689 w 1647825"/>
              <a:gd name="T7" fmla="*/ 1601861 h 1647826"/>
              <a:gd name="T8" fmla="*/ 887256 w 1647825"/>
              <a:gd name="T9" fmla="*/ 1606575 h 1647826"/>
              <a:gd name="T10" fmla="*/ 1054454 w 1647825"/>
              <a:gd name="T11" fmla="*/ 1574360 h 1647826"/>
              <a:gd name="T12" fmla="*/ 824299 w 1647825"/>
              <a:gd name="T13" fmla="*/ 1511300 h 1647826"/>
              <a:gd name="T14" fmla="*/ 704546 w 1647825"/>
              <a:gd name="T15" fmla="*/ 1461552 h 1647826"/>
              <a:gd name="T16" fmla="*/ 930127 w 1647825"/>
              <a:gd name="T17" fmla="*/ 1463902 h 1647826"/>
              <a:gd name="T18" fmla="*/ 1356122 w 1647825"/>
              <a:gd name="T19" fmla="*/ 1452828 h 1647826"/>
              <a:gd name="T20" fmla="*/ 1149747 w 1647825"/>
              <a:gd name="T21" fmla="*/ 1581151 h 1647826"/>
              <a:gd name="T22" fmla="*/ 515270 w 1647825"/>
              <a:gd name="T23" fmla="*/ 1266356 h 1647826"/>
              <a:gd name="T24" fmla="*/ 425814 w 1647825"/>
              <a:gd name="T25" fmla="*/ 1545074 h 1647826"/>
              <a:gd name="T26" fmla="*/ 236961 w 1647825"/>
              <a:gd name="T27" fmla="*/ 1401552 h 1647826"/>
              <a:gd name="T28" fmla="*/ 652180 w 1647825"/>
              <a:gd name="T29" fmla="*/ 1071563 h 1647826"/>
              <a:gd name="T30" fmla="*/ 198520 w 1647825"/>
              <a:gd name="T31" fmla="*/ 994251 h 1647826"/>
              <a:gd name="T32" fmla="*/ 228545 w 1647825"/>
              <a:gd name="T33" fmla="*/ 1165580 h 1647826"/>
              <a:gd name="T34" fmla="*/ 158888 w 1647825"/>
              <a:gd name="T35" fmla="*/ 998634 h 1647826"/>
              <a:gd name="T36" fmla="*/ 1499776 w 1647825"/>
              <a:gd name="T37" fmla="*/ 943174 h 1647826"/>
              <a:gd name="T38" fmla="*/ 1443657 w 1647825"/>
              <a:gd name="T39" fmla="*/ 1118941 h 1647826"/>
              <a:gd name="T40" fmla="*/ 1430523 w 1647825"/>
              <a:gd name="T41" fmla="*/ 1050060 h 1647826"/>
              <a:gd name="T42" fmla="*/ 1647825 w 1647825"/>
              <a:gd name="T43" fmla="*/ 804876 h 1647826"/>
              <a:gd name="T44" fmla="*/ 1627188 w 1647825"/>
              <a:gd name="T45" fmla="*/ 1006630 h 1647826"/>
              <a:gd name="T46" fmla="*/ 1562100 w 1647825"/>
              <a:gd name="T47" fmla="*/ 1190116 h 1647826"/>
              <a:gd name="T48" fmla="*/ 1456928 w 1647825"/>
              <a:gd name="T49" fmla="*/ 1350963 h 1647826"/>
              <a:gd name="T50" fmla="*/ 1529556 w 1647825"/>
              <a:gd name="T51" fmla="*/ 1167081 h 1647826"/>
              <a:gd name="T52" fmla="*/ 1588294 w 1647825"/>
              <a:gd name="T53" fmla="*/ 1003056 h 1647826"/>
              <a:gd name="T54" fmla="*/ 1608931 w 1647825"/>
              <a:gd name="T55" fmla="*/ 823940 h 1647826"/>
              <a:gd name="T56" fmla="*/ 45244 w 1647825"/>
              <a:gd name="T57" fmla="*/ 926307 h 1647826"/>
              <a:gd name="T58" fmla="*/ 89297 w 1647825"/>
              <a:gd name="T59" fmla="*/ 1101726 h 1647826"/>
              <a:gd name="T60" fmla="*/ 170260 w 1647825"/>
              <a:gd name="T61" fmla="*/ 1259285 h 1647826"/>
              <a:gd name="T62" fmla="*/ 135335 w 1647825"/>
              <a:gd name="T63" fmla="*/ 1276748 h 1647826"/>
              <a:gd name="T64" fmla="*/ 46831 w 1647825"/>
              <a:gd name="T65" fmla="*/ 1098948 h 1647826"/>
              <a:gd name="T66" fmla="*/ 3175 w 1647825"/>
              <a:gd name="T67" fmla="*/ 900907 h 1647826"/>
              <a:gd name="T68" fmla="*/ 1314889 w 1647825"/>
              <a:gd name="T69" fmla="*/ 671513 h 1647826"/>
              <a:gd name="T70" fmla="*/ 987105 w 1647825"/>
              <a:gd name="T71" fmla="*/ 1046163 h 1647826"/>
              <a:gd name="T72" fmla="*/ 1540533 w 1647825"/>
              <a:gd name="T73" fmla="*/ 418281 h 1647826"/>
              <a:gd name="T74" fmla="*/ 1626767 w 1647825"/>
              <a:gd name="T75" fmla="*/ 640748 h 1647826"/>
              <a:gd name="T76" fmla="*/ 1341437 w 1647825"/>
              <a:gd name="T77" fmla="*/ 662559 h 1647826"/>
              <a:gd name="T78" fmla="*/ 175991 w 1647825"/>
              <a:gd name="T79" fmla="*/ 833870 h 1647826"/>
              <a:gd name="T80" fmla="*/ 31713 w 1647825"/>
              <a:gd name="T81" fmla="*/ 595541 h 1647826"/>
              <a:gd name="T82" fmla="*/ 293316 w 1647825"/>
              <a:gd name="T83" fmla="*/ 387350 h 1647826"/>
              <a:gd name="T84" fmla="*/ 1155020 w 1647825"/>
              <a:gd name="T85" fmla="*/ 223001 h 1647826"/>
              <a:gd name="T86" fmla="*/ 1312138 w 1647825"/>
              <a:gd name="T87" fmla="*/ 341854 h 1647826"/>
              <a:gd name="T88" fmla="*/ 1208052 w 1647825"/>
              <a:gd name="T89" fmla="*/ 302633 h 1647826"/>
              <a:gd name="T90" fmla="*/ 598488 w 1647825"/>
              <a:gd name="T91" fmla="*/ 217164 h 1647826"/>
              <a:gd name="T92" fmla="*/ 395220 w 1647825"/>
              <a:gd name="T93" fmla="*/ 338651 h 1647826"/>
              <a:gd name="T94" fmla="*/ 380872 w 1647825"/>
              <a:gd name="T95" fmla="*/ 299616 h 1647826"/>
              <a:gd name="T96" fmla="*/ 545878 w 1647825"/>
              <a:gd name="T97" fmla="*/ 196850 h 1647826"/>
              <a:gd name="T98" fmla="*/ 1212850 w 1647825"/>
              <a:gd name="T99" fmla="*/ 97392 h 1647826"/>
              <a:gd name="T100" fmla="*/ 1386682 w 1647825"/>
              <a:gd name="T101" fmla="*/ 223079 h 1647826"/>
              <a:gd name="T102" fmla="*/ 1522413 w 1647825"/>
              <a:gd name="T103" fmla="*/ 388938 h 1647826"/>
              <a:gd name="T104" fmla="*/ 1364457 w 1647825"/>
              <a:gd name="T105" fmla="*/ 255694 h 1647826"/>
              <a:gd name="T106" fmla="*/ 1221582 w 1647825"/>
              <a:gd name="T107" fmla="*/ 147507 h 1647826"/>
              <a:gd name="T108" fmla="*/ 1055291 w 1647825"/>
              <a:gd name="T109" fmla="*/ 73527 h 1647826"/>
              <a:gd name="T110" fmla="*/ 470813 w 1647825"/>
              <a:gd name="T111" fmla="*/ 122846 h 1647826"/>
              <a:gd name="T112" fmla="*/ 319328 w 1647825"/>
              <a:gd name="T113" fmla="*/ 222679 h 1647826"/>
              <a:gd name="T114" fmla="*/ 195602 w 1647825"/>
              <a:gd name="T115" fmla="*/ 354728 h 1647826"/>
              <a:gd name="T116" fmla="*/ 218602 w 1647825"/>
              <a:gd name="T117" fmla="*/ 265635 h 1647826"/>
              <a:gd name="T118" fmla="*/ 383174 w 1647825"/>
              <a:gd name="T119" fmla="*/ 127619 h 1647826"/>
              <a:gd name="T120" fmla="*/ 580263 w 1647825"/>
              <a:gd name="T121" fmla="*/ 36139 h 1647826"/>
              <a:gd name="T122" fmla="*/ 995500 w 1647825"/>
              <a:gd name="T123" fmla="*/ 18230 h 1647826"/>
              <a:gd name="T124" fmla="*/ 630147 w 1647825"/>
              <a:gd name="T125" fmla="*/ 63409 h 1647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47825" h="1647826">
                <a:moveTo>
                  <a:pt x="1069148" y="1570038"/>
                </a:moveTo>
                <a:lnTo>
                  <a:pt x="1117600" y="1593610"/>
                </a:lnTo>
                <a:lnTo>
                  <a:pt x="1100126" y="1600289"/>
                </a:lnTo>
                <a:lnTo>
                  <a:pt x="1082651" y="1606182"/>
                </a:lnTo>
                <a:lnTo>
                  <a:pt x="1065177" y="1611682"/>
                </a:lnTo>
                <a:lnTo>
                  <a:pt x="1047305" y="1616790"/>
                </a:lnTo>
                <a:lnTo>
                  <a:pt x="1029831" y="1621504"/>
                </a:lnTo>
                <a:lnTo>
                  <a:pt x="1011562" y="1626218"/>
                </a:lnTo>
                <a:lnTo>
                  <a:pt x="993293" y="1630147"/>
                </a:lnTo>
                <a:lnTo>
                  <a:pt x="974628" y="1634076"/>
                </a:lnTo>
                <a:lnTo>
                  <a:pt x="956359" y="1636826"/>
                </a:lnTo>
                <a:lnTo>
                  <a:pt x="937693" y="1639969"/>
                </a:lnTo>
                <a:lnTo>
                  <a:pt x="919027" y="1641933"/>
                </a:lnTo>
                <a:lnTo>
                  <a:pt x="899964" y="1644290"/>
                </a:lnTo>
                <a:lnTo>
                  <a:pt x="880901" y="1645469"/>
                </a:lnTo>
                <a:lnTo>
                  <a:pt x="862235" y="1646648"/>
                </a:lnTo>
                <a:lnTo>
                  <a:pt x="842775" y="1647826"/>
                </a:lnTo>
                <a:lnTo>
                  <a:pt x="823315" y="1647826"/>
                </a:lnTo>
                <a:lnTo>
                  <a:pt x="804252" y="1647826"/>
                </a:lnTo>
                <a:lnTo>
                  <a:pt x="785586" y="1646648"/>
                </a:lnTo>
                <a:lnTo>
                  <a:pt x="766523" y="1645862"/>
                </a:lnTo>
                <a:lnTo>
                  <a:pt x="747857" y="1644290"/>
                </a:lnTo>
                <a:lnTo>
                  <a:pt x="729986" y="1642326"/>
                </a:lnTo>
                <a:lnTo>
                  <a:pt x="711320" y="1640362"/>
                </a:lnTo>
                <a:lnTo>
                  <a:pt x="693051" y="1637219"/>
                </a:lnTo>
                <a:lnTo>
                  <a:pt x="674782" y="1634469"/>
                </a:lnTo>
                <a:lnTo>
                  <a:pt x="656911" y="1630933"/>
                </a:lnTo>
                <a:lnTo>
                  <a:pt x="639039" y="1627004"/>
                </a:lnTo>
                <a:lnTo>
                  <a:pt x="621168" y="1622683"/>
                </a:lnTo>
                <a:lnTo>
                  <a:pt x="603693" y="1617968"/>
                </a:lnTo>
                <a:lnTo>
                  <a:pt x="586219" y="1613254"/>
                </a:lnTo>
                <a:lnTo>
                  <a:pt x="569142" y="1607754"/>
                </a:lnTo>
                <a:lnTo>
                  <a:pt x="552064" y="1602253"/>
                </a:lnTo>
                <a:lnTo>
                  <a:pt x="534987" y="1596360"/>
                </a:lnTo>
                <a:lnTo>
                  <a:pt x="583439" y="1572003"/>
                </a:lnTo>
                <a:lnTo>
                  <a:pt x="597736" y="1576324"/>
                </a:lnTo>
                <a:lnTo>
                  <a:pt x="612033" y="1580646"/>
                </a:lnTo>
                <a:lnTo>
                  <a:pt x="626728" y="1584182"/>
                </a:lnTo>
                <a:lnTo>
                  <a:pt x="640628" y="1587717"/>
                </a:lnTo>
                <a:lnTo>
                  <a:pt x="655322" y="1591253"/>
                </a:lnTo>
                <a:lnTo>
                  <a:pt x="670811" y="1594396"/>
                </a:lnTo>
                <a:lnTo>
                  <a:pt x="685505" y="1597146"/>
                </a:lnTo>
                <a:lnTo>
                  <a:pt x="700597" y="1599896"/>
                </a:lnTo>
                <a:lnTo>
                  <a:pt x="715689" y="1601861"/>
                </a:lnTo>
                <a:lnTo>
                  <a:pt x="730780" y="1603432"/>
                </a:lnTo>
                <a:lnTo>
                  <a:pt x="745872" y="1605396"/>
                </a:lnTo>
                <a:lnTo>
                  <a:pt x="760963" y="1606575"/>
                </a:lnTo>
                <a:lnTo>
                  <a:pt x="776452" y="1607754"/>
                </a:lnTo>
                <a:lnTo>
                  <a:pt x="791941" y="1608932"/>
                </a:lnTo>
                <a:lnTo>
                  <a:pt x="807429" y="1609325"/>
                </a:lnTo>
                <a:lnTo>
                  <a:pt x="823315" y="1609325"/>
                </a:lnTo>
                <a:lnTo>
                  <a:pt x="839201" y="1609325"/>
                </a:lnTo>
                <a:lnTo>
                  <a:pt x="855087" y="1608147"/>
                </a:lnTo>
                <a:lnTo>
                  <a:pt x="870973" y="1607754"/>
                </a:lnTo>
                <a:lnTo>
                  <a:pt x="887256" y="1606575"/>
                </a:lnTo>
                <a:lnTo>
                  <a:pt x="902744" y="1605396"/>
                </a:lnTo>
                <a:lnTo>
                  <a:pt x="918233" y="1603432"/>
                </a:lnTo>
                <a:lnTo>
                  <a:pt x="933722" y="1601468"/>
                </a:lnTo>
                <a:lnTo>
                  <a:pt x="949210" y="1598718"/>
                </a:lnTo>
                <a:lnTo>
                  <a:pt x="964699" y="1596360"/>
                </a:lnTo>
                <a:lnTo>
                  <a:pt x="980188" y="1593218"/>
                </a:lnTo>
                <a:lnTo>
                  <a:pt x="995279" y="1590467"/>
                </a:lnTo>
                <a:lnTo>
                  <a:pt x="1010371" y="1586932"/>
                </a:lnTo>
                <a:lnTo>
                  <a:pt x="1025065" y="1583003"/>
                </a:lnTo>
                <a:lnTo>
                  <a:pt x="1039760" y="1578681"/>
                </a:lnTo>
                <a:lnTo>
                  <a:pt x="1054454" y="1574360"/>
                </a:lnTo>
                <a:lnTo>
                  <a:pt x="1069148" y="1570038"/>
                </a:lnTo>
                <a:close/>
                <a:moveTo>
                  <a:pt x="990600" y="1450975"/>
                </a:moveTo>
                <a:lnTo>
                  <a:pt x="960761" y="1497590"/>
                </a:lnTo>
                <a:lnTo>
                  <a:pt x="944450" y="1500332"/>
                </a:lnTo>
                <a:lnTo>
                  <a:pt x="927740" y="1503466"/>
                </a:lnTo>
                <a:lnTo>
                  <a:pt x="910632" y="1505424"/>
                </a:lnTo>
                <a:lnTo>
                  <a:pt x="893923" y="1507775"/>
                </a:lnTo>
                <a:lnTo>
                  <a:pt x="876417" y="1508950"/>
                </a:lnTo>
                <a:lnTo>
                  <a:pt x="859310" y="1510125"/>
                </a:lnTo>
                <a:lnTo>
                  <a:pt x="841804" y="1510909"/>
                </a:lnTo>
                <a:lnTo>
                  <a:pt x="824299" y="1511300"/>
                </a:lnTo>
                <a:lnTo>
                  <a:pt x="807589" y="1510909"/>
                </a:lnTo>
                <a:lnTo>
                  <a:pt x="791675" y="1510125"/>
                </a:lnTo>
                <a:lnTo>
                  <a:pt x="775363" y="1508950"/>
                </a:lnTo>
                <a:lnTo>
                  <a:pt x="759051" y="1507775"/>
                </a:lnTo>
                <a:lnTo>
                  <a:pt x="743137" y="1506208"/>
                </a:lnTo>
                <a:lnTo>
                  <a:pt x="727223" y="1503858"/>
                </a:lnTo>
                <a:lnTo>
                  <a:pt x="711707" y="1501899"/>
                </a:lnTo>
                <a:lnTo>
                  <a:pt x="695395" y="1498765"/>
                </a:lnTo>
                <a:lnTo>
                  <a:pt x="666750" y="1453326"/>
                </a:lnTo>
                <a:lnTo>
                  <a:pt x="685449" y="1458026"/>
                </a:lnTo>
                <a:lnTo>
                  <a:pt x="704546" y="1461552"/>
                </a:lnTo>
                <a:lnTo>
                  <a:pt x="724041" y="1465077"/>
                </a:lnTo>
                <a:lnTo>
                  <a:pt x="743933" y="1467819"/>
                </a:lnTo>
                <a:lnTo>
                  <a:pt x="763428" y="1469778"/>
                </a:lnTo>
                <a:lnTo>
                  <a:pt x="783718" y="1471345"/>
                </a:lnTo>
                <a:lnTo>
                  <a:pt x="803611" y="1472520"/>
                </a:lnTo>
                <a:lnTo>
                  <a:pt x="824299" y="1472520"/>
                </a:lnTo>
                <a:lnTo>
                  <a:pt x="845783" y="1472520"/>
                </a:lnTo>
                <a:lnTo>
                  <a:pt x="866869" y="1470953"/>
                </a:lnTo>
                <a:lnTo>
                  <a:pt x="888353" y="1469386"/>
                </a:lnTo>
                <a:lnTo>
                  <a:pt x="909439" y="1467428"/>
                </a:lnTo>
                <a:lnTo>
                  <a:pt x="930127" y="1463902"/>
                </a:lnTo>
                <a:lnTo>
                  <a:pt x="950417" y="1460377"/>
                </a:lnTo>
                <a:lnTo>
                  <a:pt x="970708" y="1456068"/>
                </a:lnTo>
                <a:lnTo>
                  <a:pt x="990600" y="1450975"/>
                </a:lnTo>
                <a:close/>
                <a:moveTo>
                  <a:pt x="1402556" y="1195388"/>
                </a:moveTo>
                <a:lnTo>
                  <a:pt x="1425972" y="1326889"/>
                </a:lnTo>
                <a:lnTo>
                  <a:pt x="1435100" y="1376153"/>
                </a:lnTo>
                <a:lnTo>
                  <a:pt x="1420019" y="1392044"/>
                </a:lnTo>
                <a:lnTo>
                  <a:pt x="1404541" y="1408333"/>
                </a:lnTo>
                <a:lnTo>
                  <a:pt x="1389063" y="1423429"/>
                </a:lnTo>
                <a:lnTo>
                  <a:pt x="1372394" y="1438526"/>
                </a:lnTo>
                <a:lnTo>
                  <a:pt x="1356122" y="1452828"/>
                </a:lnTo>
                <a:lnTo>
                  <a:pt x="1339056" y="1467131"/>
                </a:lnTo>
                <a:lnTo>
                  <a:pt x="1321594" y="1480241"/>
                </a:lnTo>
                <a:lnTo>
                  <a:pt x="1303734" y="1493749"/>
                </a:lnTo>
                <a:lnTo>
                  <a:pt x="1285875" y="1506462"/>
                </a:lnTo>
                <a:lnTo>
                  <a:pt x="1267619" y="1518380"/>
                </a:lnTo>
                <a:lnTo>
                  <a:pt x="1248569" y="1529902"/>
                </a:lnTo>
                <a:lnTo>
                  <a:pt x="1229519" y="1541423"/>
                </a:lnTo>
                <a:lnTo>
                  <a:pt x="1210072" y="1552149"/>
                </a:lnTo>
                <a:lnTo>
                  <a:pt x="1190228" y="1562082"/>
                </a:lnTo>
                <a:lnTo>
                  <a:pt x="1170384" y="1572014"/>
                </a:lnTo>
                <a:lnTo>
                  <a:pt x="1149747" y="1581151"/>
                </a:lnTo>
                <a:lnTo>
                  <a:pt x="1103709" y="1557711"/>
                </a:lnTo>
                <a:lnTo>
                  <a:pt x="989012" y="1500503"/>
                </a:lnTo>
                <a:lnTo>
                  <a:pt x="996553" y="1489379"/>
                </a:lnTo>
                <a:lnTo>
                  <a:pt x="1027906" y="1439321"/>
                </a:lnTo>
                <a:lnTo>
                  <a:pt x="1136253" y="1267694"/>
                </a:lnTo>
                <a:lnTo>
                  <a:pt x="1342628" y="1211279"/>
                </a:lnTo>
                <a:lnTo>
                  <a:pt x="1400969" y="1195785"/>
                </a:lnTo>
                <a:lnTo>
                  <a:pt x="1402556" y="1195388"/>
                </a:lnTo>
                <a:close/>
                <a:moveTo>
                  <a:pt x="252864" y="1195388"/>
                </a:moveTo>
                <a:lnTo>
                  <a:pt x="302960" y="1209265"/>
                </a:lnTo>
                <a:lnTo>
                  <a:pt x="515270" y="1266356"/>
                </a:lnTo>
                <a:lnTo>
                  <a:pt x="518849" y="1267545"/>
                </a:lnTo>
                <a:lnTo>
                  <a:pt x="537137" y="1295695"/>
                </a:lnTo>
                <a:lnTo>
                  <a:pt x="629775" y="1441992"/>
                </a:lnTo>
                <a:lnTo>
                  <a:pt x="660786" y="1491154"/>
                </a:lnTo>
                <a:lnTo>
                  <a:pt x="666750" y="1500669"/>
                </a:lnTo>
                <a:lnTo>
                  <a:pt x="550655" y="1559743"/>
                </a:lnTo>
                <a:lnTo>
                  <a:pt x="504138" y="1582738"/>
                </a:lnTo>
                <a:lnTo>
                  <a:pt x="484259" y="1574412"/>
                </a:lnTo>
                <a:lnTo>
                  <a:pt x="464379" y="1564897"/>
                </a:lnTo>
                <a:lnTo>
                  <a:pt x="444898" y="1555382"/>
                </a:lnTo>
                <a:lnTo>
                  <a:pt x="425814" y="1545074"/>
                </a:lnTo>
                <a:lnTo>
                  <a:pt x="407127" y="1533973"/>
                </a:lnTo>
                <a:lnTo>
                  <a:pt x="388441" y="1522871"/>
                </a:lnTo>
                <a:lnTo>
                  <a:pt x="370152" y="1511374"/>
                </a:lnTo>
                <a:lnTo>
                  <a:pt x="352260" y="1498687"/>
                </a:lnTo>
                <a:lnTo>
                  <a:pt x="334767" y="1486396"/>
                </a:lnTo>
                <a:lnTo>
                  <a:pt x="317671" y="1473313"/>
                </a:lnTo>
                <a:lnTo>
                  <a:pt x="300972" y="1459833"/>
                </a:lnTo>
                <a:lnTo>
                  <a:pt x="284671" y="1445560"/>
                </a:lnTo>
                <a:lnTo>
                  <a:pt x="267972" y="1431287"/>
                </a:lnTo>
                <a:lnTo>
                  <a:pt x="252467" y="1416618"/>
                </a:lnTo>
                <a:lnTo>
                  <a:pt x="236961" y="1401552"/>
                </a:lnTo>
                <a:lnTo>
                  <a:pt x="222250" y="1386090"/>
                </a:lnTo>
                <a:lnTo>
                  <a:pt x="230202" y="1336531"/>
                </a:lnTo>
                <a:lnTo>
                  <a:pt x="251671" y="1203318"/>
                </a:lnTo>
                <a:lnTo>
                  <a:pt x="252864" y="1195388"/>
                </a:lnTo>
                <a:close/>
                <a:moveTo>
                  <a:pt x="950912" y="1071563"/>
                </a:moveTo>
                <a:lnTo>
                  <a:pt x="998316" y="1071563"/>
                </a:lnTo>
                <a:lnTo>
                  <a:pt x="1120775" y="1245264"/>
                </a:lnTo>
                <a:lnTo>
                  <a:pt x="1119590" y="1245662"/>
                </a:lnTo>
                <a:lnTo>
                  <a:pt x="1095888" y="1279526"/>
                </a:lnTo>
                <a:lnTo>
                  <a:pt x="950912" y="1071563"/>
                </a:lnTo>
                <a:close/>
                <a:moveTo>
                  <a:pt x="652180" y="1071563"/>
                </a:moveTo>
                <a:lnTo>
                  <a:pt x="700087" y="1071563"/>
                </a:lnTo>
                <a:lnTo>
                  <a:pt x="554783" y="1276351"/>
                </a:lnTo>
                <a:lnTo>
                  <a:pt x="534987" y="1244662"/>
                </a:lnTo>
                <a:lnTo>
                  <a:pt x="652180" y="1071563"/>
                </a:lnTo>
                <a:close/>
                <a:moveTo>
                  <a:pt x="177703" y="873125"/>
                </a:moveTo>
                <a:lnTo>
                  <a:pt x="179305" y="893844"/>
                </a:lnTo>
                <a:lnTo>
                  <a:pt x="182107" y="914164"/>
                </a:lnTo>
                <a:lnTo>
                  <a:pt x="185710" y="934485"/>
                </a:lnTo>
                <a:lnTo>
                  <a:pt x="188913" y="954805"/>
                </a:lnTo>
                <a:lnTo>
                  <a:pt x="193716" y="974727"/>
                </a:lnTo>
                <a:lnTo>
                  <a:pt x="198520" y="994251"/>
                </a:lnTo>
                <a:lnTo>
                  <a:pt x="204125" y="1013774"/>
                </a:lnTo>
                <a:lnTo>
                  <a:pt x="210931" y="1032899"/>
                </a:lnTo>
                <a:lnTo>
                  <a:pt x="217336" y="1052025"/>
                </a:lnTo>
                <a:lnTo>
                  <a:pt x="224942" y="1070751"/>
                </a:lnTo>
                <a:lnTo>
                  <a:pt x="232949" y="1089478"/>
                </a:lnTo>
                <a:lnTo>
                  <a:pt x="241356" y="1107009"/>
                </a:lnTo>
                <a:lnTo>
                  <a:pt x="250563" y="1124939"/>
                </a:lnTo>
                <a:lnTo>
                  <a:pt x="260171" y="1142470"/>
                </a:lnTo>
                <a:lnTo>
                  <a:pt x="270179" y="1159603"/>
                </a:lnTo>
                <a:lnTo>
                  <a:pt x="280988" y="1176338"/>
                </a:lnTo>
                <a:lnTo>
                  <a:pt x="228545" y="1165580"/>
                </a:lnTo>
                <a:lnTo>
                  <a:pt x="220538" y="1151236"/>
                </a:lnTo>
                <a:lnTo>
                  <a:pt x="212532" y="1136494"/>
                </a:lnTo>
                <a:lnTo>
                  <a:pt x="205326" y="1121752"/>
                </a:lnTo>
                <a:lnTo>
                  <a:pt x="198120" y="1107009"/>
                </a:lnTo>
                <a:lnTo>
                  <a:pt x="191315" y="1091869"/>
                </a:lnTo>
                <a:lnTo>
                  <a:pt x="185310" y="1076728"/>
                </a:lnTo>
                <a:lnTo>
                  <a:pt x="178904" y="1061587"/>
                </a:lnTo>
                <a:lnTo>
                  <a:pt x="173300" y="1046048"/>
                </a:lnTo>
                <a:lnTo>
                  <a:pt x="168096" y="1030509"/>
                </a:lnTo>
                <a:lnTo>
                  <a:pt x="163292" y="1014571"/>
                </a:lnTo>
                <a:lnTo>
                  <a:pt x="158888" y="998634"/>
                </a:lnTo>
                <a:lnTo>
                  <a:pt x="154885" y="982297"/>
                </a:lnTo>
                <a:lnTo>
                  <a:pt x="151282" y="966360"/>
                </a:lnTo>
                <a:lnTo>
                  <a:pt x="148079" y="949227"/>
                </a:lnTo>
                <a:lnTo>
                  <a:pt x="144877" y="932492"/>
                </a:lnTo>
                <a:lnTo>
                  <a:pt x="142875" y="915360"/>
                </a:lnTo>
                <a:lnTo>
                  <a:pt x="143275" y="915758"/>
                </a:lnTo>
                <a:lnTo>
                  <a:pt x="177703" y="873125"/>
                </a:lnTo>
                <a:close/>
                <a:moveTo>
                  <a:pt x="1469926" y="865188"/>
                </a:moveTo>
                <a:lnTo>
                  <a:pt x="1504950" y="909130"/>
                </a:lnTo>
                <a:lnTo>
                  <a:pt x="1502960" y="925756"/>
                </a:lnTo>
                <a:lnTo>
                  <a:pt x="1499776" y="943174"/>
                </a:lnTo>
                <a:lnTo>
                  <a:pt x="1496990" y="959801"/>
                </a:lnTo>
                <a:lnTo>
                  <a:pt x="1493408" y="976428"/>
                </a:lnTo>
                <a:lnTo>
                  <a:pt x="1489428" y="993054"/>
                </a:lnTo>
                <a:lnTo>
                  <a:pt x="1484652" y="1009285"/>
                </a:lnTo>
                <a:lnTo>
                  <a:pt x="1479876" y="1025516"/>
                </a:lnTo>
                <a:lnTo>
                  <a:pt x="1474702" y="1041350"/>
                </a:lnTo>
                <a:lnTo>
                  <a:pt x="1469528" y="1057185"/>
                </a:lnTo>
                <a:lnTo>
                  <a:pt x="1463558" y="1073020"/>
                </a:lnTo>
                <a:lnTo>
                  <a:pt x="1457190" y="1088855"/>
                </a:lnTo>
                <a:lnTo>
                  <a:pt x="1450423" y="1103898"/>
                </a:lnTo>
                <a:lnTo>
                  <a:pt x="1443657" y="1118941"/>
                </a:lnTo>
                <a:lnTo>
                  <a:pt x="1435697" y="1133984"/>
                </a:lnTo>
                <a:lnTo>
                  <a:pt x="1428533" y="1148631"/>
                </a:lnTo>
                <a:lnTo>
                  <a:pt x="1420175" y="1162883"/>
                </a:lnTo>
                <a:lnTo>
                  <a:pt x="1365250" y="1177926"/>
                </a:lnTo>
                <a:lnTo>
                  <a:pt x="1376394" y="1160508"/>
                </a:lnTo>
                <a:lnTo>
                  <a:pt x="1386743" y="1143089"/>
                </a:lnTo>
                <a:lnTo>
                  <a:pt x="1396693" y="1124879"/>
                </a:lnTo>
                <a:lnTo>
                  <a:pt x="1405847" y="1106669"/>
                </a:lnTo>
                <a:lnTo>
                  <a:pt x="1414603" y="1088063"/>
                </a:lnTo>
                <a:lnTo>
                  <a:pt x="1422961" y="1069457"/>
                </a:lnTo>
                <a:lnTo>
                  <a:pt x="1430523" y="1050060"/>
                </a:lnTo>
                <a:lnTo>
                  <a:pt x="1437687" y="1030662"/>
                </a:lnTo>
                <a:lnTo>
                  <a:pt x="1444055" y="1010868"/>
                </a:lnTo>
                <a:lnTo>
                  <a:pt x="1449627" y="990283"/>
                </a:lnTo>
                <a:lnTo>
                  <a:pt x="1454802" y="970094"/>
                </a:lnTo>
                <a:lnTo>
                  <a:pt x="1459180" y="949508"/>
                </a:lnTo>
                <a:lnTo>
                  <a:pt x="1463160" y="928923"/>
                </a:lnTo>
                <a:lnTo>
                  <a:pt x="1466344" y="907942"/>
                </a:lnTo>
                <a:lnTo>
                  <a:pt x="1468334" y="886565"/>
                </a:lnTo>
                <a:lnTo>
                  <a:pt x="1469926" y="865188"/>
                </a:lnTo>
                <a:close/>
                <a:moveTo>
                  <a:pt x="1646635" y="785813"/>
                </a:moveTo>
                <a:lnTo>
                  <a:pt x="1647825" y="804876"/>
                </a:lnTo>
                <a:lnTo>
                  <a:pt x="1647825" y="823940"/>
                </a:lnTo>
                <a:lnTo>
                  <a:pt x="1647825" y="842606"/>
                </a:lnTo>
                <a:lnTo>
                  <a:pt x="1646635" y="861669"/>
                </a:lnTo>
                <a:lnTo>
                  <a:pt x="1645841" y="879938"/>
                </a:lnTo>
                <a:lnTo>
                  <a:pt x="1644650" y="898605"/>
                </a:lnTo>
                <a:lnTo>
                  <a:pt x="1642269" y="916477"/>
                </a:lnTo>
                <a:lnTo>
                  <a:pt x="1640285" y="934746"/>
                </a:lnTo>
                <a:lnTo>
                  <a:pt x="1637506" y="953015"/>
                </a:lnTo>
                <a:lnTo>
                  <a:pt x="1634728" y="970887"/>
                </a:lnTo>
                <a:lnTo>
                  <a:pt x="1631156" y="988759"/>
                </a:lnTo>
                <a:lnTo>
                  <a:pt x="1627188" y="1006630"/>
                </a:lnTo>
                <a:lnTo>
                  <a:pt x="1623616" y="1023708"/>
                </a:lnTo>
                <a:lnTo>
                  <a:pt x="1618853" y="1041183"/>
                </a:lnTo>
                <a:lnTo>
                  <a:pt x="1614091" y="1058260"/>
                </a:lnTo>
                <a:lnTo>
                  <a:pt x="1608931" y="1075735"/>
                </a:lnTo>
                <a:lnTo>
                  <a:pt x="1602978" y="1092416"/>
                </a:lnTo>
                <a:lnTo>
                  <a:pt x="1597025" y="1109096"/>
                </a:lnTo>
                <a:lnTo>
                  <a:pt x="1590675" y="1125777"/>
                </a:lnTo>
                <a:lnTo>
                  <a:pt x="1584325" y="1142060"/>
                </a:lnTo>
                <a:lnTo>
                  <a:pt x="1576785" y="1158343"/>
                </a:lnTo>
                <a:lnTo>
                  <a:pt x="1569641" y="1174229"/>
                </a:lnTo>
                <a:lnTo>
                  <a:pt x="1562100" y="1190116"/>
                </a:lnTo>
                <a:lnTo>
                  <a:pt x="1553766" y="1205605"/>
                </a:lnTo>
                <a:lnTo>
                  <a:pt x="1545828" y="1221094"/>
                </a:lnTo>
                <a:lnTo>
                  <a:pt x="1537097" y="1236980"/>
                </a:lnTo>
                <a:lnTo>
                  <a:pt x="1527969" y="1251675"/>
                </a:lnTo>
                <a:lnTo>
                  <a:pt x="1518841" y="1266767"/>
                </a:lnTo>
                <a:lnTo>
                  <a:pt x="1508919" y="1281461"/>
                </a:lnTo>
                <a:lnTo>
                  <a:pt x="1499394" y="1295759"/>
                </a:lnTo>
                <a:lnTo>
                  <a:pt x="1489075" y="1309659"/>
                </a:lnTo>
                <a:lnTo>
                  <a:pt x="1478756" y="1323560"/>
                </a:lnTo>
                <a:lnTo>
                  <a:pt x="1468041" y="1337460"/>
                </a:lnTo>
                <a:lnTo>
                  <a:pt x="1456928" y="1350963"/>
                </a:lnTo>
                <a:lnTo>
                  <a:pt x="1447800" y="1300525"/>
                </a:lnTo>
                <a:lnTo>
                  <a:pt x="1457325" y="1287816"/>
                </a:lnTo>
                <a:lnTo>
                  <a:pt x="1466453" y="1274710"/>
                </a:lnTo>
                <a:lnTo>
                  <a:pt x="1474788" y="1262398"/>
                </a:lnTo>
                <a:lnTo>
                  <a:pt x="1483519" y="1248895"/>
                </a:lnTo>
                <a:lnTo>
                  <a:pt x="1492250" y="1235789"/>
                </a:lnTo>
                <a:lnTo>
                  <a:pt x="1499791" y="1222682"/>
                </a:lnTo>
                <a:lnTo>
                  <a:pt x="1508125" y="1208782"/>
                </a:lnTo>
                <a:lnTo>
                  <a:pt x="1515666" y="1195279"/>
                </a:lnTo>
                <a:lnTo>
                  <a:pt x="1522810" y="1180981"/>
                </a:lnTo>
                <a:lnTo>
                  <a:pt x="1529556" y="1167081"/>
                </a:lnTo>
                <a:lnTo>
                  <a:pt x="1536700" y="1153180"/>
                </a:lnTo>
                <a:lnTo>
                  <a:pt x="1543050" y="1138883"/>
                </a:lnTo>
                <a:lnTo>
                  <a:pt x="1549003" y="1124188"/>
                </a:lnTo>
                <a:lnTo>
                  <a:pt x="1555353" y="1109493"/>
                </a:lnTo>
                <a:lnTo>
                  <a:pt x="1560910" y="1094799"/>
                </a:lnTo>
                <a:lnTo>
                  <a:pt x="1566069" y="1079707"/>
                </a:lnTo>
                <a:lnTo>
                  <a:pt x="1571228" y="1064218"/>
                </a:lnTo>
                <a:lnTo>
                  <a:pt x="1575991" y="1049126"/>
                </a:lnTo>
                <a:lnTo>
                  <a:pt x="1580356" y="1034034"/>
                </a:lnTo>
                <a:lnTo>
                  <a:pt x="1584722" y="1018545"/>
                </a:lnTo>
                <a:lnTo>
                  <a:pt x="1588294" y="1003056"/>
                </a:lnTo>
                <a:lnTo>
                  <a:pt x="1591866" y="987170"/>
                </a:lnTo>
                <a:lnTo>
                  <a:pt x="1595041" y="971681"/>
                </a:lnTo>
                <a:lnTo>
                  <a:pt x="1597819" y="955398"/>
                </a:lnTo>
                <a:lnTo>
                  <a:pt x="1600597" y="939511"/>
                </a:lnTo>
                <a:lnTo>
                  <a:pt x="1602581" y="923228"/>
                </a:lnTo>
                <a:lnTo>
                  <a:pt x="1604566" y="906945"/>
                </a:lnTo>
                <a:lnTo>
                  <a:pt x="1606153" y="890662"/>
                </a:lnTo>
                <a:lnTo>
                  <a:pt x="1606947" y="874378"/>
                </a:lnTo>
                <a:lnTo>
                  <a:pt x="1607741" y="857301"/>
                </a:lnTo>
                <a:lnTo>
                  <a:pt x="1608931" y="841017"/>
                </a:lnTo>
                <a:lnTo>
                  <a:pt x="1608931" y="823940"/>
                </a:lnTo>
                <a:lnTo>
                  <a:pt x="1608931" y="822351"/>
                </a:lnTo>
                <a:lnTo>
                  <a:pt x="1646635" y="785813"/>
                </a:lnTo>
                <a:close/>
                <a:moveTo>
                  <a:pt x="1191" y="779463"/>
                </a:moveTo>
                <a:lnTo>
                  <a:pt x="39291" y="816372"/>
                </a:lnTo>
                <a:lnTo>
                  <a:pt x="38894" y="824707"/>
                </a:lnTo>
                <a:lnTo>
                  <a:pt x="39291" y="842169"/>
                </a:lnTo>
                <a:lnTo>
                  <a:pt x="39687" y="858838"/>
                </a:lnTo>
                <a:lnTo>
                  <a:pt x="40481" y="876300"/>
                </a:lnTo>
                <a:lnTo>
                  <a:pt x="41672" y="892969"/>
                </a:lnTo>
                <a:lnTo>
                  <a:pt x="43656" y="910035"/>
                </a:lnTo>
                <a:lnTo>
                  <a:pt x="45244" y="926307"/>
                </a:lnTo>
                <a:lnTo>
                  <a:pt x="47625" y="943372"/>
                </a:lnTo>
                <a:lnTo>
                  <a:pt x="50403" y="959644"/>
                </a:lnTo>
                <a:lnTo>
                  <a:pt x="53578" y="975519"/>
                </a:lnTo>
                <a:lnTo>
                  <a:pt x="56753" y="992188"/>
                </a:lnTo>
                <a:lnTo>
                  <a:pt x="60325" y="1008063"/>
                </a:lnTo>
                <a:lnTo>
                  <a:pt x="64691" y="1023938"/>
                </a:lnTo>
                <a:lnTo>
                  <a:pt x="69056" y="1039813"/>
                </a:lnTo>
                <a:lnTo>
                  <a:pt x="73819" y="1055688"/>
                </a:lnTo>
                <a:lnTo>
                  <a:pt x="78581" y="1071166"/>
                </a:lnTo>
                <a:lnTo>
                  <a:pt x="83741" y="1086644"/>
                </a:lnTo>
                <a:lnTo>
                  <a:pt x="89297" y="1101726"/>
                </a:lnTo>
                <a:lnTo>
                  <a:pt x="95250" y="1116807"/>
                </a:lnTo>
                <a:lnTo>
                  <a:pt x="101203" y="1131888"/>
                </a:lnTo>
                <a:lnTo>
                  <a:pt x="108347" y="1146573"/>
                </a:lnTo>
                <a:lnTo>
                  <a:pt x="114697" y="1161257"/>
                </a:lnTo>
                <a:lnTo>
                  <a:pt x="122238" y="1175941"/>
                </a:lnTo>
                <a:lnTo>
                  <a:pt x="129381" y="1190229"/>
                </a:lnTo>
                <a:lnTo>
                  <a:pt x="137319" y="1204517"/>
                </a:lnTo>
                <a:lnTo>
                  <a:pt x="144860" y="1218407"/>
                </a:lnTo>
                <a:lnTo>
                  <a:pt x="153194" y="1232298"/>
                </a:lnTo>
                <a:lnTo>
                  <a:pt x="161925" y="1245792"/>
                </a:lnTo>
                <a:lnTo>
                  <a:pt x="170260" y="1259285"/>
                </a:lnTo>
                <a:lnTo>
                  <a:pt x="179388" y="1272382"/>
                </a:lnTo>
                <a:lnTo>
                  <a:pt x="188913" y="1285479"/>
                </a:lnTo>
                <a:lnTo>
                  <a:pt x="198438" y="1298179"/>
                </a:lnTo>
                <a:lnTo>
                  <a:pt x="207963" y="1311276"/>
                </a:lnTo>
                <a:lnTo>
                  <a:pt x="199628" y="1362076"/>
                </a:lnTo>
                <a:lnTo>
                  <a:pt x="188516" y="1348186"/>
                </a:lnTo>
                <a:lnTo>
                  <a:pt x="177403" y="1334295"/>
                </a:lnTo>
                <a:lnTo>
                  <a:pt x="166291" y="1320404"/>
                </a:lnTo>
                <a:lnTo>
                  <a:pt x="155575" y="1306117"/>
                </a:lnTo>
                <a:lnTo>
                  <a:pt x="145256" y="1291432"/>
                </a:lnTo>
                <a:lnTo>
                  <a:pt x="135335" y="1276748"/>
                </a:lnTo>
                <a:lnTo>
                  <a:pt x="125413" y="1261667"/>
                </a:lnTo>
                <a:lnTo>
                  <a:pt x="115888" y="1245792"/>
                </a:lnTo>
                <a:lnTo>
                  <a:pt x="106760" y="1230710"/>
                </a:lnTo>
                <a:lnTo>
                  <a:pt x="98425" y="1214835"/>
                </a:lnTo>
                <a:lnTo>
                  <a:pt x="90091" y="1198960"/>
                </a:lnTo>
                <a:lnTo>
                  <a:pt x="81756" y="1183085"/>
                </a:lnTo>
                <a:lnTo>
                  <a:pt x="74216" y="1166416"/>
                </a:lnTo>
                <a:lnTo>
                  <a:pt x="66675" y="1150144"/>
                </a:lnTo>
                <a:lnTo>
                  <a:pt x="59928" y="1133079"/>
                </a:lnTo>
                <a:lnTo>
                  <a:pt x="53578" y="1116410"/>
                </a:lnTo>
                <a:lnTo>
                  <a:pt x="46831" y="1098948"/>
                </a:lnTo>
                <a:lnTo>
                  <a:pt x="41275" y="1081882"/>
                </a:lnTo>
                <a:lnTo>
                  <a:pt x="35719" y="1064419"/>
                </a:lnTo>
                <a:lnTo>
                  <a:pt x="30559" y="1046957"/>
                </a:lnTo>
                <a:lnTo>
                  <a:pt x="25797" y="1029097"/>
                </a:lnTo>
                <a:lnTo>
                  <a:pt x="21431" y="1011635"/>
                </a:lnTo>
                <a:lnTo>
                  <a:pt x="17066" y="993379"/>
                </a:lnTo>
                <a:lnTo>
                  <a:pt x="13494" y="975122"/>
                </a:lnTo>
                <a:lnTo>
                  <a:pt x="10716" y="956469"/>
                </a:lnTo>
                <a:lnTo>
                  <a:pt x="7541" y="938610"/>
                </a:lnTo>
                <a:lnTo>
                  <a:pt x="5556" y="919957"/>
                </a:lnTo>
                <a:lnTo>
                  <a:pt x="3175" y="900907"/>
                </a:lnTo>
                <a:lnTo>
                  <a:pt x="1984" y="882254"/>
                </a:lnTo>
                <a:lnTo>
                  <a:pt x="794" y="863204"/>
                </a:lnTo>
                <a:lnTo>
                  <a:pt x="397" y="844154"/>
                </a:lnTo>
                <a:lnTo>
                  <a:pt x="0" y="824707"/>
                </a:lnTo>
                <a:lnTo>
                  <a:pt x="397" y="802085"/>
                </a:lnTo>
                <a:lnTo>
                  <a:pt x="1191" y="779463"/>
                </a:lnTo>
                <a:close/>
                <a:moveTo>
                  <a:pt x="1314889" y="671513"/>
                </a:moveTo>
                <a:lnTo>
                  <a:pt x="1339850" y="701729"/>
                </a:lnTo>
                <a:lnTo>
                  <a:pt x="1101725" y="776288"/>
                </a:lnTo>
                <a:lnTo>
                  <a:pt x="1116385" y="730768"/>
                </a:lnTo>
                <a:lnTo>
                  <a:pt x="1314889" y="671513"/>
                </a:lnTo>
                <a:close/>
                <a:moveTo>
                  <a:pt x="339763" y="668338"/>
                </a:moveTo>
                <a:lnTo>
                  <a:pt x="538932" y="730250"/>
                </a:lnTo>
                <a:lnTo>
                  <a:pt x="554038" y="776288"/>
                </a:lnTo>
                <a:lnTo>
                  <a:pt x="317500" y="698500"/>
                </a:lnTo>
                <a:lnTo>
                  <a:pt x="339763" y="668338"/>
                </a:lnTo>
                <a:close/>
                <a:moveTo>
                  <a:pt x="828080" y="554038"/>
                </a:moveTo>
                <a:lnTo>
                  <a:pt x="847512" y="567940"/>
                </a:lnTo>
                <a:lnTo>
                  <a:pt x="1087438" y="737939"/>
                </a:lnTo>
                <a:lnTo>
                  <a:pt x="1086645" y="741117"/>
                </a:lnTo>
                <a:lnTo>
                  <a:pt x="1086249" y="742308"/>
                </a:lnTo>
                <a:lnTo>
                  <a:pt x="987105" y="1046163"/>
                </a:lnTo>
                <a:lnTo>
                  <a:pt x="980364" y="1046163"/>
                </a:lnTo>
                <a:lnTo>
                  <a:pt x="935551" y="1046163"/>
                </a:lnTo>
                <a:lnTo>
                  <a:pt x="669054" y="1046163"/>
                </a:lnTo>
                <a:lnTo>
                  <a:pt x="570308" y="742308"/>
                </a:lnTo>
                <a:lnTo>
                  <a:pt x="569911" y="741117"/>
                </a:lnTo>
                <a:lnTo>
                  <a:pt x="568325" y="737939"/>
                </a:lnTo>
                <a:lnTo>
                  <a:pt x="808648" y="567940"/>
                </a:lnTo>
                <a:lnTo>
                  <a:pt x="828080" y="554038"/>
                </a:lnTo>
                <a:close/>
                <a:moveTo>
                  <a:pt x="1360910" y="387350"/>
                </a:moveTo>
                <a:lnTo>
                  <a:pt x="1489666" y="409557"/>
                </a:lnTo>
                <a:lnTo>
                  <a:pt x="1540533" y="418281"/>
                </a:lnTo>
                <a:lnTo>
                  <a:pt x="1550865" y="437316"/>
                </a:lnTo>
                <a:lnTo>
                  <a:pt x="1560800" y="456747"/>
                </a:lnTo>
                <a:lnTo>
                  <a:pt x="1570337" y="476178"/>
                </a:lnTo>
                <a:lnTo>
                  <a:pt x="1579477" y="495213"/>
                </a:lnTo>
                <a:lnTo>
                  <a:pt x="1587425" y="515834"/>
                </a:lnTo>
                <a:lnTo>
                  <a:pt x="1595373" y="536058"/>
                </a:lnTo>
                <a:lnTo>
                  <a:pt x="1602924" y="556282"/>
                </a:lnTo>
                <a:lnTo>
                  <a:pt x="1609679" y="577300"/>
                </a:lnTo>
                <a:lnTo>
                  <a:pt x="1616038" y="597920"/>
                </a:lnTo>
                <a:lnTo>
                  <a:pt x="1621601" y="619731"/>
                </a:lnTo>
                <a:lnTo>
                  <a:pt x="1626767" y="640748"/>
                </a:lnTo>
                <a:lnTo>
                  <a:pt x="1631536" y="662955"/>
                </a:lnTo>
                <a:lnTo>
                  <a:pt x="1635908" y="684369"/>
                </a:lnTo>
                <a:lnTo>
                  <a:pt x="1639484" y="706973"/>
                </a:lnTo>
                <a:lnTo>
                  <a:pt x="1641868" y="728783"/>
                </a:lnTo>
                <a:lnTo>
                  <a:pt x="1644650" y="751387"/>
                </a:lnTo>
                <a:lnTo>
                  <a:pt x="1607692" y="786680"/>
                </a:lnTo>
                <a:lnTo>
                  <a:pt x="1513510" y="877888"/>
                </a:lnTo>
                <a:lnTo>
                  <a:pt x="1508343" y="871543"/>
                </a:lnTo>
                <a:lnTo>
                  <a:pt x="1471386" y="825146"/>
                </a:lnTo>
                <a:lnTo>
                  <a:pt x="1363691" y="689921"/>
                </a:lnTo>
                <a:lnTo>
                  <a:pt x="1341437" y="662559"/>
                </a:lnTo>
                <a:lnTo>
                  <a:pt x="1341835" y="656214"/>
                </a:lnTo>
                <a:lnTo>
                  <a:pt x="1355743" y="455557"/>
                </a:lnTo>
                <a:lnTo>
                  <a:pt x="1360115" y="396074"/>
                </a:lnTo>
                <a:lnTo>
                  <a:pt x="1360910" y="387350"/>
                </a:lnTo>
                <a:close/>
                <a:moveTo>
                  <a:pt x="293316" y="387350"/>
                </a:moveTo>
                <a:lnTo>
                  <a:pt x="293316" y="388143"/>
                </a:lnTo>
                <a:lnTo>
                  <a:pt x="297280" y="446040"/>
                </a:lnTo>
                <a:lnTo>
                  <a:pt x="311549" y="656214"/>
                </a:lnTo>
                <a:lnTo>
                  <a:pt x="312738" y="662559"/>
                </a:lnTo>
                <a:lnTo>
                  <a:pt x="290145" y="689921"/>
                </a:lnTo>
                <a:lnTo>
                  <a:pt x="175991" y="833870"/>
                </a:lnTo>
                <a:lnTo>
                  <a:pt x="141111" y="877888"/>
                </a:lnTo>
                <a:lnTo>
                  <a:pt x="138733" y="875509"/>
                </a:lnTo>
                <a:lnTo>
                  <a:pt x="39641" y="779939"/>
                </a:lnTo>
                <a:lnTo>
                  <a:pt x="3175" y="744646"/>
                </a:lnTo>
                <a:lnTo>
                  <a:pt x="5949" y="722835"/>
                </a:lnTo>
                <a:lnTo>
                  <a:pt x="8724" y="701025"/>
                </a:lnTo>
                <a:lnTo>
                  <a:pt x="12291" y="679611"/>
                </a:lnTo>
                <a:lnTo>
                  <a:pt x="16255" y="658197"/>
                </a:lnTo>
                <a:lnTo>
                  <a:pt x="21011" y="636783"/>
                </a:lnTo>
                <a:lnTo>
                  <a:pt x="26164" y="616162"/>
                </a:lnTo>
                <a:lnTo>
                  <a:pt x="31713" y="595541"/>
                </a:lnTo>
                <a:lnTo>
                  <a:pt x="38452" y="574920"/>
                </a:lnTo>
                <a:lnTo>
                  <a:pt x="44793" y="554696"/>
                </a:lnTo>
                <a:lnTo>
                  <a:pt x="51928" y="534472"/>
                </a:lnTo>
                <a:lnTo>
                  <a:pt x="59855" y="514644"/>
                </a:lnTo>
                <a:lnTo>
                  <a:pt x="68179" y="495213"/>
                </a:lnTo>
                <a:lnTo>
                  <a:pt x="77296" y="476178"/>
                </a:lnTo>
                <a:lnTo>
                  <a:pt x="86016" y="457143"/>
                </a:lnTo>
                <a:lnTo>
                  <a:pt x="95528" y="438109"/>
                </a:lnTo>
                <a:lnTo>
                  <a:pt x="105834" y="419867"/>
                </a:lnTo>
                <a:lnTo>
                  <a:pt x="156173" y="410747"/>
                </a:lnTo>
                <a:lnTo>
                  <a:pt x="293316" y="387350"/>
                </a:lnTo>
                <a:close/>
                <a:moveTo>
                  <a:pt x="808037" y="298450"/>
                </a:moveTo>
                <a:lnTo>
                  <a:pt x="827881" y="306401"/>
                </a:lnTo>
                <a:lnTo>
                  <a:pt x="847725" y="298450"/>
                </a:lnTo>
                <a:lnTo>
                  <a:pt x="847725" y="536575"/>
                </a:lnTo>
                <a:lnTo>
                  <a:pt x="827881" y="522661"/>
                </a:lnTo>
                <a:lnTo>
                  <a:pt x="808037" y="536575"/>
                </a:lnTo>
                <a:lnTo>
                  <a:pt x="808037" y="298450"/>
                </a:lnTo>
                <a:close/>
                <a:moveTo>
                  <a:pt x="1106341" y="198438"/>
                </a:moveTo>
                <a:lnTo>
                  <a:pt x="1122567" y="205965"/>
                </a:lnTo>
                <a:lnTo>
                  <a:pt x="1139189" y="214285"/>
                </a:lnTo>
                <a:lnTo>
                  <a:pt x="1155020" y="223001"/>
                </a:lnTo>
                <a:lnTo>
                  <a:pt x="1170455" y="231717"/>
                </a:lnTo>
                <a:lnTo>
                  <a:pt x="1185889" y="241225"/>
                </a:lnTo>
                <a:lnTo>
                  <a:pt x="1200928" y="251129"/>
                </a:lnTo>
                <a:lnTo>
                  <a:pt x="1216363" y="261034"/>
                </a:lnTo>
                <a:lnTo>
                  <a:pt x="1231006" y="271335"/>
                </a:lnTo>
                <a:lnTo>
                  <a:pt x="1244858" y="282031"/>
                </a:lnTo>
                <a:lnTo>
                  <a:pt x="1258710" y="293520"/>
                </a:lnTo>
                <a:lnTo>
                  <a:pt x="1272562" y="305010"/>
                </a:lnTo>
                <a:lnTo>
                  <a:pt x="1286018" y="316895"/>
                </a:lnTo>
                <a:lnTo>
                  <a:pt x="1299078" y="328780"/>
                </a:lnTo>
                <a:lnTo>
                  <a:pt x="1312138" y="341854"/>
                </a:lnTo>
                <a:lnTo>
                  <a:pt x="1324407" y="354928"/>
                </a:lnTo>
                <a:lnTo>
                  <a:pt x="1336675" y="367606"/>
                </a:lnTo>
                <a:lnTo>
                  <a:pt x="1332322" y="423863"/>
                </a:lnTo>
                <a:lnTo>
                  <a:pt x="1318470" y="406827"/>
                </a:lnTo>
                <a:lnTo>
                  <a:pt x="1304618" y="390584"/>
                </a:lnTo>
                <a:lnTo>
                  <a:pt x="1289975" y="374737"/>
                </a:lnTo>
                <a:lnTo>
                  <a:pt x="1274145" y="359286"/>
                </a:lnTo>
                <a:lnTo>
                  <a:pt x="1258314" y="344231"/>
                </a:lnTo>
                <a:lnTo>
                  <a:pt x="1242088" y="329969"/>
                </a:lnTo>
                <a:lnTo>
                  <a:pt x="1225070" y="316103"/>
                </a:lnTo>
                <a:lnTo>
                  <a:pt x="1208052" y="302633"/>
                </a:lnTo>
                <a:lnTo>
                  <a:pt x="1189847" y="290351"/>
                </a:lnTo>
                <a:lnTo>
                  <a:pt x="1171642" y="278070"/>
                </a:lnTo>
                <a:lnTo>
                  <a:pt x="1153437" y="266580"/>
                </a:lnTo>
                <a:lnTo>
                  <a:pt x="1134440" y="255884"/>
                </a:lnTo>
                <a:lnTo>
                  <a:pt x="1114652" y="245187"/>
                </a:lnTo>
                <a:lnTo>
                  <a:pt x="1094864" y="235679"/>
                </a:lnTo>
                <a:lnTo>
                  <a:pt x="1074680" y="227359"/>
                </a:lnTo>
                <a:lnTo>
                  <a:pt x="1054100" y="218643"/>
                </a:lnTo>
                <a:lnTo>
                  <a:pt x="1106341" y="198438"/>
                </a:lnTo>
                <a:close/>
                <a:moveTo>
                  <a:pt x="545878" y="196850"/>
                </a:moveTo>
                <a:lnTo>
                  <a:pt x="598488" y="217164"/>
                </a:lnTo>
                <a:lnTo>
                  <a:pt x="577763" y="225130"/>
                </a:lnTo>
                <a:lnTo>
                  <a:pt x="557835" y="233495"/>
                </a:lnTo>
                <a:lnTo>
                  <a:pt x="538305" y="243055"/>
                </a:lnTo>
                <a:lnTo>
                  <a:pt x="518775" y="253013"/>
                </a:lnTo>
                <a:lnTo>
                  <a:pt x="500441" y="263369"/>
                </a:lnTo>
                <a:lnTo>
                  <a:pt x="481709" y="274522"/>
                </a:lnTo>
                <a:lnTo>
                  <a:pt x="463375" y="286471"/>
                </a:lnTo>
                <a:lnTo>
                  <a:pt x="446236" y="298421"/>
                </a:lnTo>
                <a:lnTo>
                  <a:pt x="428700" y="311566"/>
                </a:lnTo>
                <a:lnTo>
                  <a:pt x="411960" y="325108"/>
                </a:lnTo>
                <a:lnTo>
                  <a:pt x="395220" y="338651"/>
                </a:lnTo>
                <a:lnTo>
                  <a:pt x="379676" y="352991"/>
                </a:lnTo>
                <a:lnTo>
                  <a:pt x="364132" y="368127"/>
                </a:lnTo>
                <a:lnTo>
                  <a:pt x="349385" y="383263"/>
                </a:lnTo>
                <a:lnTo>
                  <a:pt x="335037" y="399594"/>
                </a:lnTo>
                <a:lnTo>
                  <a:pt x="321087" y="415925"/>
                </a:lnTo>
                <a:lnTo>
                  <a:pt x="317500" y="360957"/>
                </a:lnTo>
                <a:lnTo>
                  <a:pt x="329457" y="347812"/>
                </a:lnTo>
                <a:lnTo>
                  <a:pt x="341414" y="335465"/>
                </a:lnTo>
                <a:lnTo>
                  <a:pt x="354567" y="323117"/>
                </a:lnTo>
                <a:lnTo>
                  <a:pt x="367719" y="311566"/>
                </a:lnTo>
                <a:lnTo>
                  <a:pt x="380872" y="299616"/>
                </a:lnTo>
                <a:lnTo>
                  <a:pt x="394423" y="288463"/>
                </a:lnTo>
                <a:lnTo>
                  <a:pt x="408373" y="277708"/>
                </a:lnTo>
                <a:lnTo>
                  <a:pt x="422721" y="267352"/>
                </a:lnTo>
                <a:lnTo>
                  <a:pt x="437069" y="256996"/>
                </a:lnTo>
                <a:lnTo>
                  <a:pt x="451816" y="247436"/>
                </a:lnTo>
                <a:lnTo>
                  <a:pt x="466962" y="237877"/>
                </a:lnTo>
                <a:lnTo>
                  <a:pt x="482107" y="228715"/>
                </a:lnTo>
                <a:lnTo>
                  <a:pt x="497651" y="219952"/>
                </a:lnTo>
                <a:lnTo>
                  <a:pt x="513195" y="211986"/>
                </a:lnTo>
                <a:lnTo>
                  <a:pt x="529536" y="204020"/>
                </a:lnTo>
                <a:lnTo>
                  <a:pt x="545878" y="196850"/>
                </a:lnTo>
                <a:close/>
                <a:moveTo>
                  <a:pt x="1028700" y="25400"/>
                </a:moveTo>
                <a:lnTo>
                  <a:pt x="1048147" y="30571"/>
                </a:lnTo>
                <a:lnTo>
                  <a:pt x="1067197" y="36139"/>
                </a:lnTo>
                <a:lnTo>
                  <a:pt x="1086247" y="42503"/>
                </a:lnTo>
                <a:lnTo>
                  <a:pt x="1104900" y="49265"/>
                </a:lnTo>
                <a:lnTo>
                  <a:pt x="1123553" y="56026"/>
                </a:lnTo>
                <a:lnTo>
                  <a:pt x="1142207" y="63186"/>
                </a:lnTo>
                <a:lnTo>
                  <a:pt x="1160066" y="71538"/>
                </a:lnTo>
                <a:lnTo>
                  <a:pt x="1177925" y="79891"/>
                </a:lnTo>
                <a:lnTo>
                  <a:pt x="1195388" y="88641"/>
                </a:lnTo>
                <a:lnTo>
                  <a:pt x="1212850" y="97392"/>
                </a:lnTo>
                <a:lnTo>
                  <a:pt x="1230313" y="106937"/>
                </a:lnTo>
                <a:lnTo>
                  <a:pt x="1246982" y="116881"/>
                </a:lnTo>
                <a:lnTo>
                  <a:pt x="1263650" y="127620"/>
                </a:lnTo>
                <a:lnTo>
                  <a:pt x="1280319" y="138359"/>
                </a:lnTo>
                <a:lnTo>
                  <a:pt x="1296194" y="149098"/>
                </a:lnTo>
                <a:lnTo>
                  <a:pt x="1312069" y="160633"/>
                </a:lnTo>
                <a:lnTo>
                  <a:pt x="1327547" y="172565"/>
                </a:lnTo>
                <a:lnTo>
                  <a:pt x="1342629" y="184497"/>
                </a:lnTo>
                <a:lnTo>
                  <a:pt x="1358107" y="197225"/>
                </a:lnTo>
                <a:lnTo>
                  <a:pt x="1372791" y="209953"/>
                </a:lnTo>
                <a:lnTo>
                  <a:pt x="1386682" y="223079"/>
                </a:lnTo>
                <a:lnTo>
                  <a:pt x="1400572" y="237000"/>
                </a:lnTo>
                <a:lnTo>
                  <a:pt x="1414463" y="250921"/>
                </a:lnTo>
                <a:lnTo>
                  <a:pt x="1427957" y="264444"/>
                </a:lnTo>
                <a:lnTo>
                  <a:pt x="1440657" y="279161"/>
                </a:lnTo>
                <a:lnTo>
                  <a:pt x="1453754" y="293877"/>
                </a:lnTo>
                <a:lnTo>
                  <a:pt x="1466454" y="309389"/>
                </a:lnTo>
                <a:lnTo>
                  <a:pt x="1477963" y="324901"/>
                </a:lnTo>
                <a:lnTo>
                  <a:pt x="1489473" y="340413"/>
                </a:lnTo>
                <a:lnTo>
                  <a:pt x="1501379" y="356323"/>
                </a:lnTo>
                <a:lnTo>
                  <a:pt x="1512094" y="372233"/>
                </a:lnTo>
                <a:lnTo>
                  <a:pt x="1522413" y="388938"/>
                </a:lnTo>
                <a:lnTo>
                  <a:pt x="1470026" y="380187"/>
                </a:lnTo>
                <a:lnTo>
                  <a:pt x="1460501" y="366664"/>
                </a:lnTo>
                <a:lnTo>
                  <a:pt x="1451373" y="353539"/>
                </a:lnTo>
                <a:lnTo>
                  <a:pt x="1441451" y="340413"/>
                </a:lnTo>
                <a:lnTo>
                  <a:pt x="1430735" y="327685"/>
                </a:lnTo>
                <a:lnTo>
                  <a:pt x="1420416" y="315355"/>
                </a:lnTo>
                <a:lnTo>
                  <a:pt x="1409701" y="302627"/>
                </a:lnTo>
                <a:lnTo>
                  <a:pt x="1398985" y="290695"/>
                </a:lnTo>
                <a:lnTo>
                  <a:pt x="1387872" y="278763"/>
                </a:lnTo>
                <a:lnTo>
                  <a:pt x="1375966" y="267228"/>
                </a:lnTo>
                <a:lnTo>
                  <a:pt x="1364457" y="255694"/>
                </a:lnTo>
                <a:lnTo>
                  <a:pt x="1352154" y="244557"/>
                </a:lnTo>
                <a:lnTo>
                  <a:pt x="1340247" y="233420"/>
                </a:lnTo>
                <a:lnTo>
                  <a:pt x="1327944" y="223079"/>
                </a:lnTo>
                <a:lnTo>
                  <a:pt x="1315244" y="212737"/>
                </a:lnTo>
                <a:lnTo>
                  <a:pt x="1302544" y="202396"/>
                </a:lnTo>
                <a:lnTo>
                  <a:pt x="1289844" y="192452"/>
                </a:lnTo>
                <a:lnTo>
                  <a:pt x="1276350" y="182906"/>
                </a:lnTo>
                <a:lnTo>
                  <a:pt x="1262857" y="173758"/>
                </a:lnTo>
                <a:lnTo>
                  <a:pt x="1248966" y="164610"/>
                </a:lnTo>
                <a:lnTo>
                  <a:pt x="1235472" y="155462"/>
                </a:lnTo>
                <a:lnTo>
                  <a:pt x="1221582" y="147507"/>
                </a:lnTo>
                <a:lnTo>
                  <a:pt x="1207294" y="139155"/>
                </a:lnTo>
                <a:lnTo>
                  <a:pt x="1192610" y="130802"/>
                </a:lnTo>
                <a:lnTo>
                  <a:pt x="1178322" y="123643"/>
                </a:lnTo>
                <a:lnTo>
                  <a:pt x="1163241" y="116085"/>
                </a:lnTo>
                <a:lnTo>
                  <a:pt x="1148557" y="108926"/>
                </a:lnTo>
                <a:lnTo>
                  <a:pt x="1133475" y="102164"/>
                </a:lnTo>
                <a:lnTo>
                  <a:pt x="1117997" y="95801"/>
                </a:lnTo>
                <a:lnTo>
                  <a:pt x="1102916" y="89834"/>
                </a:lnTo>
                <a:lnTo>
                  <a:pt x="1087041" y="84266"/>
                </a:lnTo>
                <a:lnTo>
                  <a:pt x="1071166" y="78698"/>
                </a:lnTo>
                <a:lnTo>
                  <a:pt x="1055291" y="73527"/>
                </a:lnTo>
                <a:lnTo>
                  <a:pt x="1028700" y="25400"/>
                </a:lnTo>
                <a:close/>
                <a:moveTo>
                  <a:pt x="619125" y="25400"/>
                </a:moveTo>
                <a:lnTo>
                  <a:pt x="594935" y="72333"/>
                </a:lnTo>
                <a:lnTo>
                  <a:pt x="579073" y="77504"/>
                </a:lnTo>
                <a:lnTo>
                  <a:pt x="563211" y="82674"/>
                </a:lnTo>
                <a:lnTo>
                  <a:pt x="546952" y="89038"/>
                </a:lnTo>
                <a:lnTo>
                  <a:pt x="531486" y="95004"/>
                </a:lnTo>
                <a:lnTo>
                  <a:pt x="516020" y="101368"/>
                </a:lnTo>
                <a:lnTo>
                  <a:pt x="500951" y="108130"/>
                </a:lnTo>
                <a:lnTo>
                  <a:pt x="485882" y="115289"/>
                </a:lnTo>
                <a:lnTo>
                  <a:pt x="470813" y="122846"/>
                </a:lnTo>
                <a:lnTo>
                  <a:pt x="456140" y="130005"/>
                </a:lnTo>
                <a:lnTo>
                  <a:pt x="441467" y="138358"/>
                </a:lnTo>
                <a:lnTo>
                  <a:pt x="427191" y="146313"/>
                </a:lnTo>
                <a:lnTo>
                  <a:pt x="412915" y="155063"/>
                </a:lnTo>
                <a:lnTo>
                  <a:pt x="399036" y="163813"/>
                </a:lnTo>
                <a:lnTo>
                  <a:pt x="385156" y="172961"/>
                </a:lnTo>
                <a:lnTo>
                  <a:pt x="371277" y="182507"/>
                </a:lnTo>
                <a:lnTo>
                  <a:pt x="358190" y="192053"/>
                </a:lnTo>
                <a:lnTo>
                  <a:pt x="345104" y="201996"/>
                </a:lnTo>
                <a:lnTo>
                  <a:pt x="332018" y="212338"/>
                </a:lnTo>
                <a:lnTo>
                  <a:pt x="319328" y="222679"/>
                </a:lnTo>
                <a:lnTo>
                  <a:pt x="307035" y="233418"/>
                </a:lnTo>
                <a:lnTo>
                  <a:pt x="294741" y="244554"/>
                </a:lnTo>
                <a:lnTo>
                  <a:pt x="282448" y="256089"/>
                </a:lnTo>
                <a:lnTo>
                  <a:pt x="270948" y="267226"/>
                </a:lnTo>
                <a:lnTo>
                  <a:pt x="259448" y="278760"/>
                </a:lnTo>
                <a:lnTo>
                  <a:pt x="247948" y="291090"/>
                </a:lnTo>
                <a:lnTo>
                  <a:pt x="236844" y="303022"/>
                </a:lnTo>
                <a:lnTo>
                  <a:pt x="226137" y="315750"/>
                </a:lnTo>
                <a:lnTo>
                  <a:pt x="215826" y="328477"/>
                </a:lnTo>
                <a:lnTo>
                  <a:pt x="205516" y="341205"/>
                </a:lnTo>
                <a:lnTo>
                  <a:pt x="195602" y="354728"/>
                </a:lnTo>
                <a:lnTo>
                  <a:pt x="185688" y="367854"/>
                </a:lnTo>
                <a:lnTo>
                  <a:pt x="176170" y="381377"/>
                </a:lnTo>
                <a:lnTo>
                  <a:pt x="123825" y="390525"/>
                </a:lnTo>
                <a:lnTo>
                  <a:pt x="134135" y="373820"/>
                </a:lnTo>
                <a:lnTo>
                  <a:pt x="145239" y="357512"/>
                </a:lnTo>
                <a:lnTo>
                  <a:pt x="156739" y="341205"/>
                </a:lnTo>
                <a:lnTo>
                  <a:pt x="168239" y="325693"/>
                </a:lnTo>
                <a:lnTo>
                  <a:pt x="180136" y="310181"/>
                </a:lnTo>
                <a:lnTo>
                  <a:pt x="192826" y="295067"/>
                </a:lnTo>
                <a:lnTo>
                  <a:pt x="205516" y="280351"/>
                </a:lnTo>
                <a:lnTo>
                  <a:pt x="218602" y="265635"/>
                </a:lnTo>
                <a:lnTo>
                  <a:pt x="232085" y="251316"/>
                </a:lnTo>
                <a:lnTo>
                  <a:pt x="245965" y="237395"/>
                </a:lnTo>
                <a:lnTo>
                  <a:pt x="259844" y="223872"/>
                </a:lnTo>
                <a:lnTo>
                  <a:pt x="274517" y="210349"/>
                </a:lnTo>
                <a:lnTo>
                  <a:pt x="289190" y="197621"/>
                </a:lnTo>
                <a:lnTo>
                  <a:pt x="303862" y="184893"/>
                </a:lnTo>
                <a:lnTo>
                  <a:pt x="319328" y="172961"/>
                </a:lnTo>
                <a:lnTo>
                  <a:pt x="334794" y="160631"/>
                </a:lnTo>
                <a:lnTo>
                  <a:pt x="350656" y="149495"/>
                </a:lnTo>
                <a:lnTo>
                  <a:pt x="366518" y="138358"/>
                </a:lnTo>
                <a:lnTo>
                  <a:pt x="383174" y="127619"/>
                </a:lnTo>
                <a:lnTo>
                  <a:pt x="399829" y="116880"/>
                </a:lnTo>
                <a:lnTo>
                  <a:pt x="416881" y="106936"/>
                </a:lnTo>
                <a:lnTo>
                  <a:pt x="433933" y="97391"/>
                </a:lnTo>
                <a:lnTo>
                  <a:pt x="451778" y="88640"/>
                </a:lnTo>
                <a:lnTo>
                  <a:pt x="469227" y="79890"/>
                </a:lnTo>
                <a:lnTo>
                  <a:pt x="487072" y="71140"/>
                </a:lnTo>
                <a:lnTo>
                  <a:pt x="505710" y="63185"/>
                </a:lnTo>
                <a:lnTo>
                  <a:pt x="523951" y="56026"/>
                </a:lnTo>
                <a:lnTo>
                  <a:pt x="542193" y="48867"/>
                </a:lnTo>
                <a:lnTo>
                  <a:pt x="561228" y="42105"/>
                </a:lnTo>
                <a:lnTo>
                  <a:pt x="580263" y="36139"/>
                </a:lnTo>
                <a:lnTo>
                  <a:pt x="599694" y="30570"/>
                </a:lnTo>
                <a:lnTo>
                  <a:pt x="619125" y="25400"/>
                </a:lnTo>
                <a:close/>
                <a:moveTo>
                  <a:pt x="824315" y="0"/>
                </a:moveTo>
                <a:lnTo>
                  <a:pt x="846110" y="792"/>
                </a:lnTo>
                <a:lnTo>
                  <a:pt x="868300" y="1585"/>
                </a:lnTo>
                <a:lnTo>
                  <a:pt x="889699" y="2774"/>
                </a:lnTo>
                <a:lnTo>
                  <a:pt x="911097" y="4756"/>
                </a:lnTo>
                <a:lnTo>
                  <a:pt x="932495" y="7530"/>
                </a:lnTo>
                <a:lnTo>
                  <a:pt x="953497" y="10700"/>
                </a:lnTo>
                <a:lnTo>
                  <a:pt x="974499" y="13871"/>
                </a:lnTo>
                <a:lnTo>
                  <a:pt x="995500" y="18230"/>
                </a:lnTo>
                <a:lnTo>
                  <a:pt x="1020861" y="63806"/>
                </a:lnTo>
                <a:lnTo>
                  <a:pt x="1084263" y="178339"/>
                </a:lnTo>
                <a:lnTo>
                  <a:pt x="1071187" y="183491"/>
                </a:lnTo>
                <a:lnTo>
                  <a:pt x="1015710" y="204892"/>
                </a:lnTo>
                <a:lnTo>
                  <a:pt x="847298" y="270679"/>
                </a:lnTo>
                <a:lnTo>
                  <a:pt x="827882" y="277813"/>
                </a:lnTo>
                <a:lnTo>
                  <a:pt x="808465" y="270679"/>
                </a:lnTo>
                <a:lnTo>
                  <a:pt x="636883" y="203703"/>
                </a:lnTo>
                <a:lnTo>
                  <a:pt x="581010" y="181906"/>
                </a:lnTo>
                <a:lnTo>
                  <a:pt x="571500" y="178339"/>
                </a:lnTo>
                <a:lnTo>
                  <a:pt x="630147" y="63409"/>
                </a:lnTo>
                <a:lnTo>
                  <a:pt x="653130" y="18230"/>
                </a:lnTo>
                <a:lnTo>
                  <a:pt x="673736" y="13871"/>
                </a:lnTo>
                <a:lnTo>
                  <a:pt x="694738" y="10700"/>
                </a:lnTo>
                <a:lnTo>
                  <a:pt x="716136" y="7530"/>
                </a:lnTo>
                <a:lnTo>
                  <a:pt x="737534" y="4756"/>
                </a:lnTo>
                <a:lnTo>
                  <a:pt x="758932" y="2774"/>
                </a:lnTo>
                <a:lnTo>
                  <a:pt x="780726" y="1585"/>
                </a:lnTo>
                <a:lnTo>
                  <a:pt x="802125" y="792"/>
                </a:lnTo>
                <a:lnTo>
                  <a:pt x="82431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a:contourClr>
                <a:srgbClr val="FFFFFF"/>
              </a:contourClr>
            </a:sp3d>
          </a:bodyPr>
          <a:lstStyle/>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7" name="矩形 6"/>
          <p:cNvSpPr/>
          <p:nvPr>
            <p:custDataLst>
              <p:tags r:id="rId9"/>
            </p:custDataLst>
          </p:nvPr>
        </p:nvSpPr>
        <p:spPr>
          <a:xfrm>
            <a:off x="4239973" y="2042235"/>
            <a:ext cx="6634368" cy="1054372"/>
          </a:xfrm>
          <a:prstGeom prst="rect">
            <a:avLst/>
          </a:prstGeom>
        </p:spPr>
        <p:txBody>
          <a:bodyPr>
            <a:normAutofit/>
          </a:bodyPr>
          <a:lstStyle/>
          <a:p>
            <a:pPr algn="l">
              <a:lnSpc>
                <a:spcPct val="120000"/>
              </a:lnSpc>
            </a:pPr>
            <a:r>
              <a:rPr lang="zh-CN" altLang="en-US" spc="150">
                <a:solidFill>
                  <a:schemeClr val="dk1"/>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将概念模型转换为全局逻辑模型后，还应该根据局部应用需求，结合具体DBMS的特点设计用户的外模式。</a:t>
            </a:r>
            <a:endParaRPr lang="zh-CN" altLang="en-US" spc="150">
              <a:solidFill>
                <a:schemeClr val="dk1"/>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0" name="KSO_Shape"/>
          <p:cNvSpPr/>
          <p:nvPr>
            <p:custDataLst>
              <p:tags r:id="rId10"/>
            </p:custDataLst>
          </p:nvPr>
        </p:nvSpPr>
        <p:spPr bwMode="auto">
          <a:xfrm>
            <a:off x="3484918" y="3833966"/>
            <a:ext cx="606569" cy="606569"/>
          </a:xfrm>
          <a:custGeom>
            <a:avLst/>
            <a:gdLst>
              <a:gd name="T0" fmla="*/ 956359 w 1647825"/>
              <a:gd name="T1" fmla="*/ 1636826 h 1647826"/>
              <a:gd name="T2" fmla="*/ 747857 w 1647825"/>
              <a:gd name="T3" fmla="*/ 1644290 h 1647826"/>
              <a:gd name="T4" fmla="*/ 552064 w 1647825"/>
              <a:gd name="T5" fmla="*/ 1602253 h 1647826"/>
              <a:gd name="T6" fmla="*/ 715689 w 1647825"/>
              <a:gd name="T7" fmla="*/ 1601861 h 1647826"/>
              <a:gd name="T8" fmla="*/ 887256 w 1647825"/>
              <a:gd name="T9" fmla="*/ 1606575 h 1647826"/>
              <a:gd name="T10" fmla="*/ 1054454 w 1647825"/>
              <a:gd name="T11" fmla="*/ 1574360 h 1647826"/>
              <a:gd name="T12" fmla="*/ 824299 w 1647825"/>
              <a:gd name="T13" fmla="*/ 1511300 h 1647826"/>
              <a:gd name="T14" fmla="*/ 704546 w 1647825"/>
              <a:gd name="T15" fmla="*/ 1461552 h 1647826"/>
              <a:gd name="T16" fmla="*/ 930127 w 1647825"/>
              <a:gd name="T17" fmla="*/ 1463902 h 1647826"/>
              <a:gd name="T18" fmla="*/ 1356122 w 1647825"/>
              <a:gd name="T19" fmla="*/ 1452828 h 1647826"/>
              <a:gd name="T20" fmla="*/ 1149747 w 1647825"/>
              <a:gd name="T21" fmla="*/ 1581151 h 1647826"/>
              <a:gd name="T22" fmla="*/ 515270 w 1647825"/>
              <a:gd name="T23" fmla="*/ 1266356 h 1647826"/>
              <a:gd name="T24" fmla="*/ 425814 w 1647825"/>
              <a:gd name="T25" fmla="*/ 1545074 h 1647826"/>
              <a:gd name="T26" fmla="*/ 236961 w 1647825"/>
              <a:gd name="T27" fmla="*/ 1401552 h 1647826"/>
              <a:gd name="T28" fmla="*/ 652180 w 1647825"/>
              <a:gd name="T29" fmla="*/ 1071563 h 1647826"/>
              <a:gd name="T30" fmla="*/ 198520 w 1647825"/>
              <a:gd name="T31" fmla="*/ 994251 h 1647826"/>
              <a:gd name="T32" fmla="*/ 228545 w 1647825"/>
              <a:gd name="T33" fmla="*/ 1165580 h 1647826"/>
              <a:gd name="T34" fmla="*/ 158888 w 1647825"/>
              <a:gd name="T35" fmla="*/ 998634 h 1647826"/>
              <a:gd name="T36" fmla="*/ 1499776 w 1647825"/>
              <a:gd name="T37" fmla="*/ 943174 h 1647826"/>
              <a:gd name="T38" fmla="*/ 1443657 w 1647825"/>
              <a:gd name="T39" fmla="*/ 1118941 h 1647826"/>
              <a:gd name="T40" fmla="*/ 1430523 w 1647825"/>
              <a:gd name="T41" fmla="*/ 1050060 h 1647826"/>
              <a:gd name="T42" fmla="*/ 1647825 w 1647825"/>
              <a:gd name="T43" fmla="*/ 804876 h 1647826"/>
              <a:gd name="T44" fmla="*/ 1627188 w 1647825"/>
              <a:gd name="T45" fmla="*/ 1006630 h 1647826"/>
              <a:gd name="T46" fmla="*/ 1562100 w 1647825"/>
              <a:gd name="T47" fmla="*/ 1190116 h 1647826"/>
              <a:gd name="T48" fmla="*/ 1456928 w 1647825"/>
              <a:gd name="T49" fmla="*/ 1350963 h 1647826"/>
              <a:gd name="T50" fmla="*/ 1529556 w 1647825"/>
              <a:gd name="T51" fmla="*/ 1167081 h 1647826"/>
              <a:gd name="T52" fmla="*/ 1588294 w 1647825"/>
              <a:gd name="T53" fmla="*/ 1003056 h 1647826"/>
              <a:gd name="T54" fmla="*/ 1608931 w 1647825"/>
              <a:gd name="T55" fmla="*/ 823940 h 1647826"/>
              <a:gd name="T56" fmla="*/ 45244 w 1647825"/>
              <a:gd name="T57" fmla="*/ 926307 h 1647826"/>
              <a:gd name="T58" fmla="*/ 89297 w 1647825"/>
              <a:gd name="T59" fmla="*/ 1101726 h 1647826"/>
              <a:gd name="T60" fmla="*/ 170260 w 1647825"/>
              <a:gd name="T61" fmla="*/ 1259285 h 1647826"/>
              <a:gd name="T62" fmla="*/ 135335 w 1647825"/>
              <a:gd name="T63" fmla="*/ 1276748 h 1647826"/>
              <a:gd name="T64" fmla="*/ 46831 w 1647825"/>
              <a:gd name="T65" fmla="*/ 1098948 h 1647826"/>
              <a:gd name="T66" fmla="*/ 3175 w 1647825"/>
              <a:gd name="T67" fmla="*/ 900907 h 1647826"/>
              <a:gd name="T68" fmla="*/ 1314889 w 1647825"/>
              <a:gd name="T69" fmla="*/ 671513 h 1647826"/>
              <a:gd name="T70" fmla="*/ 987105 w 1647825"/>
              <a:gd name="T71" fmla="*/ 1046163 h 1647826"/>
              <a:gd name="T72" fmla="*/ 1540533 w 1647825"/>
              <a:gd name="T73" fmla="*/ 418281 h 1647826"/>
              <a:gd name="T74" fmla="*/ 1626767 w 1647825"/>
              <a:gd name="T75" fmla="*/ 640748 h 1647826"/>
              <a:gd name="T76" fmla="*/ 1341437 w 1647825"/>
              <a:gd name="T77" fmla="*/ 662559 h 1647826"/>
              <a:gd name="T78" fmla="*/ 175991 w 1647825"/>
              <a:gd name="T79" fmla="*/ 833870 h 1647826"/>
              <a:gd name="T80" fmla="*/ 31713 w 1647825"/>
              <a:gd name="T81" fmla="*/ 595541 h 1647826"/>
              <a:gd name="T82" fmla="*/ 293316 w 1647825"/>
              <a:gd name="T83" fmla="*/ 387350 h 1647826"/>
              <a:gd name="T84" fmla="*/ 1155020 w 1647825"/>
              <a:gd name="T85" fmla="*/ 223001 h 1647826"/>
              <a:gd name="T86" fmla="*/ 1312138 w 1647825"/>
              <a:gd name="T87" fmla="*/ 341854 h 1647826"/>
              <a:gd name="T88" fmla="*/ 1208052 w 1647825"/>
              <a:gd name="T89" fmla="*/ 302633 h 1647826"/>
              <a:gd name="T90" fmla="*/ 598488 w 1647825"/>
              <a:gd name="T91" fmla="*/ 217164 h 1647826"/>
              <a:gd name="T92" fmla="*/ 395220 w 1647825"/>
              <a:gd name="T93" fmla="*/ 338651 h 1647826"/>
              <a:gd name="T94" fmla="*/ 380872 w 1647825"/>
              <a:gd name="T95" fmla="*/ 299616 h 1647826"/>
              <a:gd name="T96" fmla="*/ 545878 w 1647825"/>
              <a:gd name="T97" fmla="*/ 196850 h 1647826"/>
              <a:gd name="T98" fmla="*/ 1212850 w 1647825"/>
              <a:gd name="T99" fmla="*/ 97392 h 1647826"/>
              <a:gd name="T100" fmla="*/ 1386682 w 1647825"/>
              <a:gd name="T101" fmla="*/ 223079 h 1647826"/>
              <a:gd name="T102" fmla="*/ 1522413 w 1647825"/>
              <a:gd name="T103" fmla="*/ 388938 h 1647826"/>
              <a:gd name="T104" fmla="*/ 1364457 w 1647825"/>
              <a:gd name="T105" fmla="*/ 255694 h 1647826"/>
              <a:gd name="T106" fmla="*/ 1221582 w 1647825"/>
              <a:gd name="T107" fmla="*/ 147507 h 1647826"/>
              <a:gd name="T108" fmla="*/ 1055291 w 1647825"/>
              <a:gd name="T109" fmla="*/ 73527 h 1647826"/>
              <a:gd name="T110" fmla="*/ 470813 w 1647825"/>
              <a:gd name="T111" fmla="*/ 122846 h 1647826"/>
              <a:gd name="T112" fmla="*/ 319328 w 1647825"/>
              <a:gd name="T113" fmla="*/ 222679 h 1647826"/>
              <a:gd name="T114" fmla="*/ 195602 w 1647825"/>
              <a:gd name="T115" fmla="*/ 354728 h 1647826"/>
              <a:gd name="T116" fmla="*/ 218602 w 1647825"/>
              <a:gd name="T117" fmla="*/ 265635 h 1647826"/>
              <a:gd name="T118" fmla="*/ 383174 w 1647825"/>
              <a:gd name="T119" fmla="*/ 127619 h 1647826"/>
              <a:gd name="T120" fmla="*/ 580263 w 1647825"/>
              <a:gd name="T121" fmla="*/ 36139 h 1647826"/>
              <a:gd name="T122" fmla="*/ 995500 w 1647825"/>
              <a:gd name="T123" fmla="*/ 18230 h 1647826"/>
              <a:gd name="T124" fmla="*/ 630147 w 1647825"/>
              <a:gd name="T125" fmla="*/ 63409 h 1647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47825" h="1647826">
                <a:moveTo>
                  <a:pt x="1069148" y="1570038"/>
                </a:moveTo>
                <a:lnTo>
                  <a:pt x="1117600" y="1593610"/>
                </a:lnTo>
                <a:lnTo>
                  <a:pt x="1100126" y="1600289"/>
                </a:lnTo>
                <a:lnTo>
                  <a:pt x="1082651" y="1606182"/>
                </a:lnTo>
                <a:lnTo>
                  <a:pt x="1065177" y="1611682"/>
                </a:lnTo>
                <a:lnTo>
                  <a:pt x="1047305" y="1616790"/>
                </a:lnTo>
                <a:lnTo>
                  <a:pt x="1029831" y="1621504"/>
                </a:lnTo>
                <a:lnTo>
                  <a:pt x="1011562" y="1626218"/>
                </a:lnTo>
                <a:lnTo>
                  <a:pt x="993293" y="1630147"/>
                </a:lnTo>
                <a:lnTo>
                  <a:pt x="974628" y="1634076"/>
                </a:lnTo>
                <a:lnTo>
                  <a:pt x="956359" y="1636826"/>
                </a:lnTo>
                <a:lnTo>
                  <a:pt x="937693" y="1639969"/>
                </a:lnTo>
                <a:lnTo>
                  <a:pt x="919027" y="1641933"/>
                </a:lnTo>
                <a:lnTo>
                  <a:pt x="899964" y="1644290"/>
                </a:lnTo>
                <a:lnTo>
                  <a:pt x="880901" y="1645469"/>
                </a:lnTo>
                <a:lnTo>
                  <a:pt x="862235" y="1646648"/>
                </a:lnTo>
                <a:lnTo>
                  <a:pt x="842775" y="1647826"/>
                </a:lnTo>
                <a:lnTo>
                  <a:pt x="823315" y="1647826"/>
                </a:lnTo>
                <a:lnTo>
                  <a:pt x="804252" y="1647826"/>
                </a:lnTo>
                <a:lnTo>
                  <a:pt x="785586" y="1646648"/>
                </a:lnTo>
                <a:lnTo>
                  <a:pt x="766523" y="1645862"/>
                </a:lnTo>
                <a:lnTo>
                  <a:pt x="747857" y="1644290"/>
                </a:lnTo>
                <a:lnTo>
                  <a:pt x="729986" y="1642326"/>
                </a:lnTo>
                <a:lnTo>
                  <a:pt x="711320" y="1640362"/>
                </a:lnTo>
                <a:lnTo>
                  <a:pt x="693051" y="1637219"/>
                </a:lnTo>
                <a:lnTo>
                  <a:pt x="674782" y="1634469"/>
                </a:lnTo>
                <a:lnTo>
                  <a:pt x="656911" y="1630933"/>
                </a:lnTo>
                <a:lnTo>
                  <a:pt x="639039" y="1627004"/>
                </a:lnTo>
                <a:lnTo>
                  <a:pt x="621168" y="1622683"/>
                </a:lnTo>
                <a:lnTo>
                  <a:pt x="603693" y="1617968"/>
                </a:lnTo>
                <a:lnTo>
                  <a:pt x="586219" y="1613254"/>
                </a:lnTo>
                <a:lnTo>
                  <a:pt x="569142" y="1607754"/>
                </a:lnTo>
                <a:lnTo>
                  <a:pt x="552064" y="1602253"/>
                </a:lnTo>
                <a:lnTo>
                  <a:pt x="534987" y="1596360"/>
                </a:lnTo>
                <a:lnTo>
                  <a:pt x="583439" y="1572003"/>
                </a:lnTo>
                <a:lnTo>
                  <a:pt x="597736" y="1576324"/>
                </a:lnTo>
                <a:lnTo>
                  <a:pt x="612033" y="1580646"/>
                </a:lnTo>
                <a:lnTo>
                  <a:pt x="626728" y="1584182"/>
                </a:lnTo>
                <a:lnTo>
                  <a:pt x="640628" y="1587717"/>
                </a:lnTo>
                <a:lnTo>
                  <a:pt x="655322" y="1591253"/>
                </a:lnTo>
                <a:lnTo>
                  <a:pt x="670811" y="1594396"/>
                </a:lnTo>
                <a:lnTo>
                  <a:pt x="685505" y="1597146"/>
                </a:lnTo>
                <a:lnTo>
                  <a:pt x="700597" y="1599896"/>
                </a:lnTo>
                <a:lnTo>
                  <a:pt x="715689" y="1601861"/>
                </a:lnTo>
                <a:lnTo>
                  <a:pt x="730780" y="1603432"/>
                </a:lnTo>
                <a:lnTo>
                  <a:pt x="745872" y="1605396"/>
                </a:lnTo>
                <a:lnTo>
                  <a:pt x="760963" y="1606575"/>
                </a:lnTo>
                <a:lnTo>
                  <a:pt x="776452" y="1607754"/>
                </a:lnTo>
                <a:lnTo>
                  <a:pt x="791941" y="1608932"/>
                </a:lnTo>
                <a:lnTo>
                  <a:pt x="807429" y="1609325"/>
                </a:lnTo>
                <a:lnTo>
                  <a:pt x="823315" y="1609325"/>
                </a:lnTo>
                <a:lnTo>
                  <a:pt x="839201" y="1609325"/>
                </a:lnTo>
                <a:lnTo>
                  <a:pt x="855087" y="1608147"/>
                </a:lnTo>
                <a:lnTo>
                  <a:pt x="870973" y="1607754"/>
                </a:lnTo>
                <a:lnTo>
                  <a:pt x="887256" y="1606575"/>
                </a:lnTo>
                <a:lnTo>
                  <a:pt x="902744" y="1605396"/>
                </a:lnTo>
                <a:lnTo>
                  <a:pt x="918233" y="1603432"/>
                </a:lnTo>
                <a:lnTo>
                  <a:pt x="933722" y="1601468"/>
                </a:lnTo>
                <a:lnTo>
                  <a:pt x="949210" y="1598718"/>
                </a:lnTo>
                <a:lnTo>
                  <a:pt x="964699" y="1596360"/>
                </a:lnTo>
                <a:lnTo>
                  <a:pt x="980188" y="1593218"/>
                </a:lnTo>
                <a:lnTo>
                  <a:pt x="995279" y="1590467"/>
                </a:lnTo>
                <a:lnTo>
                  <a:pt x="1010371" y="1586932"/>
                </a:lnTo>
                <a:lnTo>
                  <a:pt x="1025065" y="1583003"/>
                </a:lnTo>
                <a:lnTo>
                  <a:pt x="1039760" y="1578681"/>
                </a:lnTo>
                <a:lnTo>
                  <a:pt x="1054454" y="1574360"/>
                </a:lnTo>
                <a:lnTo>
                  <a:pt x="1069148" y="1570038"/>
                </a:lnTo>
                <a:close/>
                <a:moveTo>
                  <a:pt x="990600" y="1450975"/>
                </a:moveTo>
                <a:lnTo>
                  <a:pt x="960761" y="1497590"/>
                </a:lnTo>
                <a:lnTo>
                  <a:pt x="944450" y="1500332"/>
                </a:lnTo>
                <a:lnTo>
                  <a:pt x="927740" y="1503466"/>
                </a:lnTo>
                <a:lnTo>
                  <a:pt x="910632" y="1505424"/>
                </a:lnTo>
                <a:lnTo>
                  <a:pt x="893923" y="1507775"/>
                </a:lnTo>
                <a:lnTo>
                  <a:pt x="876417" y="1508950"/>
                </a:lnTo>
                <a:lnTo>
                  <a:pt x="859310" y="1510125"/>
                </a:lnTo>
                <a:lnTo>
                  <a:pt x="841804" y="1510909"/>
                </a:lnTo>
                <a:lnTo>
                  <a:pt x="824299" y="1511300"/>
                </a:lnTo>
                <a:lnTo>
                  <a:pt x="807589" y="1510909"/>
                </a:lnTo>
                <a:lnTo>
                  <a:pt x="791675" y="1510125"/>
                </a:lnTo>
                <a:lnTo>
                  <a:pt x="775363" y="1508950"/>
                </a:lnTo>
                <a:lnTo>
                  <a:pt x="759051" y="1507775"/>
                </a:lnTo>
                <a:lnTo>
                  <a:pt x="743137" y="1506208"/>
                </a:lnTo>
                <a:lnTo>
                  <a:pt x="727223" y="1503858"/>
                </a:lnTo>
                <a:lnTo>
                  <a:pt x="711707" y="1501899"/>
                </a:lnTo>
                <a:lnTo>
                  <a:pt x="695395" y="1498765"/>
                </a:lnTo>
                <a:lnTo>
                  <a:pt x="666750" y="1453326"/>
                </a:lnTo>
                <a:lnTo>
                  <a:pt x="685449" y="1458026"/>
                </a:lnTo>
                <a:lnTo>
                  <a:pt x="704546" y="1461552"/>
                </a:lnTo>
                <a:lnTo>
                  <a:pt x="724041" y="1465077"/>
                </a:lnTo>
                <a:lnTo>
                  <a:pt x="743933" y="1467819"/>
                </a:lnTo>
                <a:lnTo>
                  <a:pt x="763428" y="1469778"/>
                </a:lnTo>
                <a:lnTo>
                  <a:pt x="783718" y="1471345"/>
                </a:lnTo>
                <a:lnTo>
                  <a:pt x="803611" y="1472520"/>
                </a:lnTo>
                <a:lnTo>
                  <a:pt x="824299" y="1472520"/>
                </a:lnTo>
                <a:lnTo>
                  <a:pt x="845783" y="1472520"/>
                </a:lnTo>
                <a:lnTo>
                  <a:pt x="866869" y="1470953"/>
                </a:lnTo>
                <a:lnTo>
                  <a:pt x="888353" y="1469386"/>
                </a:lnTo>
                <a:lnTo>
                  <a:pt x="909439" y="1467428"/>
                </a:lnTo>
                <a:lnTo>
                  <a:pt x="930127" y="1463902"/>
                </a:lnTo>
                <a:lnTo>
                  <a:pt x="950417" y="1460377"/>
                </a:lnTo>
                <a:lnTo>
                  <a:pt x="970708" y="1456068"/>
                </a:lnTo>
                <a:lnTo>
                  <a:pt x="990600" y="1450975"/>
                </a:lnTo>
                <a:close/>
                <a:moveTo>
                  <a:pt x="1402556" y="1195388"/>
                </a:moveTo>
                <a:lnTo>
                  <a:pt x="1425972" y="1326889"/>
                </a:lnTo>
                <a:lnTo>
                  <a:pt x="1435100" y="1376153"/>
                </a:lnTo>
                <a:lnTo>
                  <a:pt x="1420019" y="1392044"/>
                </a:lnTo>
                <a:lnTo>
                  <a:pt x="1404541" y="1408333"/>
                </a:lnTo>
                <a:lnTo>
                  <a:pt x="1389063" y="1423429"/>
                </a:lnTo>
                <a:lnTo>
                  <a:pt x="1372394" y="1438526"/>
                </a:lnTo>
                <a:lnTo>
                  <a:pt x="1356122" y="1452828"/>
                </a:lnTo>
                <a:lnTo>
                  <a:pt x="1339056" y="1467131"/>
                </a:lnTo>
                <a:lnTo>
                  <a:pt x="1321594" y="1480241"/>
                </a:lnTo>
                <a:lnTo>
                  <a:pt x="1303734" y="1493749"/>
                </a:lnTo>
                <a:lnTo>
                  <a:pt x="1285875" y="1506462"/>
                </a:lnTo>
                <a:lnTo>
                  <a:pt x="1267619" y="1518380"/>
                </a:lnTo>
                <a:lnTo>
                  <a:pt x="1248569" y="1529902"/>
                </a:lnTo>
                <a:lnTo>
                  <a:pt x="1229519" y="1541423"/>
                </a:lnTo>
                <a:lnTo>
                  <a:pt x="1210072" y="1552149"/>
                </a:lnTo>
                <a:lnTo>
                  <a:pt x="1190228" y="1562082"/>
                </a:lnTo>
                <a:lnTo>
                  <a:pt x="1170384" y="1572014"/>
                </a:lnTo>
                <a:lnTo>
                  <a:pt x="1149747" y="1581151"/>
                </a:lnTo>
                <a:lnTo>
                  <a:pt x="1103709" y="1557711"/>
                </a:lnTo>
                <a:lnTo>
                  <a:pt x="989012" y="1500503"/>
                </a:lnTo>
                <a:lnTo>
                  <a:pt x="996553" y="1489379"/>
                </a:lnTo>
                <a:lnTo>
                  <a:pt x="1027906" y="1439321"/>
                </a:lnTo>
                <a:lnTo>
                  <a:pt x="1136253" y="1267694"/>
                </a:lnTo>
                <a:lnTo>
                  <a:pt x="1342628" y="1211279"/>
                </a:lnTo>
                <a:lnTo>
                  <a:pt x="1400969" y="1195785"/>
                </a:lnTo>
                <a:lnTo>
                  <a:pt x="1402556" y="1195388"/>
                </a:lnTo>
                <a:close/>
                <a:moveTo>
                  <a:pt x="252864" y="1195388"/>
                </a:moveTo>
                <a:lnTo>
                  <a:pt x="302960" y="1209265"/>
                </a:lnTo>
                <a:lnTo>
                  <a:pt x="515270" y="1266356"/>
                </a:lnTo>
                <a:lnTo>
                  <a:pt x="518849" y="1267545"/>
                </a:lnTo>
                <a:lnTo>
                  <a:pt x="537137" y="1295695"/>
                </a:lnTo>
                <a:lnTo>
                  <a:pt x="629775" y="1441992"/>
                </a:lnTo>
                <a:lnTo>
                  <a:pt x="660786" y="1491154"/>
                </a:lnTo>
                <a:lnTo>
                  <a:pt x="666750" y="1500669"/>
                </a:lnTo>
                <a:lnTo>
                  <a:pt x="550655" y="1559743"/>
                </a:lnTo>
                <a:lnTo>
                  <a:pt x="504138" y="1582738"/>
                </a:lnTo>
                <a:lnTo>
                  <a:pt x="484259" y="1574412"/>
                </a:lnTo>
                <a:lnTo>
                  <a:pt x="464379" y="1564897"/>
                </a:lnTo>
                <a:lnTo>
                  <a:pt x="444898" y="1555382"/>
                </a:lnTo>
                <a:lnTo>
                  <a:pt x="425814" y="1545074"/>
                </a:lnTo>
                <a:lnTo>
                  <a:pt x="407127" y="1533973"/>
                </a:lnTo>
                <a:lnTo>
                  <a:pt x="388441" y="1522871"/>
                </a:lnTo>
                <a:lnTo>
                  <a:pt x="370152" y="1511374"/>
                </a:lnTo>
                <a:lnTo>
                  <a:pt x="352260" y="1498687"/>
                </a:lnTo>
                <a:lnTo>
                  <a:pt x="334767" y="1486396"/>
                </a:lnTo>
                <a:lnTo>
                  <a:pt x="317671" y="1473313"/>
                </a:lnTo>
                <a:lnTo>
                  <a:pt x="300972" y="1459833"/>
                </a:lnTo>
                <a:lnTo>
                  <a:pt x="284671" y="1445560"/>
                </a:lnTo>
                <a:lnTo>
                  <a:pt x="267972" y="1431287"/>
                </a:lnTo>
                <a:lnTo>
                  <a:pt x="252467" y="1416618"/>
                </a:lnTo>
                <a:lnTo>
                  <a:pt x="236961" y="1401552"/>
                </a:lnTo>
                <a:lnTo>
                  <a:pt x="222250" y="1386090"/>
                </a:lnTo>
                <a:lnTo>
                  <a:pt x="230202" y="1336531"/>
                </a:lnTo>
                <a:lnTo>
                  <a:pt x="251671" y="1203318"/>
                </a:lnTo>
                <a:lnTo>
                  <a:pt x="252864" y="1195388"/>
                </a:lnTo>
                <a:close/>
                <a:moveTo>
                  <a:pt x="950912" y="1071563"/>
                </a:moveTo>
                <a:lnTo>
                  <a:pt x="998316" y="1071563"/>
                </a:lnTo>
                <a:lnTo>
                  <a:pt x="1120775" y="1245264"/>
                </a:lnTo>
                <a:lnTo>
                  <a:pt x="1119590" y="1245662"/>
                </a:lnTo>
                <a:lnTo>
                  <a:pt x="1095888" y="1279526"/>
                </a:lnTo>
                <a:lnTo>
                  <a:pt x="950912" y="1071563"/>
                </a:lnTo>
                <a:close/>
                <a:moveTo>
                  <a:pt x="652180" y="1071563"/>
                </a:moveTo>
                <a:lnTo>
                  <a:pt x="700087" y="1071563"/>
                </a:lnTo>
                <a:lnTo>
                  <a:pt x="554783" y="1276351"/>
                </a:lnTo>
                <a:lnTo>
                  <a:pt x="534987" y="1244662"/>
                </a:lnTo>
                <a:lnTo>
                  <a:pt x="652180" y="1071563"/>
                </a:lnTo>
                <a:close/>
                <a:moveTo>
                  <a:pt x="177703" y="873125"/>
                </a:moveTo>
                <a:lnTo>
                  <a:pt x="179305" y="893844"/>
                </a:lnTo>
                <a:lnTo>
                  <a:pt x="182107" y="914164"/>
                </a:lnTo>
                <a:lnTo>
                  <a:pt x="185710" y="934485"/>
                </a:lnTo>
                <a:lnTo>
                  <a:pt x="188913" y="954805"/>
                </a:lnTo>
                <a:lnTo>
                  <a:pt x="193716" y="974727"/>
                </a:lnTo>
                <a:lnTo>
                  <a:pt x="198520" y="994251"/>
                </a:lnTo>
                <a:lnTo>
                  <a:pt x="204125" y="1013774"/>
                </a:lnTo>
                <a:lnTo>
                  <a:pt x="210931" y="1032899"/>
                </a:lnTo>
                <a:lnTo>
                  <a:pt x="217336" y="1052025"/>
                </a:lnTo>
                <a:lnTo>
                  <a:pt x="224942" y="1070751"/>
                </a:lnTo>
                <a:lnTo>
                  <a:pt x="232949" y="1089478"/>
                </a:lnTo>
                <a:lnTo>
                  <a:pt x="241356" y="1107009"/>
                </a:lnTo>
                <a:lnTo>
                  <a:pt x="250563" y="1124939"/>
                </a:lnTo>
                <a:lnTo>
                  <a:pt x="260171" y="1142470"/>
                </a:lnTo>
                <a:lnTo>
                  <a:pt x="270179" y="1159603"/>
                </a:lnTo>
                <a:lnTo>
                  <a:pt x="280988" y="1176338"/>
                </a:lnTo>
                <a:lnTo>
                  <a:pt x="228545" y="1165580"/>
                </a:lnTo>
                <a:lnTo>
                  <a:pt x="220538" y="1151236"/>
                </a:lnTo>
                <a:lnTo>
                  <a:pt x="212532" y="1136494"/>
                </a:lnTo>
                <a:lnTo>
                  <a:pt x="205326" y="1121752"/>
                </a:lnTo>
                <a:lnTo>
                  <a:pt x="198120" y="1107009"/>
                </a:lnTo>
                <a:lnTo>
                  <a:pt x="191315" y="1091869"/>
                </a:lnTo>
                <a:lnTo>
                  <a:pt x="185310" y="1076728"/>
                </a:lnTo>
                <a:lnTo>
                  <a:pt x="178904" y="1061587"/>
                </a:lnTo>
                <a:lnTo>
                  <a:pt x="173300" y="1046048"/>
                </a:lnTo>
                <a:lnTo>
                  <a:pt x="168096" y="1030509"/>
                </a:lnTo>
                <a:lnTo>
                  <a:pt x="163292" y="1014571"/>
                </a:lnTo>
                <a:lnTo>
                  <a:pt x="158888" y="998634"/>
                </a:lnTo>
                <a:lnTo>
                  <a:pt x="154885" y="982297"/>
                </a:lnTo>
                <a:lnTo>
                  <a:pt x="151282" y="966360"/>
                </a:lnTo>
                <a:lnTo>
                  <a:pt x="148079" y="949227"/>
                </a:lnTo>
                <a:lnTo>
                  <a:pt x="144877" y="932492"/>
                </a:lnTo>
                <a:lnTo>
                  <a:pt x="142875" y="915360"/>
                </a:lnTo>
                <a:lnTo>
                  <a:pt x="143275" y="915758"/>
                </a:lnTo>
                <a:lnTo>
                  <a:pt x="177703" y="873125"/>
                </a:lnTo>
                <a:close/>
                <a:moveTo>
                  <a:pt x="1469926" y="865188"/>
                </a:moveTo>
                <a:lnTo>
                  <a:pt x="1504950" y="909130"/>
                </a:lnTo>
                <a:lnTo>
                  <a:pt x="1502960" y="925756"/>
                </a:lnTo>
                <a:lnTo>
                  <a:pt x="1499776" y="943174"/>
                </a:lnTo>
                <a:lnTo>
                  <a:pt x="1496990" y="959801"/>
                </a:lnTo>
                <a:lnTo>
                  <a:pt x="1493408" y="976428"/>
                </a:lnTo>
                <a:lnTo>
                  <a:pt x="1489428" y="993054"/>
                </a:lnTo>
                <a:lnTo>
                  <a:pt x="1484652" y="1009285"/>
                </a:lnTo>
                <a:lnTo>
                  <a:pt x="1479876" y="1025516"/>
                </a:lnTo>
                <a:lnTo>
                  <a:pt x="1474702" y="1041350"/>
                </a:lnTo>
                <a:lnTo>
                  <a:pt x="1469528" y="1057185"/>
                </a:lnTo>
                <a:lnTo>
                  <a:pt x="1463558" y="1073020"/>
                </a:lnTo>
                <a:lnTo>
                  <a:pt x="1457190" y="1088855"/>
                </a:lnTo>
                <a:lnTo>
                  <a:pt x="1450423" y="1103898"/>
                </a:lnTo>
                <a:lnTo>
                  <a:pt x="1443657" y="1118941"/>
                </a:lnTo>
                <a:lnTo>
                  <a:pt x="1435697" y="1133984"/>
                </a:lnTo>
                <a:lnTo>
                  <a:pt x="1428533" y="1148631"/>
                </a:lnTo>
                <a:lnTo>
                  <a:pt x="1420175" y="1162883"/>
                </a:lnTo>
                <a:lnTo>
                  <a:pt x="1365250" y="1177926"/>
                </a:lnTo>
                <a:lnTo>
                  <a:pt x="1376394" y="1160508"/>
                </a:lnTo>
                <a:lnTo>
                  <a:pt x="1386743" y="1143089"/>
                </a:lnTo>
                <a:lnTo>
                  <a:pt x="1396693" y="1124879"/>
                </a:lnTo>
                <a:lnTo>
                  <a:pt x="1405847" y="1106669"/>
                </a:lnTo>
                <a:lnTo>
                  <a:pt x="1414603" y="1088063"/>
                </a:lnTo>
                <a:lnTo>
                  <a:pt x="1422961" y="1069457"/>
                </a:lnTo>
                <a:lnTo>
                  <a:pt x="1430523" y="1050060"/>
                </a:lnTo>
                <a:lnTo>
                  <a:pt x="1437687" y="1030662"/>
                </a:lnTo>
                <a:lnTo>
                  <a:pt x="1444055" y="1010868"/>
                </a:lnTo>
                <a:lnTo>
                  <a:pt x="1449627" y="990283"/>
                </a:lnTo>
                <a:lnTo>
                  <a:pt x="1454802" y="970094"/>
                </a:lnTo>
                <a:lnTo>
                  <a:pt x="1459180" y="949508"/>
                </a:lnTo>
                <a:lnTo>
                  <a:pt x="1463160" y="928923"/>
                </a:lnTo>
                <a:lnTo>
                  <a:pt x="1466344" y="907942"/>
                </a:lnTo>
                <a:lnTo>
                  <a:pt x="1468334" y="886565"/>
                </a:lnTo>
                <a:lnTo>
                  <a:pt x="1469926" y="865188"/>
                </a:lnTo>
                <a:close/>
                <a:moveTo>
                  <a:pt x="1646635" y="785813"/>
                </a:moveTo>
                <a:lnTo>
                  <a:pt x="1647825" y="804876"/>
                </a:lnTo>
                <a:lnTo>
                  <a:pt x="1647825" y="823940"/>
                </a:lnTo>
                <a:lnTo>
                  <a:pt x="1647825" y="842606"/>
                </a:lnTo>
                <a:lnTo>
                  <a:pt x="1646635" y="861669"/>
                </a:lnTo>
                <a:lnTo>
                  <a:pt x="1645841" y="879938"/>
                </a:lnTo>
                <a:lnTo>
                  <a:pt x="1644650" y="898605"/>
                </a:lnTo>
                <a:lnTo>
                  <a:pt x="1642269" y="916477"/>
                </a:lnTo>
                <a:lnTo>
                  <a:pt x="1640285" y="934746"/>
                </a:lnTo>
                <a:lnTo>
                  <a:pt x="1637506" y="953015"/>
                </a:lnTo>
                <a:lnTo>
                  <a:pt x="1634728" y="970887"/>
                </a:lnTo>
                <a:lnTo>
                  <a:pt x="1631156" y="988759"/>
                </a:lnTo>
                <a:lnTo>
                  <a:pt x="1627188" y="1006630"/>
                </a:lnTo>
                <a:lnTo>
                  <a:pt x="1623616" y="1023708"/>
                </a:lnTo>
                <a:lnTo>
                  <a:pt x="1618853" y="1041183"/>
                </a:lnTo>
                <a:lnTo>
                  <a:pt x="1614091" y="1058260"/>
                </a:lnTo>
                <a:lnTo>
                  <a:pt x="1608931" y="1075735"/>
                </a:lnTo>
                <a:lnTo>
                  <a:pt x="1602978" y="1092416"/>
                </a:lnTo>
                <a:lnTo>
                  <a:pt x="1597025" y="1109096"/>
                </a:lnTo>
                <a:lnTo>
                  <a:pt x="1590675" y="1125777"/>
                </a:lnTo>
                <a:lnTo>
                  <a:pt x="1584325" y="1142060"/>
                </a:lnTo>
                <a:lnTo>
                  <a:pt x="1576785" y="1158343"/>
                </a:lnTo>
                <a:lnTo>
                  <a:pt x="1569641" y="1174229"/>
                </a:lnTo>
                <a:lnTo>
                  <a:pt x="1562100" y="1190116"/>
                </a:lnTo>
                <a:lnTo>
                  <a:pt x="1553766" y="1205605"/>
                </a:lnTo>
                <a:lnTo>
                  <a:pt x="1545828" y="1221094"/>
                </a:lnTo>
                <a:lnTo>
                  <a:pt x="1537097" y="1236980"/>
                </a:lnTo>
                <a:lnTo>
                  <a:pt x="1527969" y="1251675"/>
                </a:lnTo>
                <a:lnTo>
                  <a:pt x="1518841" y="1266767"/>
                </a:lnTo>
                <a:lnTo>
                  <a:pt x="1508919" y="1281461"/>
                </a:lnTo>
                <a:lnTo>
                  <a:pt x="1499394" y="1295759"/>
                </a:lnTo>
                <a:lnTo>
                  <a:pt x="1489075" y="1309659"/>
                </a:lnTo>
                <a:lnTo>
                  <a:pt x="1478756" y="1323560"/>
                </a:lnTo>
                <a:lnTo>
                  <a:pt x="1468041" y="1337460"/>
                </a:lnTo>
                <a:lnTo>
                  <a:pt x="1456928" y="1350963"/>
                </a:lnTo>
                <a:lnTo>
                  <a:pt x="1447800" y="1300525"/>
                </a:lnTo>
                <a:lnTo>
                  <a:pt x="1457325" y="1287816"/>
                </a:lnTo>
                <a:lnTo>
                  <a:pt x="1466453" y="1274710"/>
                </a:lnTo>
                <a:lnTo>
                  <a:pt x="1474788" y="1262398"/>
                </a:lnTo>
                <a:lnTo>
                  <a:pt x="1483519" y="1248895"/>
                </a:lnTo>
                <a:lnTo>
                  <a:pt x="1492250" y="1235789"/>
                </a:lnTo>
                <a:lnTo>
                  <a:pt x="1499791" y="1222682"/>
                </a:lnTo>
                <a:lnTo>
                  <a:pt x="1508125" y="1208782"/>
                </a:lnTo>
                <a:lnTo>
                  <a:pt x="1515666" y="1195279"/>
                </a:lnTo>
                <a:lnTo>
                  <a:pt x="1522810" y="1180981"/>
                </a:lnTo>
                <a:lnTo>
                  <a:pt x="1529556" y="1167081"/>
                </a:lnTo>
                <a:lnTo>
                  <a:pt x="1536700" y="1153180"/>
                </a:lnTo>
                <a:lnTo>
                  <a:pt x="1543050" y="1138883"/>
                </a:lnTo>
                <a:lnTo>
                  <a:pt x="1549003" y="1124188"/>
                </a:lnTo>
                <a:lnTo>
                  <a:pt x="1555353" y="1109493"/>
                </a:lnTo>
                <a:lnTo>
                  <a:pt x="1560910" y="1094799"/>
                </a:lnTo>
                <a:lnTo>
                  <a:pt x="1566069" y="1079707"/>
                </a:lnTo>
                <a:lnTo>
                  <a:pt x="1571228" y="1064218"/>
                </a:lnTo>
                <a:lnTo>
                  <a:pt x="1575991" y="1049126"/>
                </a:lnTo>
                <a:lnTo>
                  <a:pt x="1580356" y="1034034"/>
                </a:lnTo>
                <a:lnTo>
                  <a:pt x="1584722" y="1018545"/>
                </a:lnTo>
                <a:lnTo>
                  <a:pt x="1588294" y="1003056"/>
                </a:lnTo>
                <a:lnTo>
                  <a:pt x="1591866" y="987170"/>
                </a:lnTo>
                <a:lnTo>
                  <a:pt x="1595041" y="971681"/>
                </a:lnTo>
                <a:lnTo>
                  <a:pt x="1597819" y="955398"/>
                </a:lnTo>
                <a:lnTo>
                  <a:pt x="1600597" y="939511"/>
                </a:lnTo>
                <a:lnTo>
                  <a:pt x="1602581" y="923228"/>
                </a:lnTo>
                <a:lnTo>
                  <a:pt x="1604566" y="906945"/>
                </a:lnTo>
                <a:lnTo>
                  <a:pt x="1606153" y="890662"/>
                </a:lnTo>
                <a:lnTo>
                  <a:pt x="1606947" y="874378"/>
                </a:lnTo>
                <a:lnTo>
                  <a:pt x="1607741" y="857301"/>
                </a:lnTo>
                <a:lnTo>
                  <a:pt x="1608931" y="841017"/>
                </a:lnTo>
                <a:lnTo>
                  <a:pt x="1608931" y="823940"/>
                </a:lnTo>
                <a:lnTo>
                  <a:pt x="1608931" y="822351"/>
                </a:lnTo>
                <a:lnTo>
                  <a:pt x="1646635" y="785813"/>
                </a:lnTo>
                <a:close/>
                <a:moveTo>
                  <a:pt x="1191" y="779463"/>
                </a:moveTo>
                <a:lnTo>
                  <a:pt x="39291" y="816372"/>
                </a:lnTo>
                <a:lnTo>
                  <a:pt x="38894" y="824707"/>
                </a:lnTo>
                <a:lnTo>
                  <a:pt x="39291" y="842169"/>
                </a:lnTo>
                <a:lnTo>
                  <a:pt x="39687" y="858838"/>
                </a:lnTo>
                <a:lnTo>
                  <a:pt x="40481" y="876300"/>
                </a:lnTo>
                <a:lnTo>
                  <a:pt x="41672" y="892969"/>
                </a:lnTo>
                <a:lnTo>
                  <a:pt x="43656" y="910035"/>
                </a:lnTo>
                <a:lnTo>
                  <a:pt x="45244" y="926307"/>
                </a:lnTo>
                <a:lnTo>
                  <a:pt x="47625" y="943372"/>
                </a:lnTo>
                <a:lnTo>
                  <a:pt x="50403" y="959644"/>
                </a:lnTo>
                <a:lnTo>
                  <a:pt x="53578" y="975519"/>
                </a:lnTo>
                <a:lnTo>
                  <a:pt x="56753" y="992188"/>
                </a:lnTo>
                <a:lnTo>
                  <a:pt x="60325" y="1008063"/>
                </a:lnTo>
                <a:lnTo>
                  <a:pt x="64691" y="1023938"/>
                </a:lnTo>
                <a:lnTo>
                  <a:pt x="69056" y="1039813"/>
                </a:lnTo>
                <a:lnTo>
                  <a:pt x="73819" y="1055688"/>
                </a:lnTo>
                <a:lnTo>
                  <a:pt x="78581" y="1071166"/>
                </a:lnTo>
                <a:lnTo>
                  <a:pt x="83741" y="1086644"/>
                </a:lnTo>
                <a:lnTo>
                  <a:pt x="89297" y="1101726"/>
                </a:lnTo>
                <a:lnTo>
                  <a:pt x="95250" y="1116807"/>
                </a:lnTo>
                <a:lnTo>
                  <a:pt x="101203" y="1131888"/>
                </a:lnTo>
                <a:lnTo>
                  <a:pt x="108347" y="1146573"/>
                </a:lnTo>
                <a:lnTo>
                  <a:pt x="114697" y="1161257"/>
                </a:lnTo>
                <a:lnTo>
                  <a:pt x="122238" y="1175941"/>
                </a:lnTo>
                <a:lnTo>
                  <a:pt x="129381" y="1190229"/>
                </a:lnTo>
                <a:lnTo>
                  <a:pt x="137319" y="1204517"/>
                </a:lnTo>
                <a:lnTo>
                  <a:pt x="144860" y="1218407"/>
                </a:lnTo>
                <a:lnTo>
                  <a:pt x="153194" y="1232298"/>
                </a:lnTo>
                <a:lnTo>
                  <a:pt x="161925" y="1245792"/>
                </a:lnTo>
                <a:lnTo>
                  <a:pt x="170260" y="1259285"/>
                </a:lnTo>
                <a:lnTo>
                  <a:pt x="179388" y="1272382"/>
                </a:lnTo>
                <a:lnTo>
                  <a:pt x="188913" y="1285479"/>
                </a:lnTo>
                <a:lnTo>
                  <a:pt x="198438" y="1298179"/>
                </a:lnTo>
                <a:lnTo>
                  <a:pt x="207963" y="1311276"/>
                </a:lnTo>
                <a:lnTo>
                  <a:pt x="199628" y="1362076"/>
                </a:lnTo>
                <a:lnTo>
                  <a:pt x="188516" y="1348186"/>
                </a:lnTo>
                <a:lnTo>
                  <a:pt x="177403" y="1334295"/>
                </a:lnTo>
                <a:lnTo>
                  <a:pt x="166291" y="1320404"/>
                </a:lnTo>
                <a:lnTo>
                  <a:pt x="155575" y="1306117"/>
                </a:lnTo>
                <a:lnTo>
                  <a:pt x="145256" y="1291432"/>
                </a:lnTo>
                <a:lnTo>
                  <a:pt x="135335" y="1276748"/>
                </a:lnTo>
                <a:lnTo>
                  <a:pt x="125413" y="1261667"/>
                </a:lnTo>
                <a:lnTo>
                  <a:pt x="115888" y="1245792"/>
                </a:lnTo>
                <a:lnTo>
                  <a:pt x="106760" y="1230710"/>
                </a:lnTo>
                <a:lnTo>
                  <a:pt x="98425" y="1214835"/>
                </a:lnTo>
                <a:lnTo>
                  <a:pt x="90091" y="1198960"/>
                </a:lnTo>
                <a:lnTo>
                  <a:pt x="81756" y="1183085"/>
                </a:lnTo>
                <a:lnTo>
                  <a:pt x="74216" y="1166416"/>
                </a:lnTo>
                <a:lnTo>
                  <a:pt x="66675" y="1150144"/>
                </a:lnTo>
                <a:lnTo>
                  <a:pt x="59928" y="1133079"/>
                </a:lnTo>
                <a:lnTo>
                  <a:pt x="53578" y="1116410"/>
                </a:lnTo>
                <a:lnTo>
                  <a:pt x="46831" y="1098948"/>
                </a:lnTo>
                <a:lnTo>
                  <a:pt x="41275" y="1081882"/>
                </a:lnTo>
                <a:lnTo>
                  <a:pt x="35719" y="1064419"/>
                </a:lnTo>
                <a:lnTo>
                  <a:pt x="30559" y="1046957"/>
                </a:lnTo>
                <a:lnTo>
                  <a:pt x="25797" y="1029097"/>
                </a:lnTo>
                <a:lnTo>
                  <a:pt x="21431" y="1011635"/>
                </a:lnTo>
                <a:lnTo>
                  <a:pt x="17066" y="993379"/>
                </a:lnTo>
                <a:lnTo>
                  <a:pt x="13494" y="975122"/>
                </a:lnTo>
                <a:lnTo>
                  <a:pt x="10716" y="956469"/>
                </a:lnTo>
                <a:lnTo>
                  <a:pt x="7541" y="938610"/>
                </a:lnTo>
                <a:lnTo>
                  <a:pt x="5556" y="919957"/>
                </a:lnTo>
                <a:lnTo>
                  <a:pt x="3175" y="900907"/>
                </a:lnTo>
                <a:lnTo>
                  <a:pt x="1984" y="882254"/>
                </a:lnTo>
                <a:lnTo>
                  <a:pt x="794" y="863204"/>
                </a:lnTo>
                <a:lnTo>
                  <a:pt x="397" y="844154"/>
                </a:lnTo>
                <a:lnTo>
                  <a:pt x="0" y="824707"/>
                </a:lnTo>
                <a:lnTo>
                  <a:pt x="397" y="802085"/>
                </a:lnTo>
                <a:lnTo>
                  <a:pt x="1191" y="779463"/>
                </a:lnTo>
                <a:close/>
                <a:moveTo>
                  <a:pt x="1314889" y="671513"/>
                </a:moveTo>
                <a:lnTo>
                  <a:pt x="1339850" y="701729"/>
                </a:lnTo>
                <a:lnTo>
                  <a:pt x="1101725" y="776288"/>
                </a:lnTo>
                <a:lnTo>
                  <a:pt x="1116385" y="730768"/>
                </a:lnTo>
                <a:lnTo>
                  <a:pt x="1314889" y="671513"/>
                </a:lnTo>
                <a:close/>
                <a:moveTo>
                  <a:pt x="339763" y="668338"/>
                </a:moveTo>
                <a:lnTo>
                  <a:pt x="538932" y="730250"/>
                </a:lnTo>
                <a:lnTo>
                  <a:pt x="554038" y="776288"/>
                </a:lnTo>
                <a:lnTo>
                  <a:pt x="317500" y="698500"/>
                </a:lnTo>
                <a:lnTo>
                  <a:pt x="339763" y="668338"/>
                </a:lnTo>
                <a:close/>
                <a:moveTo>
                  <a:pt x="828080" y="554038"/>
                </a:moveTo>
                <a:lnTo>
                  <a:pt x="847512" y="567940"/>
                </a:lnTo>
                <a:lnTo>
                  <a:pt x="1087438" y="737939"/>
                </a:lnTo>
                <a:lnTo>
                  <a:pt x="1086645" y="741117"/>
                </a:lnTo>
                <a:lnTo>
                  <a:pt x="1086249" y="742308"/>
                </a:lnTo>
                <a:lnTo>
                  <a:pt x="987105" y="1046163"/>
                </a:lnTo>
                <a:lnTo>
                  <a:pt x="980364" y="1046163"/>
                </a:lnTo>
                <a:lnTo>
                  <a:pt x="935551" y="1046163"/>
                </a:lnTo>
                <a:lnTo>
                  <a:pt x="669054" y="1046163"/>
                </a:lnTo>
                <a:lnTo>
                  <a:pt x="570308" y="742308"/>
                </a:lnTo>
                <a:lnTo>
                  <a:pt x="569911" y="741117"/>
                </a:lnTo>
                <a:lnTo>
                  <a:pt x="568325" y="737939"/>
                </a:lnTo>
                <a:lnTo>
                  <a:pt x="808648" y="567940"/>
                </a:lnTo>
                <a:lnTo>
                  <a:pt x="828080" y="554038"/>
                </a:lnTo>
                <a:close/>
                <a:moveTo>
                  <a:pt x="1360910" y="387350"/>
                </a:moveTo>
                <a:lnTo>
                  <a:pt x="1489666" y="409557"/>
                </a:lnTo>
                <a:lnTo>
                  <a:pt x="1540533" y="418281"/>
                </a:lnTo>
                <a:lnTo>
                  <a:pt x="1550865" y="437316"/>
                </a:lnTo>
                <a:lnTo>
                  <a:pt x="1560800" y="456747"/>
                </a:lnTo>
                <a:lnTo>
                  <a:pt x="1570337" y="476178"/>
                </a:lnTo>
                <a:lnTo>
                  <a:pt x="1579477" y="495213"/>
                </a:lnTo>
                <a:lnTo>
                  <a:pt x="1587425" y="515834"/>
                </a:lnTo>
                <a:lnTo>
                  <a:pt x="1595373" y="536058"/>
                </a:lnTo>
                <a:lnTo>
                  <a:pt x="1602924" y="556282"/>
                </a:lnTo>
                <a:lnTo>
                  <a:pt x="1609679" y="577300"/>
                </a:lnTo>
                <a:lnTo>
                  <a:pt x="1616038" y="597920"/>
                </a:lnTo>
                <a:lnTo>
                  <a:pt x="1621601" y="619731"/>
                </a:lnTo>
                <a:lnTo>
                  <a:pt x="1626767" y="640748"/>
                </a:lnTo>
                <a:lnTo>
                  <a:pt x="1631536" y="662955"/>
                </a:lnTo>
                <a:lnTo>
                  <a:pt x="1635908" y="684369"/>
                </a:lnTo>
                <a:lnTo>
                  <a:pt x="1639484" y="706973"/>
                </a:lnTo>
                <a:lnTo>
                  <a:pt x="1641868" y="728783"/>
                </a:lnTo>
                <a:lnTo>
                  <a:pt x="1644650" y="751387"/>
                </a:lnTo>
                <a:lnTo>
                  <a:pt x="1607692" y="786680"/>
                </a:lnTo>
                <a:lnTo>
                  <a:pt x="1513510" y="877888"/>
                </a:lnTo>
                <a:lnTo>
                  <a:pt x="1508343" y="871543"/>
                </a:lnTo>
                <a:lnTo>
                  <a:pt x="1471386" y="825146"/>
                </a:lnTo>
                <a:lnTo>
                  <a:pt x="1363691" y="689921"/>
                </a:lnTo>
                <a:lnTo>
                  <a:pt x="1341437" y="662559"/>
                </a:lnTo>
                <a:lnTo>
                  <a:pt x="1341835" y="656214"/>
                </a:lnTo>
                <a:lnTo>
                  <a:pt x="1355743" y="455557"/>
                </a:lnTo>
                <a:lnTo>
                  <a:pt x="1360115" y="396074"/>
                </a:lnTo>
                <a:lnTo>
                  <a:pt x="1360910" y="387350"/>
                </a:lnTo>
                <a:close/>
                <a:moveTo>
                  <a:pt x="293316" y="387350"/>
                </a:moveTo>
                <a:lnTo>
                  <a:pt x="293316" y="388143"/>
                </a:lnTo>
                <a:lnTo>
                  <a:pt x="297280" y="446040"/>
                </a:lnTo>
                <a:lnTo>
                  <a:pt x="311549" y="656214"/>
                </a:lnTo>
                <a:lnTo>
                  <a:pt x="312738" y="662559"/>
                </a:lnTo>
                <a:lnTo>
                  <a:pt x="290145" y="689921"/>
                </a:lnTo>
                <a:lnTo>
                  <a:pt x="175991" y="833870"/>
                </a:lnTo>
                <a:lnTo>
                  <a:pt x="141111" y="877888"/>
                </a:lnTo>
                <a:lnTo>
                  <a:pt x="138733" y="875509"/>
                </a:lnTo>
                <a:lnTo>
                  <a:pt x="39641" y="779939"/>
                </a:lnTo>
                <a:lnTo>
                  <a:pt x="3175" y="744646"/>
                </a:lnTo>
                <a:lnTo>
                  <a:pt x="5949" y="722835"/>
                </a:lnTo>
                <a:lnTo>
                  <a:pt x="8724" y="701025"/>
                </a:lnTo>
                <a:lnTo>
                  <a:pt x="12291" y="679611"/>
                </a:lnTo>
                <a:lnTo>
                  <a:pt x="16255" y="658197"/>
                </a:lnTo>
                <a:lnTo>
                  <a:pt x="21011" y="636783"/>
                </a:lnTo>
                <a:lnTo>
                  <a:pt x="26164" y="616162"/>
                </a:lnTo>
                <a:lnTo>
                  <a:pt x="31713" y="595541"/>
                </a:lnTo>
                <a:lnTo>
                  <a:pt x="38452" y="574920"/>
                </a:lnTo>
                <a:lnTo>
                  <a:pt x="44793" y="554696"/>
                </a:lnTo>
                <a:lnTo>
                  <a:pt x="51928" y="534472"/>
                </a:lnTo>
                <a:lnTo>
                  <a:pt x="59855" y="514644"/>
                </a:lnTo>
                <a:lnTo>
                  <a:pt x="68179" y="495213"/>
                </a:lnTo>
                <a:lnTo>
                  <a:pt x="77296" y="476178"/>
                </a:lnTo>
                <a:lnTo>
                  <a:pt x="86016" y="457143"/>
                </a:lnTo>
                <a:lnTo>
                  <a:pt x="95528" y="438109"/>
                </a:lnTo>
                <a:lnTo>
                  <a:pt x="105834" y="419867"/>
                </a:lnTo>
                <a:lnTo>
                  <a:pt x="156173" y="410747"/>
                </a:lnTo>
                <a:lnTo>
                  <a:pt x="293316" y="387350"/>
                </a:lnTo>
                <a:close/>
                <a:moveTo>
                  <a:pt x="808037" y="298450"/>
                </a:moveTo>
                <a:lnTo>
                  <a:pt x="827881" y="306401"/>
                </a:lnTo>
                <a:lnTo>
                  <a:pt x="847725" y="298450"/>
                </a:lnTo>
                <a:lnTo>
                  <a:pt x="847725" y="536575"/>
                </a:lnTo>
                <a:lnTo>
                  <a:pt x="827881" y="522661"/>
                </a:lnTo>
                <a:lnTo>
                  <a:pt x="808037" y="536575"/>
                </a:lnTo>
                <a:lnTo>
                  <a:pt x="808037" y="298450"/>
                </a:lnTo>
                <a:close/>
                <a:moveTo>
                  <a:pt x="1106341" y="198438"/>
                </a:moveTo>
                <a:lnTo>
                  <a:pt x="1122567" y="205965"/>
                </a:lnTo>
                <a:lnTo>
                  <a:pt x="1139189" y="214285"/>
                </a:lnTo>
                <a:lnTo>
                  <a:pt x="1155020" y="223001"/>
                </a:lnTo>
                <a:lnTo>
                  <a:pt x="1170455" y="231717"/>
                </a:lnTo>
                <a:lnTo>
                  <a:pt x="1185889" y="241225"/>
                </a:lnTo>
                <a:lnTo>
                  <a:pt x="1200928" y="251129"/>
                </a:lnTo>
                <a:lnTo>
                  <a:pt x="1216363" y="261034"/>
                </a:lnTo>
                <a:lnTo>
                  <a:pt x="1231006" y="271335"/>
                </a:lnTo>
                <a:lnTo>
                  <a:pt x="1244858" y="282031"/>
                </a:lnTo>
                <a:lnTo>
                  <a:pt x="1258710" y="293520"/>
                </a:lnTo>
                <a:lnTo>
                  <a:pt x="1272562" y="305010"/>
                </a:lnTo>
                <a:lnTo>
                  <a:pt x="1286018" y="316895"/>
                </a:lnTo>
                <a:lnTo>
                  <a:pt x="1299078" y="328780"/>
                </a:lnTo>
                <a:lnTo>
                  <a:pt x="1312138" y="341854"/>
                </a:lnTo>
                <a:lnTo>
                  <a:pt x="1324407" y="354928"/>
                </a:lnTo>
                <a:lnTo>
                  <a:pt x="1336675" y="367606"/>
                </a:lnTo>
                <a:lnTo>
                  <a:pt x="1332322" y="423863"/>
                </a:lnTo>
                <a:lnTo>
                  <a:pt x="1318470" y="406827"/>
                </a:lnTo>
                <a:lnTo>
                  <a:pt x="1304618" y="390584"/>
                </a:lnTo>
                <a:lnTo>
                  <a:pt x="1289975" y="374737"/>
                </a:lnTo>
                <a:lnTo>
                  <a:pt x="1274145" y="359286"/>
                </a:lnTo>
                <a:lnTo>
                  <a:pt x="1258314" y="344231"/>
                </a:lnTo>
                <a:lnTo>
                  <a:pt x="1242088" y="329969"/>
                </a:lnTo>
                <a:lnTo>
                  <a:pt x="1225070" y="316103"/>
                </a:lnTo>
                <a:lnTo>
                  <a:pt x="1208052" y="302633"/>
                </a:lnTo>
                <a:lnTo>
                  <a:pt x="1189847" y="290351"/>
                </a:lnTo>
                <a:lnTo>
                  <a:pt x="1171642" y="278070"/>
                </a:lnTo>
                <a:lnTo>
                  <a:pt x="1153437" y="266580"/>
                </a:lnTo>
                <a:lnTo>
                  <a:pt x="1134440" y="255884"/>
                </a:lnTo>
                <a:lnTo>
                  <a:pt x="1114652" y="245187"/>
                </a:lnTo>
                <a:lnTo>
                  <a:pt x="1094864" y="235679"/>
                </a:lnTo>
                <a:lnTo>
                  <a:pt x="1074680" y="227359"/>
                </a:lnTo>
                <a:lnTo>
                  <a:pt x="1054100" y="218643"/>
                </a:lnTo>
                <a:lnTo>
                  <a:pt x="1106341" y="198438"/>
                </a:lnTo>
                <a:close/>
                <a:moveTo>
                  <a:pt x="545878" y="196850"/>
                </a:moveTo>
                <a:lnTo>
                  <a:pt x="598488" y="217164"/>
                </a:lnTo>
                <a:lnTo>
                  <a:pt x="577763" y="225130"/>
                </a:lnTo>
                <a:lnTo>
                  <a:pt x="557835" y="233495"/>
                </a:lnTo>
                <a:lnTo>
                  <a:pt x="538305" y="243055"/>
                </a:lnTo>
                <a:lnTo>
                  <a:pt x="518775" y="253013"/>
                </a:lnTo>
                <a:lnTo>
                  <a:pt x="500441" y="263369"/>
                </a:lnTo>
                <a:lnTo>
                  <a:pt x="481709" y="274522"/>
                </a:lnTo>
                <a:lnTo>
                  <a:pt x="463375" y="286471"/>
                </a:lnTo>
                <a:lnTo>
                  <a:pt x="446236" y="298421"/>
                </a:lnTo>
                <a:lnTo>
                  <a:pt x="428700" y="311566"/>
                </a:lnTo>
                <a:lnTo>
                  <a:pt x="411960" y="325108"/>
                </a:lnTo>
                <a:lnTo>
                  <a:pt x="395220" y="338651"/>
                </a:lnTo>
                <a:lnTo>
                  <a:pt x="379676" y="352991"/>
                </a:lnTo>
                <a:lnTo>
                  <a:pt x="364132" y="368127"/>
                </a:lnTo>
                <a:lnTo>
                  <a:pt x="349385" y="383263"/>
                </a:lnTo>
                <a:lnTo>
                  <a:pt x="335037" y="399594"/>
                </a:lnTo>
                <a:lnTo>
                  <a:pt x="321087" y="415925"/>
                </a:lnTo>
                <a:lnTo>
                  <a:pt x="317500" y="360957"/>
                </a:lnTo>
                <a:lnTo>
                  <a:pt x="329457" y="347812"/>
                </a:lnTo>
                <a:lnTo>
                  <a:pt x="341414" y="335465"/>
                </a:lnTo>
                <a:lnTo>
                  <a:pt x="354567" y="323117"/>
                </a:lnTo>
                <a:lnTo>
                  <a:pt x="367719" y="311566"/>
                </a:lnTo>
                <a:lnTo>
                  <a:pt x="380872" y="299616"/>
                </a:lnTo>
                <a:lnTo>
                  <a:pt x="394423" y="288463"/>
                </a:lnTo>
                <a:lnTo>
                  <a:pt x="408373" y="277708"/>
                </a:lnTo>
                <a:lnTo>
                  <a:pt x="422721" y="267352"/>
                </a:lnTo>
                <a:lnTo>
                  <a:pt x="437069" y="256996"/>
                </a:lnTo>
                <a:lnTo>
                  <a:pt x="451816" y="247436"/>
                </a:lnTo>
                <a:lnTo>
                  <a:pt x="466962" y="237877"/>
                </a:lnTo>
                <a:lnTo>
                  <a:pt x="482107" y="228715"/>
                </a:lnTo>
                <a:lnTo>
                  <a:pt x="497651" y="219952"/>
                </a:lnTo>
                <a:lnTo>
                  <a:pt x="513195" y="211986"/>
                </a:lnTo>
                <a:lnTo>
                  <a:pt x="529536" y="204020"/>
                </a:lnTo>
                <a:lnTo>
                  <a:pt x="545878" y="196850"/>
                </a:lnTo>
                <a:close/>
                <a:moveTo>
                  <a:pt x="1028700" y="25400"/>
                </a:moveTo>
                <a:lnTo>
                  <a:pt x="1048147" y="30571"/>
                </a:lnTo>
                <a:lnTo>
                  <a:pt x="1067197" y="36139"/>
                </a:lnTo>
                <a:lnTo>
                  <a:pt x="1086247" y="42503"/>
                </a:lnTo>
                <a:lnTo>
                  <a:pt x="1104900" y="49265"/>
                </a:lnTo>
                <a:lnTo>
                  <a:pt x="1123553" y="56026"/>
                </a:lnTo>
                <a:lnTo>
                  <a:pt x="1142207" y="63186"/>
                </a:lnTo>
                <a:lnTo>
                  <a:pt x="1160066" y="71538"/>
                </a:lnTo>
                <a:lnTo>
                  <a:pt x="1177925" y="79891"/>
                </a:lnTo>
                <a:lnTo>
                  <a:pt x="1195388" y="88641"/>
                </a:lnTo>
                <a:lnTo>
                  <a:pt x="1212850" y="97392"/>
                </a:lnTo>
                <a:lnTo>
                  <a:pt x="1230313" y="106937"/>
                </a:lnTo>
                <a:lnTo>
                  <a:pt x="1246982" y="116881"/>
                </a:lnTo>
                <a:lnTo>
                  <a:pt x="1263650" y="127620"/>
                </a:lnTo>
                <a:lnTo>
                  <a:pt x="1280319" y="138359"/>
                </a:lnTo>
                <a:lnTo>
                  <a:pt x="1296194" y="149098"/>
                </a:lnTo>
                <a:lnTo>
                  <a:pt x="1312069" y="160633"/>
                </a:lnTo>
                <a:lnTo>
                  <a:pt x="1327547" y="172565"/>
                </a:lnTo>
                <a:lnTo>
                  <a:pt x="1342629" y="184497"/>
                </a:lnTo>
                <a:lnTo>
                  <a:pt x="1358107" y="197225"/>
                </a:lnTo>
                <a:lnTo>
                  <a:pt x="1372791" y="209953"/>
                </a:lnTo>
                <a:lnTo>
                  <a:pt x="1386682" y="223079"/>
                </a:lnTo>
                <a:lnTo>
                  <a:pt x="1400572" y="237000"/>
                </a:lnTo>
                <a:lnTo>
                  <a:pt x="1414463" y="250921"/>
                </a:lnTo>
                <a:lnTo>
                  <a:pt x="1427957" y="264444"/>
                </a:lnTo>
                <a:lnTo>
                  <a:pt x="1440657" y="279161"/>
                </a:lnTo>
                <a:lnTo>
                  <a:pt x="1453754" y="293877"/>
                </a:lnTo>
                <a:lnTo>
                  <a:pt x="1466454" y="309389"/>
                </a:lnTo>
                <a:lnTo>
                  <a:pt x="1477963" y="324901"/>
                </a:lnTo>
                <a:lnTo>
                  <a:pt x="1489473" y="340413"/>
                </a:lnTo>
                <a:lnTo>
                  <a:pt x="1501379" y="356323"/>
                </a:lnTo>
                <a:lnTo>
                  <a:pt x="1512094" y="372233"/>
                </a:lnTo>
                <a:lnTo>
                  <a:pt x="1522413" y="388938"/>
                </a:lnTo>
                <a:lnTo>
                  <a:pt x="1470026" y="380187"/>
                </a:lnTo>
                <a:lnTo>
                  <a:pt x="1460501" y="366664"/>
                </a:lnTo>
                <a:lnTo>
                  <a:pt x="1451373" y="353539"/>
                </a:lnTo>
                <a:lnTo>
                  <a:pt x="1441451" y="340413"/>
                </a:lnTo>
                <a:lnTo>
                  <a:pt x="1430735" y="327685"/>
                </a:lnTo>
                <a:lnTo>
                  <a:pt x="1420416" y="315355"/>
                </a:lnTo>
                <a:lnTo>
                  <a:pt x="1409701" y="302627"/>
                </a:lnTo>
                <a:lnTo>
                  <a:pt x="1398985" y="290695"/>
                </a:lnTo>
                <a:lnTo>
                  <a:pt x="1387872" y="278763"/>
                </a:lnTo>
                <a:lnTo>
                  <a:pt x="1375966" y="267228"/>
                </a:lnTo>
                <a:lnTo>
                  <a:pt x="1364457" y="255694"/>
                </a:lnTo>
                <a:lnTo>
                  <a:pt x="1352154" y="244557"/>
                </a:lnTo>
                <a:lnTo>
                  <a:pt x="1340247" y="233420"/>
                </a:lnTo>
                <a:lnTo>
                  <a:pt x="1327944" y="223079"/>
                </a:lnTo>
                <a:lnTo>
                  <a:pt x="1315244" y="212737"/>
                </a:lnTo>
                <a:lnTo>
                  <a:pt x="1302544" y="202396"/>
                </a:lnTo>
                <a:lnTo>
                  <a:pt x="1289844" y="192452"/>
                </a:lnTo>
                <a:lnTo>
                  <a:pt x="1276350" y="182906"/>
                </a:lnTo>
                <a:lnTo>
                  <a:pt x="1262857" y="173758"/>
                </a:lnTo>
                <a:lnTo>
                  <a:pt x="1248966" y="164610"/>
                </a:lnTo>
                <a:lnTo>
                  <a:pt x="1235472" y="155462"/>
                </a:lnTo>
                <a:lnTo>
                  <a:pt x="1221582" y="147507"/>
                </a:lnTo>
                <a:lnTo>
                  <a:pt x="1207294" y="139155"/>
                </a:lnTo>
                <a:lnTo>
                  <a:pt x="1192610" y="130802"/>
                </a:lnTo>
                <a:lnTo>
                  <a:pt x="1178322" y="123643"/>
                </a:lnTo>
                <a:lnTo>
                  <a:pt x="1163241" y="116085"/>
                </a:lnTo>
                <a:lnTo>
                  <a:pt x="1148557" y="108926"/>
                </a:lnTo>
                <a:lnTo>
                  <a:pt x="1133475" y="102164"/>
                </a:lnTo>
                <a:lnTo>
                  <a:pt x="1117997" y="95801"/>
                </a:lnTo>
                <a:lnTo>
                  <a:pt x="1102916" y="89834"/>
                </a:lnTo>
                <a:lnTo>
                  <a:pt x="1087041" y="84266"/>
                </a:lnTo>
                <a:lnTo>
                  <a:pt x="1071166" y="78698"/>
                </a:lnTo>
                <a:lnTo>
                  <a:pt x="1055291" y="73527"/>
                </a:lnTo>
                <a:lnTo>
                  <a:pt x="1028700" y="25400"/>
                </a:lnTo>
                <a:close/>
                <a:moveTo>
                  <a:pt x="619125" y="25400"/>
                </a:moveTo>
                <a:lnTo>
                  <a:pt x="594935" y="72333"/>
                </a:lnTo>
                <a:lnTo>
                  <a:pt x="579073" y="77504"/>
                </a:lnTo>
                <a:lnTo>
                  <a:pt x="563211" y="82674"/>
                </a:lnTo>
                <a:lnTo>
                  <a:pt x="546952" y="89038"/>
                </a:lnTo>
                <a:lnTo>
                  <a:pt x="531486" y="95004"/>
                </a:lnTo>
                <a:lnTo>
                  <a:pt x="516020" y="101368"/>
                </a:lnTo>
                <a:lnTo>
                  <a:pt x="500951" y="108130"/>
                </a:lnTo>
                <a:lnTo>
                  <a:pt x="485882" y="115289"/>
                </a:lnTo>
                <a:lnTo>
                  <a:pt x="470813" y="122846"/>
                </a:lnTo>
                <a:lnTo>
                  <a:pt x="456140" y="130005"/>
                </a:lnTo>
                <a:lnTo>
                  <a:pt x="441467" y="138358"/>
                </a:lnTo>
                <a:lnTo>
                  <a:pt x="427191" y="146313"/>
                </a:lnTo>
                <a:lnTo>
                  <a:pt x="412915" y="155063"/>
                </a:lnTo>
                <a:lnTo>
                  <a:pt x="399036" y="163813"/>
                </a:lnTo>
                <a:lnTo>
                  <a:pt x="385156" y="172961"/>
                </a:lnTo>
                <a:lnTo>
                  <a:pt x="371277" y="182507"/>
                </a:lnTo>
                <a:lnTo>
                  <a:pt x="358190" y="192053"/>
                </a:lnTo>
                <a:lnTo>
                  <a:pt x="345104" y="201996"/>
                </a:lnTo>
                <a:lnTo>
                  <a:pt x="332018" y="212338"/>
                </a:lnTo>
                <a:lnTo>
                  <a:pt x="319328" y="222679"/>
                </a:lnTo>
                <a:lnTo>
                  <a:pt x="307035" y="233418"/>
                </a:lnTo>
                <a:lnTo>
                  <a:pt x="294741" y="244554"/>
                </a:lnTo>
                <a:lnTo>
                  <a:pt x="282448" y="256089"/>
                </a:lnTo>
                <a:lnTo>
                  <a:pt x="270948" y="267226"/>
                </a:lnTo>
                <a:lnTo>
                  <a:pt x="259448" y="278760"/>
                </a:lnTo>
                <a:lnTo>
                  <a:pt x="247948" y="291090"/>
                </a:lnTo>
                <a:lnTo>
                  <a:pt x="236844" y="303022"/>
                </a:lnTo>
                <a:lnTo>
                  <a:pt x="226137" y="315750"/>
                </a:lnTo>
                <a:lnTo>
                  <a:pt x="215826" y="328477"/>
                </a:lnTo>
                <a:lnTo>
                  <a:pt x="205516" y="341205"/>
                </a:lnTo>
                <a:lnTo>
                  <a:pt x="195602" y="354728"/>
                </a:lnTo>
                <a:lnTo>
                  <a:pt x="185688" y="367854"/>
                </a:lnTo>
                <a:lnTo>
                  <a:pt x="176170" y="381377"/>
                </a:lnTo>
                <a:lnTo>
                  <a:pt x="123825" y="390525"/>
                </a:lnTo>
                <a:lnTo>
                  <a:pt x="134135" y="373820"/>
                </a:lnTo>
                <a:lnTo>
                  <a:pt x="145239" y="357512"/>
                </a:lnTo>
                <a:lnTo>
                  <a:pt x="156739" y="341205"/>
                </a:lnTo>
                <a:lnTo>
                  <a:pt x="168239" y="325693"/>
                </a:lnTo>
                <a:lnTo>
                  <a:pt x="180136" y="310181"/>
                </a:lnTo>
                <a:lnTo>
                  <a:pt x="192826" y="295067"/>
                </a:lnTo>
                <a:lnTo>
                  <a:pt x="205516" y="280351"/>
                </a:lnTo>
                <a:lnTo>
                  <a:pt x="218602" y="265635"/>
                </a:lnTo>
                <a:lnTo>
                  <a:pt x="232085" y="251316"/>
                </a:lnTo>
                <a:lnTo>
                  <a:pt x="245965" y="237395"/>
                </a:lnTo>
                <a:lnTo>
                  <a:pt x="259844" y="223872"/>
                </a:lnTo>
                <a:lnTo>
                  <a:pt x="274517" y="210349"/>
                </a:lnTo>
                <a:lnTo>
                  <a:pt x="289190" y="197621"/>
                </a:lnTo>
                <a:lnTo>
                  <a:pt x="303862" y="184893"/>
                </a:lnTo>
                <a:lnTo>
                  <a:pt x="319328" y="172961"/>
                </a:lnTo>
                <a:lnTo>
                  <a:pt x="334794" y="160631"/>
                </a:lnTo>
                <a:lnTo>
                  <a:pt x="350656" y="149495"/>
                </a:lnTo>
                <a:lnTo>
                  <a:pt x="366518" y="138358"/>
                </a:lnTo>
                <a:lnTo>
                  <a:pt x="383174" y="127619"/>
                </a:lnTo>
                <a:lnTo>
                  <a:pt x="399829" y="116880"/>
                </a:lnTo>
                <a:lnTo>
                  <a:pt x="416881" y="106936"/>
                </a:lnTo>
                <a:lnTo>
                  <a:pt x="433933" y="97391"/>
                </a:lnTo>
                <a:lnTo>
                  <a:pt x="451778" y="88640"/>
                </a:lnTo>
                <a:lnTo>
                  <a:pt x="469227" y="79890"/>
                </a:lnTo>
                <a:lnTo>
                  <a:pt x="487072" y="71140"/>
                </a:lnTo>
                <a:lnTo>
                  <a:pt x="505710" y="63185"/>
                </a:lnTo>
                <a:lnTo>
                  <a:pt x="523951" y="56026"/>
                </a:lnTo>
                <a:lnTo>
                  <a:pt x="542193" y="48867"/>
                </a:lnTo>
                <a:lnTo>
                  <a:pt x="561228" y="42105"/>
                </a:lnTo>
                <a:lnTo>
                  <a:pt x="580263" y="36139"/>
                </a:lnTo>
                <a:lnTo>
                  <a:pt x="599694" y="30570"/>
                </a:lnTo>
                <a:lnTo>
                  <a:pt x="619125" y="25400"/>
                </a:lnTo>
                <a:close/>
                <a:moveTo>
                  <a:pt x="824315" y="0"/>
                </a:moveTo>
                <a:lnTo>
                  <a:pt x="846110" y="792"/>
                </a:lnTo>
                <a:lnTo>
                  <a:pt x="868300" y="1585"/>
                </a:lnTo>
                <a:lnTo>
                  <a:pt x="889699" y="2774"/>
                </a:lnTo>
                <a:lnTo>
                  <a:pt x="911097" y="4756"/>
                </a:lnTo>
                <a:lnTo>
                  <a:pt x="932495" y="7530"/>
                </a:lnTo>
                <a:lnTo>
                  <a:pt x="953497" y="10700"/>
                </a:lnTo>
                <a:lnTo>
                  <a:pt x="974499" y="13871"/>
                </a:lnTo>
                <a:lnTo>
                  <a:pt x="995500" y="18230"/>
                </a:lnTo>
                <a:lnTo>
                  <a:pt x="1020861" y="63806"/>
                </a:lnTo>
                <a:lnTo>
                  <a:pt x="1084263" y="178339"/>
                </a:lnTo>
                <a:lnTo>
                  <a:pt x="1071187" y="183491"/>
                </a:lnTo>
                <a:lnTo>
                  <a:pt x="1015710" y="204892"/>
                </a:lnTo>
                <a:lnTo>
                  <a:pt x="847298" y="270679"/>
                </a:lnTo>
                <a:lnTo>
                  <a:pt x="827882" y="277813"/>
                </a:lnTo>
                <a:lnTo>
                  <a:pt x="808465" y="270679"/>
                </a:lnTo>
                <a:lnTo>
                  <a:pt x="636883" y="203703"/>
                </a:lnTo>
                <a:lnTo>
                  <a:pt x="581010" y="181906"/>
                </a:lnTo>
                <a:lnTo>
                  <a:pt x="571500" y="178339"/>
                </a:lnTo>
                <a:lnTo>
                  <a:pt x="630147" y="63409"/>
                </a:lnTo>
                <a:lnTo>
                  <a:pt x="653130" y="18230"/>
                </a:lnTo>
                <a:lnTo>
                  <a:pt x="673736" y="13871"/>
                </a:lnTo>
                <a:lnTo>
                  <a:pt x="694738" y="10700"/>
                </a:lnTo>
                <a:lnTo>
                  <a:pt x="716136" y="7530"/>
                </a:lnTo>
                <a:lnTo>
                  <a:pt x="737534" y="4756"/>
                </a:lnTo>
                <a:lnTo>
                  <a:pt x="758932" y="2774"/>
                </a:lnTo>
                <a:lnTo>
                  <a:pt x="780726" y="1585"/>
                </a:lnTo>
                <a:lnTo>
                  <a:pt x="802125" y="792"/>
                </a:lnTo>
                <a:lnTo>
                  <a:pt x="82431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a:contourClr>
                <a:srgbClr val="FFFFFF"/>
              </a:contourClr>
            </a:sp3d>
          </a:bodyPr>
          <a:lstStyle/>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8" name="矩形 7"/>
          <p:cNvSpPr/>
          <p:nvPr>
            <p:custDataLst>
              <p:tags r:id="rId11"/>
            </p:custDataLst>
          </p:nvPr>
        </p:nvSpPr>
        <p:spPr>
          <a:xfrm>
            <a:off x="4239973" y="3587920"/>
            <a:ext cx="6634368" cy="1054372"/>
          </a:xfrm>
          <a:prstGeom prst="rect">
            <a:avLst/>
          </a:prstGeom>
        </p:spPr>
        <p:txBody>
          <a:bodyPr>
            <a:normAutofit/>
          </a:bodyPr>
          <a:lstStyle/>
          <a:p>
            <a:pPr>
              <a:lnSpc>
                <a:spcPct val="120000"/>
              </a:lnSpc>
            </a:pPr>
            <a:r>
              <a:rPr lang="zh-CN" altLang="en-US" spc="150">
                <a:solidFill>
                  <a:schemeClr val="dk1"/>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目前，关系数据库管理系统一般都提供视图（View）概念，可以利用这一功能设计更符合局部用户需要的用户外模式。</a:t>
            </a:r>
            <a:endParaRPr lang="zh-CN" altLang="en-US" spc="150">
              <a:solidFill>
                <a:schemeClr val="dk1"/>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3" name="KSO_Shape"/>
          <p:cNvSpPr/>
          <p:nvPr>
            <p:custDataLst>
              <p:tags r:id="rId12"/>
            </p:custDataLst>
          </p:nvPr>
        </p:nvSpPr>
        <p:spPr bwMode="auto">
          <a:xfrm>
            <a:off x="3484918" y="5379649"/>
            <a:ext cx="606569" cy="606569"/>
          </a:xfrm>
          <a:custGeom>
            <a:avLst/>
            <a:gdLst>
              <a:gd name="T0" fmla="*/ 956359 w 1647825"/>
              <a:gd name="T1" fmla="*/ 1636826 h 1647826"/>
              <a:gd name="T2" fmla="*/ 747857 w 1647825"/>
              <a:gd name="T3" fmla="*/ 1644290 h 1647826"/>
              <a:gd name="T4" fmla="*/ 552064 w 1647825"/>
              <a:gd name="T5" fmla="*/ 1602253 h 1647826"/>
              <a:gd name="T6" fmla="*/ 715689 w 1647825"/>
              <a:gd name="T7" fmla="*/ 1601861 h 1647826"/>
              <a:gd name="T8" fmla="*/ 887256 w 1647825"/>
              <a:gd name="T9" fmla="*/ 1606575 h 1647826"/>
              <a:gd name="T10" fmla="*/ 1054454 w 1647825"/>
              <a:gd name="T11" fmla="*/ 1574360 h 1647826"/>
              <a:gd name="T12" fmla="*/ 824299 w 1647825"/>
              <a:gd name="T13" fmla="*/ 1511300 h 1647826"/>
              <a:gd name="T14" fmla="*/ 704546 w 1647825"/>
              <a:gd name="T15" fmla="*/ 1461552 h 1647826"/>
              <a:gd name="T16" fmla="*/ 930127 w 1647825"/>
              <a:gd name="T17" fmla="*/ 1463902 h 1647826"/>
              <a:gd name="T18" fmla="*/ 1356122 w 1647825"/>
              <a:gd name="T19" fmla="*/ 1452828 h 1647826"/>
              <a:gd name="T20" fmla="*/ 1149747 w 1647825"/>
              <a:gd name="T21" fmla="*/ 1581151 h 1647826"/>
              <a:gd name="T22" fmla="*/ 515270 w 1647825"/>
              <a:gd name="T23" fmla="*/ 1266356 h 1647826"/>
              <a:gd name="T24" fmla="*/ 425814 w 1647825"/>
              <a:gd name="T25" fmla="*/ 1545074 h 1647826"/>
              <a:gd name="T26" fmla="*/ 236961 w 1647825"/>
              <a:gd name="T27" fmla="*/ 1401552 h 1647826"/>
              <a:gd name="T28" fmla="*/ 652180 w 1647825"/>
              <a:gd name="T29" fmla="*/ 1071563 h 1647826"/>
              <a:gd name="T30" fmla="*/ 198520 w 1647825"/>
              <a:gd name="T31" fmla="*/ 994251 h 1647826"/>
              <a:gd name="T32" fmla="*/ 228545 w 1647825"/>
              <a:gd name="T33" fmla="*/ 1165580 h 1647826"/>
              <a:gd name="T34" fmla="*/ 158888 w 1647825"/>
              <a:gd name="T35" fmla="*/ 998634 h 1647826"/>
              <a:gd name="T36" fmla="*/ 1499776 w 1647825"/>
              <a:gd name="T37" fmla="*/ 943174 h 1647826"/>
              <a:gd name="T38" fmla="*/ 1443657 w 1647825"/>
              <a:gd name="T39" fmla="*/ 1118941 h 1647826"/>
              <a:gd name="T40" fmla="*/ 1430523 w 1647825"/>
              <a:gd name="T41" fmla="*/ 1050060 h 1647826"/>
              <a:gd name="T42" fmla="*/ 1647825 w 1647825"/>
              <a:gd name="T43" fmla="*/ 804876 h 1647826"/>
              <a:gd name="T44" fmla="*/ 1627188 w 1647825"/>
              <a:gd name="T45" fmla="*/ 1006630 h 1647826"/>
              <a:gd name="T46" fmla="*/ 1562100 w 1647825"/>
              <a:gd name="T47" fmla="*/ 1190116 h 1647826"/>
              <a:gd name="T48" fmla="*/ 1456928 w 1647825"/>
              <a:gd name="T49" fmla="*/ 1350963 h 1647826"/>
              <a:gd name="T50" fmla="*/ 1529556 w 1647825"/>
              <a:gd name="T51" fmla="*/ 1167081 h 1647826"/>
              <a:gd name="T52" fmla="*/ 1588294 w 1647825"/>
              <a:gd name="T53" fmla="*/ 1003056 h 1647826"/>
              <a:gd name="T54" fmla="*/ 1608931 w 1647825"/>
              <a:gd name="T55" fmla="*/ 823940 h 1647826"/>
              <a:gd name="T56" fmla="*/ 45244 w 1647825"/>
              <a:gd name="T57" fmla="*/ 926307 h 1647826"/>
              <a:gd name="T58" fmla="*/ 89297 w 1647825"/>
              <a:gd name="T59" fmla="*/ 1101726 h 1647826"/>
              <a:gd name="T60" fmla="*/ 170260 w 1647825"/>
              <a:gd name="T61" fmla="*/ 1259285 h 1647826"/>
              <a:gd name="T62" fmla="*/ 135335 w 1647825"/>
              <a:gd name="T63" fmla="*/ 1276748 h 1647826"/>
              <a:gd name="T64" fmla="*/ 46831 w 1647825"/>
              <a:gd name="T65" fmla="*/ 1098948 h 1647826"/>
              <a:gd name="T66" fmla="*/ 3175 w 1647825"/>
              <a:gd name="T67" fmla="*/ 900907 h 1647826"/>
              <a:gd name="T68" fmla="*/ 1314889 w 1647825"/>
              <a:gd name="T69" fmla="*/ 671513 h 1647826"/>
              <a:gd name="T70" fmla="*/ 987105 w 1647825"/>
              <a:gd name="T71" fmla="*/ 1046163 h 1647826"/>
              <a:gd name="T72" fmla="*/ 1540533 w 1647825"/>
              <a:gd name="T73" fmla="*/ 418281 h 1647826"/>
              <a:gd name="T74" fmla="*/ 1626767 w 1647825"/>
              <a:gd name="T75" fmla="*/ 640748 h 1647826"/>
              <a:gd name="T76" fmla="*/ 1341437 w 1647825"/>
              <a:gd name="T77" fmla="*/ 662559 h 1647826"/>
              <a:gd name="T78" fmla="*/ 175991 w 1647825"/>
              <a:gd name="T79" fmla="*/ 833870 h 1647826"/>
              <a:gd name="T80" fmla="*/ 31713 w 1647825"/>
              <a:gd name="T81" fmla="*/ 595541 h 1647826"/>
              <a:gd name="T82" fmla="*/ 293316 w 1647825"/>
              <a:gd name="T83" fmla="*/ 387350 h 1647826"/>
              <a:gd name="T84" fmla="*/ 1155020 w 1647825"/>
              <a:gd name="T85" fmla="*/ 223001 h 1647826"/>
              <a:gd name="T86" fmla="*/ 1312138 w 1647825"/>
              <a:gd name="T87" fmla="*/ 341854 h 1647826"/>
              <a:gd name="T88" fmla="*/ 1208052 w 1647825"/>
              <a:gd name="T89" fmla="*/ 302633 h 1647826"/>
              <a:gd name="T90" fmla="*/ 598488 w 1647825"/>
              <a:gd name="T91" fmla="*/ 217164 h 1647826"/>
              <a:gd name="T92" fmla="*/ 395220 w 1647825"/>
              <a:gd name="T93" fmla="*/ 338651 h 1647826"/>
              <a:gd name="T94" fmla="*/ 380872 w 1647825"/>
              <a:gd name="T95" fmla="*/ 299616 h 1647826"/>
              <a:gd name="T96" fmla="*/ 545878 w 1647825"/>
              <a:gd name="T97" fmla="*/ 196850 h 1647826"/>
              <a:gd name="T98" fmla="*/ 1212850 w 1647825"/>
              <a:gd name="T99" fmla="*/ 97392 h 1647826"/>
              <a:gd name="T100" fmla="*/ 1386682 w 1647825"/>
              <a:gd name="T101" fmla="*/ 223079 h 1647826"/>
              <a:gd name="T102" fmla="*/ 1522413 w 1647825"/>
              <a:gd name="T103" fmla="*/ 388938 h 1647826"/>
              <a:gd name="T104" fmla="*/ 1364457 w 1647825"/>
              <a:gd name="T105" fmla="*/ 255694 h 1647826"/>
              <a:gd name="T106" fmla="*/ 1221582 w 1647825"/>
              <a:gd name="T107" fmla="*/ 147507 h 1647826"/>
              <a:gd name="T108" fmla="*/ 1055291 w 1647825"/>
              <a:gd name="T109" fmla="*/ 73527 h 1647826"/>
              <a:gd name="T110" fmla="*/ 470813 w 1647825"/>
              <a:gd name="T111" fmla="*/ 122846 h 1647826"/>
              <a:gd name="T112" fmla="*/ 319328 w 1647825"/>
              <a:gd name="T113" fmla="*/ 222679 h 1647826"/>
              <a:gd name="T114" fmla="*/ 195602 w 1647825"/>
              <a:gd name="T115" fmla="*/ 354728 h 1647826"/>
              <a:gd name="T116" fmla="*/ 218602 w 1647825"/>
              <a:gd name="T117" fmla="*/ 265635 h 1647826"/>
              <a:gd name="T118" fmla="*/ 383174 w 1647825"/>
              <a:gd name="T119" fmla="*/ 127619 h 1647826"/>
              <a:gd name="T120" fmla="*/ 580263 w 1647825"/>
              <a:gd name="T121" fmla="*/ 36139 h 1647826"/>
              <a:gd name="T122" fmla="*/ 995500 w 1647825"/>
              <a:gd name="T123" fmla="*/ 18230 h 1647826"/>
              <a:gd name="T124" fmla="*/ 630147 w 1647825"/>
              <a:gd name="T125" fmla="*/ 63409 h 1647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47825" h="1647826">
                <a:moveTo>
                  <a:pt x="1069148" y="1570038"/>
                </a:moveTo>
                <a:lnTo>
                  <a:pt x="1117600" y="1593610"/>
                </a:lnTo>
                <a:lnTo>
                  <a:pt x="1100126" y="1600289"/>
                </a:lnTo>
                <a:lnTo>
                  <a:pt x="1082651" y="1606182"/>
                </a:lnTo>
                <a:lnTo>
                  <a:pt x="1065177" y="1611682"/>
                </a:lnTo>
                <a:lnTo>
                  <a:pt x="1047305" y="1616790"/>
                </a:lnTo>
                <a:lnTo>
                  <a:pt x="1029831" y="1621504"/>
                </a:lnTo>
                <a:lnTo>
                  <a:pt x="1011562" y="1626218"/>
                </a:lnTo>
                <a:lnTo>
                  <a:pt x="993293" y="1630147"/>
                </a:lnTo>
                <a:lnTo>
                  <a:pt x="974628" y="1634076"/>
                </a:lnTo>
                <a:lnTo>
                  <a:pt x="956359" y="1636826"/>
                </a:lnTo>
                <a:lnTo>
                  <a:pt x="937693" y="1639969"/>
                </a:lnTo>
                <a:lnTo>
                  <a:pt x="919027" y="1641933"/>
                </a:lnTo>
                <a:lnTo>
                  <a:pt x="899964" y="1644290"/>
                </a:lnTo>
                <a:lnTo>
                  <a:pt x="880901" y="1645469"/>
                </a:lnTo>
                <a:lnTo>
                  <a:pt x="862235" y="1646648"/>
                </a:lnTo>
                <a:lnTo>
                  <a:pt x="842775" y="1647826"/>
                </a:lnTo>
                <a:lnTo>
                  <a:pt x="823315" y="1647826"/>
                </a:lnTo>
                <a:lnTo>
                  <a:pt x="804252" y="1647826"/>
                </a:lnTo>
                <a:lnTo>
                  <a:pt x="785586" y="1646648"/>
                </a:lnTo>
                <a:lnTo>
                  <a:pt x="766523" y="1645862"/>
                </a:lnTo>
                <a:lnTo>
                  <a:pt x="747857" y="1644290"/>
                </a:lnTo>
                <a:lnTo>
                  <a:pt x="729986" y="1642326"/>
                </a:lnTo>
                <a:lnTo>
                  <a:pt x="711320" y="1640362"/>
                </a:lnTo>
                <a:lnTo>
                  <a:pt x="693051" y="1637219"/>
                </a:lnTo>
                <a:lnTo>
                  <a:pt x="674782" y="1634469"/>
                </a:lnTo>
                <a:lnTo>
                  <a:pt x="656911" y="1630933"/>
                </a:lnTo>
                <a:lnTo>
                  <a:pt x="639039" y="1627004"/>
                </a:lnTo>
                <a:lnTo>
                  <a:pt x="621168" y="1622683"/>
                </a:lnTo>
                <a:lnTo>
                  <a:pt x="603693" y="1617968"/>
                </a:lnTo>
                <a:lnTo>
                  <a:pt x="586219" y="1613254"/>
                </a:lnTo>
                <a:lnTo>
                  <a:pt x="569142" y="1607754"/>
                </a:lnTo>
                <a:lnTo>
                  <a:pt x="552064" y="1602253"/>
                </a:lnTo>
                <a:lnTo>
                  <a:pt x="534987" y="1596360"/>
                </a:lnTo>
                <a:lnTo>
                  <a:pt x="583439" y="1572003"/>
                </a:lnTo>
                <a:lnTo>
                  <a:pt x="597736" y="1576324"/>
                </a:lnTo>
                <a:lnTo>
                  <a:pt x="612033" y="1580646"/>
                </a:lnTo>
                <a:lnTo>
                  <a:pt x="626728" y="1584182"/>
                </a:lnTo>
                <a:lnTo>
                  <a:pt x="640628" y="1587717"/>
                </a:lnTo>
                <a:lnTo>
                  <a:pt x="655322" y="1591253"/>
                </a:lnTo>
                <a:lnTo>
                  <a:pt x="670811" y="1594396"/>
                </a:lnTo>
                <a:lnTo>
                  <a:pt x="685505" y="1597146"/>
                </a:lnTo>
                <a:lnTo>
                  <a:pt x="700597" y="1599896"/>
                </a:lnTo>
                <a:lnTo>
                  <a:pt x="715689" y="1601861"/>
                </a:lnTo>
                <a:lnTo>
                  <a:pt x="730780" y="1603432"/>
                </a:lnTo>
                <a:lnTo>
                  <a:pt x="745872" y="1605396"/>
                </a:lnTo>
                <a:lnTo>
                  <a:pt x="760963" y="1606575"/>
                </a:lnTo>
                <a:lnTo>
                  <a:pt x="776452" y="1607754"/>
                </a:lnTo>
                <a:lnTo>
                  <a:pt x="791941" y="1608932"/>
                </a:lnTo>
                <a:lnTo>
                  <a:pt x="807429" y="1609325"/>
                </a:lnTo>
                <a:lnTo>
                  <a:pt x="823315" y="1609325"/>
                </a:lnTo>
                <a:lnTo>
                  <a:pt x="839201" y="1609325"/>
                </a:lnTo>
                <a:lnTo>
                  <a:pt x="855087" y="1608147"/>
                </a:lnTo>
                <a:lnTo>
                  <a:pt x="870973" y="1607754"/>
                </a:lnTo>
                <a:lnTo>
                  <a:pt x="887256" y="1606575"/>
                </a:lnTo>
                <a:lnTo>
                  <a:pt x="902744" y="1605396"/>
                </a:lnTo>
                <a:lnTo>
                  <a:pt x="918233" y="1603432"/>
                </a:lnTo>
                <a:lnTo>
                  <a:pt x="933722" y="1601468"/>
                </a:lnTo>
                <a:lnTo>
                  <a:pt x="949210" y="1598718"/>
                </a:lnTo>
                <a:lnTo>
                  <a:pt x="964699" y="1596360"/>
                </a:lnTo>
                <a:lnTo>
                  <a:pt x="980188" y="1593218"/>
                </a:lnTo>
                <a:lnTo>
                  <a:pt x="995279" y="1590467"/>
                </a:lnTo>
                <a:lnTo>
                  <a:pt x="1010371" y="1586932"/>
                </a:lnTo>
                <a:lnTo>
                  <a:pt x="1025065" y="1583003"/>
                </a:lnTo>
                <a:lnTo>
                  <a:pt x="1039760" y="1578681"/>
                </a:lnTo>
                <a:lnTo>
                  <a:pt x="1054454" y="1574360"/>
                </a:lnTo>
                <a:lnTo>
                  <a:pt x="1069148" y="1570038"/>
                </a:lnTo>
                <a:close/>
                <a:moveTo>
                  <a:pt x="990600" y="1450975"/>
                </a:moveTo>
                <a:lnTo>
                  <a:pt x="960761" y="1497590"/>
                </a:lnTo>
                <a:lnTo>
                  <a:pt x="944450" y="1500332"/>
                </a:lnTo>
                <a:lnTo>
                  <a:pt x="927740" y="1503466"/>
                </a:lnTo>
                <a:lnTo>
                  <a:pt x="910632" y="1505424"/>
                </a:lnTo>
                <a:lnTo>
                  <a:pt x="893923" y="1507775"/>
                </a:lnTo>
                <a:lnTo>
                  <a:pt x="876417" y="1508950"/>
                </a:lnTo>
                <a:lnTo>
                  <a:pt x="859310" y="1510125"/>
                </a:lnTo>
                <a:lnTo>
                  <a:pt x="841804" y="1510909"/>
                </a:lnTo>
                <a:lnTo>
                  <a:pt x="824299" y="1511300"/>
                </a:lnTo>
                <a:lnTo>
                  <a:pt x="807589" y="1510909"/>
                </a:lnTo>
                <a:lnTo>
                  <a:pt x="791675" y="1510125"/>
                </a:lnTo>
                <a:lnTo>
                  <a:pt x="775363" y="1508950"/>
                </a:lnTo>
                <a:lnTo>
                  <a:pt x="759051" y="1507775"/>
                </a:lnTo>
                <a:lnTo>
                  <a:pt x="743137" y="1506208"/>
                </a:lnTo>
                <a:lnTo>
                  <a:pt x="727223" y="1503858"/>
                </a:lnTo>
                <a:lnTo>
                  <a:pt x="711707" y="1501899"/>
                </a:lnTo>
                <a:lnTo>
                  <a:pt x="695395" y="1498765"/>
                </a:lnTo>
                <a:lnTo>
                  <a:pt x="666750" y="1453326"/>
                </a:lnTo>
                <a:lnTo>
                  <a:pt x="685449" y="1458026"/>
                </a:lnTo>
                <a:lnTo>
                  <a:pt x="704546" y="1461552"/>
                </a:lnTo>
                <a:lnTo>
                  <a:pt x="724041" y="1465077"/>
                </a:lnTo>
                <a:lnTo>
                  <a:pt x="743933" y="1467819"/>
                </a:lnTo>
                <a:lnTo>
                  <a:pt x="763428" y="1469778"/>
                </a:lnTo>
                <a:lnTo>
                  <a:pt x="783718" y="1471345"/>
                </a:lnTo>
                <a:lnTo>
                  <a:pt x="803611" y="1472520"/>
                </a:lnTo>
                <a:lnTo>
                  <a:pt x="824299" y="1472520"/>
                </a:lnTo>
                <a:lnTo>
                  <a:pt x="845783" y="1472520"/>
                </a:lnTo>
                <a:lnTo>
                  <a:pt x="866869" y="1470953"/>
                </a:lnTo>
                <a:lnTo>
                  <a:pt x="888353" y="1469386"/>
                </a:lnTo>
                <a:lnTo>
                  <a:pt x="909439" y="1467428"/>
                </a:lnTo>
                <a:lnTo>
                  <a:pt x="930127" y="1463902"/>
                </a:lnTo>
                <a:lnTo>
                  <a:pt x="950417" y="1460377"/>
                </a:lnTo>
                <a:lnTo>
                  <a:pt x="970708" y="1456068"/>
                </a:lnTo>
                <a:lnTo>
                  <a:pt x="990600" y="1450975"/>
                </a:lnTo>
                <a:close/>
                <a:moveTo>
                  <a:pt x="1402556" y="1195388"/>
                </a:moveTo>
                <a:lnTo>
                  <a:pt x="1425972" y="1326889"/>
                </a:lnTo>
                <a:lnTo>
                  <a:pt x="1435100" y="1376153"/>
                </a:lnTo>
                <a:lnTo>
                  <a:pt x="1420019" y="1392044"/>
                </a:lnTo>
                <a:lnTo>
                  <a:pt x="1404541" y="1408333"/>
                </a:lnTo>
                <a:lnTo>
                  <a:pt x="1389063" y="1423429"/>
                </a:lnTo>
                <a:lnTo>
                  <a:pt x="1372394" y="1438526"/>
                </a:lnTo>
                <a:lnTo>
                  <a:pt x="1356122" y="1452828"/>
                </a:lnTo>
                <a:lnTo>
                  <a:pt x="1339056" y="1467131"/>
                </a:lnTo>
                <a:lnTo>
                  <a:pt x="1321594" y="1480241"/>
                </a:lnTo>
                <a:lnTo>
                  <a:pt x="1303734" y="1493749"/>
                </a:lnTo>
                <a:lnTo>
                  <a:pt x="1285875" y="1506462"/>
                </a:lnTo>
                <a:lnTo>
                  <a:pt x="1267619" y="1518380"/>
                </a:lnTo>
                <a:lnTo>
                  <a:pt x="1248569" y="1529902"/>
                </a:lnTo>
                <a:lnTo>
                  <a:pt x="1229519" y="1541423"/>
                </a:lnTo>
                <a:lnTo>
                  <a:pt x="1210072" y="1552149"/>
                </a:lnTo>
                <a:lnTo>
                  <a:pt x="1190228" y="1562082"/>
                </a:lnTo>
                <a:lnTo>
                  <a:pt x="1170384" y="1572014"/>
                </a:lnTo>
                <a:lnTo>
                  <a:pt x="1149747" y="1581151"/>
                </a:lnTo>
                <a:lnTo>
                  <a:pt x="1103709" y="1557711"/>
                </a:lnTo>
                <a:lnTo>
                  <a:pt x="989012" y="1500503"/>
                </a:lnTo>
                <a:lnTo>
                  <a:pt x="996553" y="1489379"/>
                </a:lnTo>
                <a:lnTo>
                  <a:pt x="1027906" y="1439321"/>
                </a:lnTo>
                <a:lnTo>
                  <a:pt x="1136253" y="1267694"/>
                </a:lnTo>
                <a:lnTo>
                  <a:pt x="1342628" y="1211279"/>
                </a:lnTo>
                <a:lnTo>
                  <a:pt x="1400969" y="1195785"/>
                </a:lnTo>
                <a:lnTo>
                  <a:pt x="1402556" y="1195388"/>
                </a:lnTo>
                <a:close/>
                <a:moveTo>
                  <a:pt x="252864" y="1195388"/>
                </a:moveTo>
                <a:lnTo>
                  <a:pt x="302960" y="1209265"/>
                </a:lnTo>
                <a:lnTo>
                  <a:pt x="515270" y="1266356"/>
                </a:lnTo>
                <a:lnTo>
                  <a:pt x="518849" y="1267545"/>
                </a:lnTo>
                <a:lnTo>
                  <a:pt x="537137" y="1295695"/>
                </a:lnTo>
                <a:lnTo>
                  <a:pt x="629775" y="1441992"/>
                </a:lnTo>
                <a:lnTo>
                  <a:pt x="660786" y="1491154"/>
                </a:lnTo>
                <a:lnTo>
                  <a:pt x="666750" y="1500669"/>
                </a:lnTo>
                <a:lnTo>
                  <a:pt x="550655" y="1559743"/>
                </a:lnTo>
                <a:lnTo>
                  <a:pt x="504138" y="1582738"/>
                </a:lnTo>
                <a:lnTo>
                  <a:pt x="484259" y="1574412"/>
                </a:lnTo>
                <a:lnTo>
                  <a:pt x="464379" y="1564897"/>
                </a:lnTo>
                <a:lnTo>
                  <a:pt x="444898" y="1555382"/>
                </a:lnTo>
                <a:lnTo>
                  <a:pt x="425814" y="1545074"/>
                </a:lnTo>
                <a:lnTo>
                  <a:pt x="407127" y="1533973"/>
                </a:lnTo>
                <a:lnTo>
                  <a:pt x="388441" y="1522871"/>
                </a:lnTo>
                <a:lnTo>
                  <a:pt x="370152" y="1511374"/>
                </a:lnTo>
                <a:lnTo>
                  <a:pt x="352260" y="1498687"/>
                </a:lnTo>
                <a:lnTo>
                  <a:pt x="334767" y="1486396"/>
                </a:lnTo>
                <a:lnTo>
                  <a:pt x="317671" y="1473313"/>
                </a:lnTo>
                <a:lnTo>
                  <a:pt x="300972" y="1459833"/>
                </a:lnTo>
                <a:lnTo>
                  <a:pt x="284671" y="1445560"/>
                </a:lnTo>
                <a:lnTo>
                  <a:pt x="267972" y="1431287"/>
                </a:lnTo>
                <a:lnTo>
                  <a:pt x="252467" y="1416618"/>
                </a:lnTo>
                <a:lnTo>
                  <a:pt x="236961" y="1401552"/>
                </a:lnTo>
                <a:lnTo>
                  <a:pt x="222250" y="1386090"/>
                </a:lnTo>
                <a:lnTo>
                  <a:pt x="230202" y="1336531"/>
                </a:lnTo>
                <a:lnTo>
                  <a:pt x="251671" y="1203318"/>
                </a:lnTo>
                <a:lnTo>
                  <a:pt x="252864" y="1195388"/>
                </a:lnTo>
                <a:close/>
                <a:moveTo>
                  <a:pt x="950912" y="1071563"/>
                </a:moveTo>
                <a:lnTo>
                  <a:pt x="998316" y="1071563"/>
                </a:lnTo>
                <a:lnTo>
                  <a:pt x="1120775" y="1245264"/>
                </a:lnTo>
                <a:lnTo>
                  <a:pt x="1119590" y="1245662"/>
                </a:lnTo>
                <a:lnTo>
                  <a:pt x="1095888" y="1279526"/>
                </a:lnTo>
                <a:lnTo>
                  <a:pt x="950912" y="1071563"/>
                </a:lnTo>
                <a:close/>
                <a:moveTo>
                  <a:pt x="652180" y="1071563"/>
                </a:moveTo>
                <a:lnTo>
                  <a:pt x="700087" y="1071563"/>
                </a:lnTo>
                <a:lnTo>
                  <a:pt x="554783" y="1276351"/>
                </a:lnTo>
                <a:lnTo>
                  <a:pt x="534987" y="1244662"/>
                </a:lnTo>
                <a:lnTo>
                  <a:pt x="652180" y="1071563"/>
                </a:lnTo>
                <a:close/>
                <a:moveTo>
                  <a:pt x="177703" y="873125"/>
                </a:moveTo>
                <a:lnTo>
                  <a:pt x="179305" y="893844"/>
                </a:lnTo>
                <a:lnTo>
                  <a:pt x="182107" y="914164"/>
                </a:lnTo>
                <a:lnTo>
                  <a:pt x="185710" y="934485"/>
                </a:lnTo>
                <a:lnTo>
                  <a:pt x="188913" y="954805"/>
                </a:lnTo>
                <a:lnTo>
                  <a:pt x="193716" y="974727"/>
                </a:lnTo>
                <a:lnTo>
                  <a:pt x="198520" y="994251"/>
                </a:lnTo>
                <a:lnTo>
                  <a:pt x="204125" y="1013774"/>
                </a:lnTo>
                <a:lnTo>
                  <a:pt x="210931" y="1032899"/>
                </a:lnTo>
                <a:lnTo>
                  <a:pt x="217336" y="1052025"/>
                </a:lnTo>
                <a:lnTo>
                  <a:pt x="224942" y="1070751"/>
                </a:lnTo>
                <a:lnTo>
                  <a:pt x="232949" y="1089478"/>
                </a:lnTo>
                <a:lnTo>
                  <a:pt x="241356" y="1107009"/>
                </a:lnTo>
                <a:lnTo>
                  <a:pt x="250563" y="1124939"/>
                </a:lnTo>
                <a:lnTo>
                  <a:pt x="260171" y="1142470"/>
                </a:lnTo>
                <a:lnTo>
                  <a:pt x="270179" y="1159603"/>
                </a:lnTo>
                <a:lnTo>
                  <a:pt x="280988" y="1176338"/>
                </a:lnTo>
                <a:lnTo>
                  <a:pt x="228545" y="1165580"/>
                </a:lnTo>
                <a:lnTo>
                  <a:pt x="220538" y="1151236"/>
                </a:lnTo>
                <a:lnTo>
                  <a:pt x="212532" y="1136494"/>
                </a:lnTo>
                <a:lnTo>
                  <a:pt x="205326" y="1121752"/>
                </a:lnTo>
                <a:lnTo>
                  <a:pt x="198120" y="1107009"/>
                </a:lnTo>
                <a:lnTo>
                  <a:pt x="191315" y="1091869"/>
                </a:lnTo>
                <a:lnTo>
                  <a:pt x="185310" y="1076728"/>
                </a:lnTo>
                <a:lnTo>
                  <a:pt x="178904" y="1061587"/>
                </a:lnTo>
                <a:lnTo>
                  <a:pt x="173300" y="1046048"/>
                </a:lnTo>
                <a:lnTo>
                  <a:pt x="168096" y="1030509"/>
                </a:lnTo>
                <a:lnTo>
                  <a:pt x="163292" y="1014571"/>
                </a:lnTo>
                <a:lnTo>
                  <a:pt x="158888" y="998634"/>
                </a:lnTo>
                <a:lnTo>
                  <a:pt x="154885" y="982297"/>
                </a:lnTo>
                <a:lnTo>
                  <a:pt x="151282" y="966360"/>
                </a:lnTo>
                <a:lnTo>
                  <a:pt x="148079" y="949227"/>
                </a:lnTo>
                <a:lnTo>
                  <a:pt x="144877" y="932492"/>
                </a:lnTo>
                <a:lnTo>
                  <a:pt x="142875" y="915360"/>
                </a:lnTo>
                <a:lnTo>
                  <a:pt x="143275" y="915758"/>
                </a:lnTo>
                <a:lnTo>
                  <a:pt x="177703" y="873125"/>
                </a:lnTo>
                <a:close/>
                <a:moveTo>
                  <a:pt x="1469926" y="865188"/>
                </a:moveTo>
                <a:lnTo>
                  <a:pt x="1504950" y="909130"/>
                </a:lnTo>
                <a:lnTo>
                  <a:pt x="1502960" y="925756"/>
                </a:lnTo>
                <a:lnTo>
                  <a:pt x="1499776" y="943174"/>
                </a:lnTo>
                <a:lnTo>
                  <a:pt x="1496990" y="959801"/>
                </a:lnTo>
                <a:lnTo>
                  <a:pt x="1493408" y="976428"/>
                </a:lnTo>
                <a:lnTo>
                  <a:pt x="1489428" y="993054"/>
                </a:lnTo>
                <a:lnTo>
                  <a:pt x="1484652" y="1009285"/>
                </a:lnTo>
                <a:lnTo>
                  <a:pt x="1479876" y="1025516"/>
                </a:lnTo>
                <a:lnTo>
                  <a:pt x="1474702" y="1041350"/>
                </a:lnTo>
                <a:lnTo>
                  <a:pt x="1469528" y="1057185"/>
                </a:lnTo>
                <a:lnTo>
                  <a:pt x="1463558" y="1073020"/>
                </a:lnTo>
                <a:lnTo>
                  <a:pt x="1457190" y="1088855"/>
                </a:lnTo>
                <a:lnTo>
                  <a:pt x="1450423" y="1103898"/>
                </a:lnTo>
                <a:lnTo>
                  <a:pt x="1443657" y="1118941"/>
                </a:lnTo>
                <a:lnTo>
                  <a:pt x="1435697" y="1133984"/>
                </a:lnTo>
                <a:lnTo>
                  <a:pt x="1428533" y="1148631"/>
                </a:lnTo>
                <a:lnTo>
                  <a:pt x="1420175" y="1162883"/>
                </a:lnTo>
                <a:lnTo>
                  <a:pt x="1365250" y="1177926"/>
                </a:lnTo>
                <a:lnTo>
                  <a:pt x="1376394" y="1160508"/>
                </a:lnTo>
                <a:lnTo>
                  <a:pt x="1386743" y="1143089"/>
                </a:lnTo>
                <a:lnTo>
                  <a:pt x="1396693" y="1124879"/>
                </a:lnTo>
                <a:lnTo>
                  <a:pt x="1405847" y="1106669"/>
                </a:lnTo>
                <a:lnTo>
                  <a:pt x="1414603" y="1088063"/>
                </a:lnTo>
                <a:lnTo>
                  <a:pt x="1422961" y="1069457"/>
                </a:lnTo>
                <a:lnTo>
                  <a:pt x="1430523" y="1050060"/>
                </a:lnTo>
                <a:lnTo>
                  <a:pt x="1437687" y="1030662"/>
                </a:lnTo>
                <a:lnTo>
                  <a:pt x="1444055" y="1010868"/>
                </a:lnTo>
                <a:lnTo>
                  <a:pt x="1449627" y="990283"/>
                </a:lnTo>
                <a:lnTo>
                  <a:pt x="1454802" y="970094"/>
                </a:lnTo>
                <a:lnTo>
                  <a:pt x="1459180" y="949508"/>
                </a:lnTo>
                <a:lnTo>
                  <a:pt x="1463160" y="928923"/>
                </a:lnTo>
                <a:lnTo>
                  <a:pt x="1466344" y="907942"/>
                </a:lnTo>
                <a:lnTo>
                  <a:pt x="1468334" y="886565"/>
                </a:lnTo>
                <a:lnTo>
                  <a:pt x="1469926" y="865188"/>
                </a:lnTo>
                <a:close/>
                <a:moveTo>
                  <a:pt x="1646635" y="785813"/>
                </a:moveTo>
                <a:lnTo>
                  <a:pt x="1647825" y="804876"/>
                </a:lnTo>
                <a:lnTo>
                  <a:pt x="1647825" y="823940"/>
                </a:lnTo>
                <a:lnTo>
                  <a:pt x="1647825" y="842606"/>
                </a:lnTo>
                <a:lnTo>
                  <a:pt x="1646635" y="861669"/>
                </a:lnTo>
                <a:lnTo>
                  <a:pt x="1645841" y="879938"/>
                </a:lnTo>
                <a:lnTo>
                  <a:pt x="1644650" y="898605"/>
                </a:lnTo>
                <a:lnTo>
                  <a:pt x="1642269" y="916477"/>
                </a:lnTo>
                <a:lnTo>
                  <a:pt x="1640285" y="934746"/>
                </a:lnTo>
                <a:lnTo>
                  <a:pt x="1637506" y="953015"/>
                </a:lnTo>
                <a:lnTo>
                  <a:pt x="1634728" y="970887"/>
                </a:lnTo>
                <a:lnTo>
                  <a:pt x="1631156" y="988759"/>
                </a:lnTo>
                <a:lnTo>
                  <a:pt x="1627188" y="1006630"/>
                </a:lnTo>
                <a:lnTo>
                  <a:pt x="1623616" y="1023708"/>
                </a:lnTo>
                <a:lnTo>
                  <a:pt x="1618853" y="1041183"/>
                </a:lnTo>
                <a:lnTo>
                  <a:pt x="1614091" y="1058260"/>
                </a:lnTo>
                <a:lnTo>
                  <a:pt x="1608931" y="1075735"/>
                </a:lnTo>
                <a:lnTo>
                  <a:pt x="1602978" y="1092416"/>
                </a:lnTo>
                <a:lnTo>
                  <a:pt x="1597025" y="1109096"/>
                </a:lnTo>
                <a:lnTo>
                  <a:pt x="1590675" y="1125777"/>
                </a:lnTo>
                <a:lnTo>
                  <a:pt x="1584325" y="1142060"/>
                </a:lnTo>
                <a:lnTo>
                  <a:pt x="1576785" y="1158343"/>
                </a:lnTo>
                <a:lnTo>
                  <a:pt x="1569641" y="1174229"/>
                </a:lnTo>
                <a:lnTo>
                  <a:pt x="1562100" y="1190116"/>
                </a:lnTo>
                <a:lnTo>
                  <a:pt x="1553766" y="1205605"/>
                </a:lnTo>
                <a:lnTo>
                  <a:pt x="1545828" y="1221094"/>
                </a:lnTo>
                <a:lnTo>
                  <a:pt x="1537097" y="1236980"/>
                </a:lnTo>
                <a:lnTo>
                  <a:pt x="1527969" y="1251675"/>
                </a:lnTo>
                <a:lnTo>
                  <a:pt x="1518841" y="1266767"/>
                </a:lnTo>
                <a:lnTo>
                  <a:pt x="1508919" y="1281461"/>
                </a:lnTo>
                <a:lnTo>
                  <a:pt x="1499394" y="1295759"/>
                </a:lnTo>
                <a:lnTo>
                  <a:pt x="1489075" y="1309659"/>
                </a:lnTo>
                <a:lnTo>
                  <a:pt x="1478756" y="1323560"/>
                </a:lnTo>
                <a:lnTo>
                  <a:pt x="1468041" y="1337460"/>
                </a:lnTo>
                <a:lnTo>
                  <a:pt x="1456928" y="1350963"/>
                </a:lnTo>
                <a:lnTo>
                  <a:pt x="1447800" y="1300525"/>
                </a:lnTo>
                <a:lnTo>
                  <a:pt x="1457325" y="1287816"/>
                </a:lnTo>
                <a:lnTo>
                  <a:pt x="1466453" y="1274710"/>
                </a:lnTo>
                <a:lnTo>
                  <a:pt x="1474788" y="1262398"/>
                </a:lnTo>
                <a:lnTo>
                  <a:pt x="1483519" y="1248895"/>
                </a:lnTo>
                <a:lnTo>
                  <a:pt x="1492250" y="1235789"/>
                </a:lnTo>
                <a:lnTo>
                  <a:pt x="1499791" y="1222682"/>
                </a:lnTo>
                <a:lnTo>
                  <a:pt x="1508125" y="1208782"/>
                </a:lnTo>
                <a:lnTo>
                  <a:pt x="1515666" y="1195279"/>
                </a:lnTo>
                <a:lnTo>
                  <a:pt x="1522810" y="1180981"/>
                </a:lnTo>
                <a:lnTo>
                  <a:pt x="1529556" y="1167081"/>
                </a:lnTo>
                <a:lnTo>
                  <a:pt x="1536700" y="1153180"/>
                </a:lnTo>
                <a:lnTo>
                  <a:pt x="1543050" y="1138883"/>
                </a:lnTo>
                <a:lnTo>
                  <a:pt x="1549003" y="1124188"/>
                </a:lnTo>
                <a:lnTo>
                  <a:pt x="1555353" y="1109493"/>
                </a:lnTo>
                <a:lnTo>
                  <a:pt x="1560910" y="1094799"/>
                </a:lnTo>
                <a:lnTo>
                  <a:pt x="1566069" y="1079707"/>
                </a:lnTo>
                <a:lnTo>
                  <a:pt x="1571228" y="1064218"/>
                </a:lnTo>
                <a:lnTo>
                  <a:pt x="1575991" y="1049126"/>
                </a:lnTo>
                <a:lnTo>
                  <a:pt x="1580356" y="1034034"/>
                </a:lnTo>
                <a:lnTo>
                  <a:pt x="1584722" y="1018545"/>
                </a:lnTo>
                <a:lnTo>
                  <a:pt x="1588294" y="1003056"/>
                </a:lnTo>
                <a:lnTo>
                  <a:pt x="1591866" y="987170"/>
                </a:lnTo>
                <a:lnTo>
                  <a:pt x="1595041" y="971681"/>
                </a:lnTo>
                <a:lnTo>
                  <a:pt x="1597819" y="955398"/>
                </a:lnTo>
                <a:lnTo>
                  <a:pt x="1600597" y="939511"/>
                </a:lnTo>
                <a:lnTo>
                  <a:pt x="1602581" y="923228"/>
                </a:lnTo>
                <a:lnTo>
                  <a:pt x="1604566" y="906945"/>
                </a:lnTo>
                <a:lnTo>
                  <a:pt x="1606153" y="890662"/>
                </a:lnTo>
                <a:lnTo>
                  <a:pt x="1606947" y="874378"/>
                </a:lnTo>
                <a:lnTo>
                  <a:pt x="1607741" y="857301"/>
                </a:lnTo>
                <a:lnTo>
                  <a:pt x="1608931" y="841017"/>
                </a:lnTo>
                <a:lnTo>
                  <a:pt x="1608931" y="823940"/>
                </a:lnTo>
                <a:lnTo>
                  <a:pt x="1608931" y="822351"/>
                </a:lnTo>
                <a:lnTo>
                  <a:pt x="1646635" y="785813"/>
                </a:lnTo>
                <a:close/>
                <a:moveTo>
                  <a:pt x="1191" y="779463"/>
                </a:moveTo>
                <a:lnTo>
                  <a:pt x="39291" y="816372"/>
                </a:lnTo>
                <a:lnTo>
                  <a:pt x="38894" y="824707"/>
                </a:lnTo>
                <a:lnTo>
                  <a:pt x="39291" y="842169"/>
                </a:lnTo>
                <a:lnTo>
                  <a:pt x="39687" y="858838"/>
                </a:lnTo>
                <a:lnTo>
                  <a:pt x="40481" y="876300"/>
                </a:lnTo>
                <a:lnTo>
                  <a:pt x="41672" y="892969"/>
                </a:lnTo>
                <a:lnTo>
                  <a:pt x="43656" y="910035"/>
                </a:lnTo>
                <a:lnTo>
                  <a:pt x="45244" y="926307"/>
                </a:lnTo>
                <a:lnTo>
                  <a:pt x="47625" y="943372"/>
                </a:lnTo>
                <a:lnTo>
                  <a:pt x="50403" y="959644"/>
                </a:lnTo>
                <a:lnTo>
                  <a:pt x="53578" y="975519"/>
                </a:lnTo>
                <a:lnTo>
                  <a:pt x="56753" y="992188"/>
                </a:lnTo>
                <a:lnTo>
                  <a:pt x="60325" y="1008063"/>
                </a:lnTo>
                <a:lnTo>
                  <a:pt x="64691" y="1023938"/>
                </a:lnTo>
                <a:lnTo>
                  <a:pt x="69056" y="1039813"/>
                </a:lnTo>
                <a:lnTo>
                  <a:pt x="73819" y="1055688"/>
                </a:lnTo>
                <a:lnTo>
                  <a:pt x="78581" y="1071166"/>
                </a:lnTo>
                <a:lnTo>
                  <a:pt x="83741" y="1086644"/>
                </a:lnTo>
                <a:lnTo>
                  <a:pt x="89297" y="1101726"/>
                </a:lnTo>
                <a:lnTo>
                  <a:pt x="95250" y="1116807"/>
                </a:lnTo>
                <a:lnTo>
                  <a:pt x="101203" y="1131888"/>
                </a:lnTo>
                <a:lnTo>
                  <a:pt x="108347" y="1146573"/>
                </a:lnTo>
                <a:lnTo>
                  <a:pt x="114697" y="1161257"/>
                </a:lnTo>
                <a:lnTo>
                  <a:pt x="122238" y="1175941"/>
                </a:lnTo>
                <a:lnTo>
                  <a:pt x="129381" y="1190229"/>
                </a:lnTo>
                <a:lnTo>
                  <a:pt x="137319" y="1204517"/>
                </a:lnTo>
                <a:lnTo>
                  <a:pt x="144860" y="1218407"/>
                </a:lnTo>
                <a:lnTo>
                  <a:pt x="153194" y="1232298"/>
                </a:lnTo>
                <a:lnTo>
                  <a:pt x="161925" y="1245792"/>
                </a:lnTo>
                <a:lnTo>
                  <a:pt x="170260" y="1259285"/>
                </a:lnTo>
                <a:lnTo>
                  <a:pt x="179388" y="1272382"/>
                </a:lnTo>
                <a:lnTo>
                  <a:pt x="188913" y="1285479"/>
                </a:lnTo>
                <a:lnTo>
                  <a:pt x="198438" y="1298179"/>
                </a:lnTo>
                <a:lnTo>
                  <a:pt x="207963" y="1311276"/>
                </a:lnTo>
                <a:lnTo>
                  <a:pt x="199628" y="1362076"/>
                </a:lnTo>
                <a:lnTo>
                  <a:pt x="188516" y="1348186"/>
                </a:lnTo>
                <a:lnTo>
                  <a:pt x="177403" y="1334295"/>
                </a:lnTo>
                <a:lnTo>
                  <a:pt x="166291" y="1320404"/>
                </a:lnTo>
                <a:lnTo>
                  <a:pt x="155575" y="1306117"/>
                </a:lnTo>
                <a:lnTo>
                  <a:pt x="145256" y="1291432"/>
                </a:lnTo>
                <a:lnTo>
                  <a:pt x="135335" y="1276748"/>
                </a:lnTo>
                <a:lnTo>
                  <a:pt x="125413" y="1261667"/>
                </a:lnTo>
                <a:lnTo>
                  <a:pt x="115888" y="1245792"/>
                </a:lnTo>
                <a:lnTo>
                  <a:pt x="106760" y="1230710"/>
                </a:lnTo>
                <a:lnTo>
                  <a:pt x="98425" y="1214835"/>
                </a:lnTo>
                <a:lnTo>
                  <a:pt x="90091" y="1198960"/>
                </a:lnTo>
                <a:lnTo>
                  <a:pt x="81756" y="1183085"/>
                </a:lnTo>
                <a:lnTo>
                  <a:pt x="74216" y="1166416"/>
                </a:lnTo>
                <a:lnTo>
                  <a:pt x="66675" y="1150144"/>
                </a:lnTo>
                <a:lnTo>
                  <a:pt x="59928" y="1133079"/>
                </a:lnTo>
                <a:lnTo>
                  <a:pt x="53578" y="1116410"/>
                </a:lnTo>
                <a:lnTo>
                  <a:pt x="46831" y="1098948"/>
                </a:lnTo>
                <a:lnTo>
                  <a:pt x="41275" y="1081882"/>
                </a:lnTo>
                <a:lnTo>
                  <a:pt x="35719" y="1064419"/>
                </a:lnTo>
                <a:lnTo>
                  <a:pt x="30559" y="1046957"/>
                </a:lnTo>
                <a:lnTo>
                  <a:pt x="25797" y="1029097"/>
                </a:lnTo>
                <a:lnTo>
                  <a:pt x="21431" y="1011635"/>
                </a:lnTo>
                <a:lnTo>
                  <a:pt x="17066" y="993379"/>
                </a:lnTo>
                <a:lnTo>
                  <a:pt x="13494" y="975122"/>
                </a:lnTo>
                <a:lnTo>
                  <a:pt x="10716" y="956469"/>
                </a:lnTo>
                <a:lnTo>
                  <a:pt x="7541" y="938610"/>
                </a:lnTo>
                <a:lnTo>
                  <a:pt x="5556" y="919957"/>
                </a:lnTo>
                <a:lnTo>
                  <a:pt x="3175" y="900907"/>
                </a:lnTo>
                <a:lnTo>
                  <a:pt x="1984" y="882254"/>
                </a:lnTo>
                <a:lnTo>
                  <a:pt x="794" y="863204"/>
                </a:lnTo>
                <a:lnTo>
                  <a:pt x="397" y="844154"/>
                </a:lnTo>
                <a:lnTo>
                  <a:pt x="0" y="824707"/>
                </a:lnTo>
                <a:lnTo>
                  <a:pt x="397" y="802085"/>
                </a:lnTo>
                <a:lnTo>
                  <a:pt x="1191" y="779463"/>
                </a:lnTo>
                <a:close/>
                <a:moveTo>
                  <a:pt x="1314889" y="671513"/>
                </a:moveTo>
                <a:lnTo>
                  <a:pt x="1339850" y="701729"/>
                </a:lnTo>
                <a:lnTo>
                  <a:pt x="1101725" y="776288"/>
                </a:lnTo>
                <a:lnTo>
                  <a:pt x="1116385" y="730768"/>
                </a:lnTo>
                <a:lnTo>
                  <a:pt x="1314889" y="671513"/>
                </a:lnTo>
                <a:close/>
                <a:moveTo>
                  <a:pt x="339763" y="668338"/>
                </a:moveTo>
                <a:lnTo>
                  <a:pt x="538932" y="730250"/>
                </a:lnTo>
                <a:lnTo>
                  <a:pt x="554038" y="776288"/>
                </a:lnTo>
                <a:lnTo>
                  <a:pt x="317500" y="698500"/>
                </a:lnTo>
                <a:lnTo>
                  <a:pt x="339763" y="668338"/>
                </a:lnTo>
                <a:close/>
                <a:moveTo>
                  <a:pt x="828080" y="554038"/>
                </a:moveTo>
                <a:lnTo>
                  <a:pt x="847512" y="567940"/>
                </a:lnTo>
                <a:lnTo>
                  <a:pt x="1087438" y="737939"/>
                </a:lnTo>
                <a:lnTo>
                  <a:pt x="1086645" y="741117"/>
                </a:lnTo>
                <a:lnTo>
                  <a:pt x="1086249" y="742308"/>
                </a:lnTo>
                <a:lnTo>
                  <a:pt x="987105" y="1046163"/>
                </a:lnTo>
                <a:lnTo>
                  <a:pt x="980364" y="1046163"/>
                </a:lnTo>
                <a:lnTo>
                  <a:pt x="935551" y="1046163"/>
                </a:lnTo>
                <a:lnTo>
                  <a:pt x="669054" y="1046163"/>
                </a:lnTo>
                <a:lnTo>
                  <a:pt x="570308" y="742308"/>
                </a:lnTo>
                <a:lnTo>
                  <a:pt x="569911" y="741117"/>
                </a:lnTo>
                <a:lnTo>
                  <a:pt x="568325" y="737939"/>
                </a:lnTo>
                <a:lnTo>
                  <a:pt x="808648" y="567940"/>
                </a:lnTo>
                <a:lnTo>
                  <a:pt x="828080" y="554038"/>
                </a:lnTo>
                <a:close/>
                <a:moveTo>
                  <a:pt x="1360910" y="387350"/>
                </a:moveTo>
                <a:lnTo>
                  <a:pt x="1489666" y="409557"/>
                </a:lnTo>
                <a:lnTo>
                  <a:pt x="1540533" y="418281"/>
                </a:lnTo>
                <a:lnTo>
                  <a:pt x="1550865" y="437316"/>
                </a:lnTo>
                <a:lnTo>
                  <a:pt x="1560800" y="456747"/>
                </a:lnTo>
                <a:lnTo>
                  <a:pt x="1570337" y="476178"/>
                </a:lnTo>
                <a:lnTo>
                  <a:pt x="1579477" y="495213"/>
                </a:lnTo>
                <a:lnTo>
                  <a:pt x="1587425" y="515834"/>
                </a:lnTo>
                <a:lnTo>
                  <a:pt x="1595373" y="536058"/>
                </a:lnTo>
                <a:lnTo>
                  <a:pt x="1602924" y="556282"/>
                </a:lnTo>
                <a:lnTo>
                  <a:pt x="1609679" y="577300"/>
                </a:lnTo>
                <a:lnTo>
                  <a:pt x="1616038" y="597920"/>
                </a:lnTo>
                <a:lnTo>
                  <a:pt x="1621601" y="619731"/>
                </a:lnTo>
                <a:lnTo>
                  <a:pt x="1626767" y="640748"/>
                </a:lnTo>
                <a:lnTo>
                  <a:pt x="1631536" y="662955"/>
                </a:lnTo>
                <a:lnTo>
                  <a:pt x="1635908" y="684369"/>
                </a:lnTo>
                <a:lnTo>
                  <a:pt x="1639484" y="706973"/>
                </a:lnTo>
                <a:lnTo>
                  <a:pt x="1641868" y="728783"/>
                </a:lnTo>
                <a:lnTo>
                  <a:pt x="1644650" y="751387"/>
                </a:lnTo>
                <a:lnTo>
                  <a:pt x="1607692" y="786680"/>
                </a:lnTo>
                <a:lnTo>
                  <a:pt x="1513510" y="877888"/>
                </a:lnTo>
                <a:lnTo>
                  <a:pt x="1508343" y="871543"/>
                </a:lnTo>
                <a:lnTo>
                  <a:pt x="1471386" y="825146"/>
                </a:lnTo>
                <a:lnTo>
                  <a:pt x="1363691" y="689921"/>
                </a:lnTo>
                <a:lnTo>
                  <a:pt x="1341437" y="662559"/>
                </a:lnTo>
                <a:lnTo>
                  <a:pt x="1341835" y="656214"/>
                </a:lnTo>
                <a:lnTo>
                  <a:pt x="1355743" y="455557"/>
                </a:lnTo>
                <a:lnTo>
                  <a:pt x="1360115" y="396074"/>
                </a:lnTo>
                <a:lnTo>
                  <a:pt x="1360910" y="387350"/>
                </a:lnTo>
                <a:close/>
                <a:moveTo>
                  <a:pt x="293316" y="387350"/>
                </a:moveTo>
                <a:lnTo>
                  <a:pt x="293316" y="388143"/>
                </a:lnTo>
                <a:lnTo>
                  <a:pt x="297280" y="446040"/>
                </a:lnTo>
                <a:lnTo>
                  <a:pt x="311549" y="656214"/>
                </a:lnTo>
                <a:lnTo>
                  <a:pt x="312738" y="662559"/>
                </a:lnTo>
                <a:lnTo>
                  <a:pt x="290145" y="689921"/>
                </a:lnTo>
                <a:lnTo>
                  <a:pt x="175991" y="833870"/>
                </a:lnTo>
                <a:lnTo>
                  <a:pt x="141111" y="877888"/>
                </a:lnTo>
                <a:lnTo>
                  <a:pt x="138733" y="875509"/>
                </a:lnTo>
                <a:lnTo>
                  <a:pt x="39641" y="779939"/>
                </a:lnTo>
                <a:lnTo>
                  <a:pt x="3175" y="744646"/>
                </a:lnTo>
                <a:lnTo>
                  <a:pt x="5949" y="722835"/>
                </a:lnTo>
                <a:lnTo>
                  <a:pt x="8724" y="701025"/>
                </a:lnTo>
                <a:lnTo>
                  <a:pt x="12291" y="679611"/>
                </a:lnTo>
                <a:lnTo>
                  <a:pt x="16255" y="658197"/>
                </a:lnTo>
                <a:lnTo>
                  <a:pt x="21011" y="636783"/>
                </a:lnTo>
                <a:lnTo>
                  <a:pt x="26164" y="616162"/>
                </a:lnTo>
                <a:lnTo>
                  <a:pt x="31713" y="595541"/>
                </a:lnTo>
                <a:lnTo>
                  <a:pt x="38452" y="574920"/>
                </a:lnTo>
                <a:lnTo>
                  <a:pt x="44793" y="554696"/>
                </a:lnTo>
                <a:lnTo>
                  <a:pt x="51928" y="534472"/>
                </a:lnTo>
                <a:lnTo>
                  <a:pt x="59855" y="514644"/>
                </a:lnTo>
                <a:lnTo>
                  <a:pt x="68179" y="495213"/>
                </a:lnTo>
                <a:lnTo>
                  <a:pt x="77296" y="476178"/>
                </a:lnTo>
                <a:lnTo>
                  <a:pt x="86016" y="457143"/>
                </a:lnTo>
                <a:lnTo>
                  <a:pt x="95528" y="438109"/>
                </a:lnTo>
                <a:lnTo>
                  <a:pt x="105834" y="419867"/>
                </a:lnTo>
                <a:lnTo>
                  <a:pt x="156173" y="410747"/>
                </a:lnTo>
                <a:lnTo>
                  <a:pt x="293316" y="387350"/>
                </a:lnTo>
                <a:close/>
                <a:moveTo>
                  <a:pt x="808037" y="298450"/>
                </a:moveTo>
                <a:lnTo>
                  <a:pt x="827881" y="306401"/>
                </a:lnTo>
                <a:lnTo>
                  <a:pt x="847725" y="298450"/>
                </a:lnTo>
                <a:lnTo>
                  <a:pt x="847725" y="536575"/>
                </a:lnTo>
                <a:lnTo>
                  <a:pt x="827881" y="522661"/>
                </a:lnTo>
                <a:lnTo>
                  <a:pt x="808037" y="536575"/>
                </a:lnTo>
                <a:lnTo>
                  <a:pt x="808037" y="298450"/>
                </a:lnTo>
                <a:close/>
                <a:moveTo>
                  <a:pt x="1106341" y="198438"/>
                </a:moveTo>
                <a:lnTo>
                  <a:pt x="1122567" y="205965"/>
                </a:lnTo>
                <a:lnTo>
                  <a:pt x="1139189" y="214285"/>
                </a:lnTo>
                <a:lnTo>
                  <a:pt x="1155020" y="223001"/>
                </a:lnTo>
                <a:lnTo>
                  <a:pt x="1170455" y="231717"/>
                </a:lnTo>
                <a:lnTo>
                  <a:pt x="1185889" y="241225"/>
                </a:lnTo>
                <a:lnTo>
                  <a:pt x="1200928" y="251129"/>
                </a:lnTo>
                <a:lnTo>
                  <a:pt x="1216363" y="261034"/>
                </a:lnTo>
                <a:lnTo>
                  <a:pt x="1231006" y="271335"/>
                </a:lnTo>
                <a:lnTo>
                  <a:pt x="1244858" y="282031"/>
                </a:lnTo>
                <a:lnTo>
                  <a:pt x="1258710" y="293520"/>
                </a:lnTo>
                <a:lnTo>
                  <a:pt x="1272562" y="305010"/>
                </a:lnTo>
                <a:lnTo>
                  <a:pt x="1286018" y="316895"/>
                </a:lnTo>
                <a:lnTo>
                  <a:pt x="1299078" y="328780"/>
                </a:lnTo>
                <a:lnTo>
                  <a:pt x="1312138" y="341854"/>
                </a:lnTo>
                <a:lnTo>
                  <a:pt x="1324407" y="354928"/>
                </a:lnTo>
                <a:lnTo>
                  <a:pt x="1336675" y="367606"/>
                </a:lnTo>
                <a:lnTo>
                  <a:pt x="1332322" y="423863"/>
                </a:lnTo>
                <a:lnTo>
                  <a:pt x="1318470" y="406827"/>
                </a:lnTo>
                <a:lnTo>
                  <a:pt x="1304618" y="390584"/>
                </a:lnTo>
                <a:lnTo>
                  <a:pt x="1289975" y="374737"/>
                </a:lnTo>
                <a:lnTo>
                  <a:pt x="1274145" y="359286"/>
                </a:lnTo>
                <a:lnTo>
                  <a:pt x="1258314" y="344231"/>
                </a:lnTo>
                <a:lnTo>
                  <a:pt x="1242088" y="329969"/>
                </a:lnTo>
                <a:lnTo>
                  <a:pt x="1225070" y="316103"/>
                </a:lnTo>
                <a:lnTo>
                  <a:pt x="1208052" y="302633"/>
                </a:lnTo>
                <a:lnTo>
                  <a:pt x="1189847" y="290351"/>
                </a:lnTo>
                <a:lnTo>
                  <a:pt x="1171642" y="278070"/>
                </a:lnTo>
                <a:lnTo>
                  <a:pt x="1153437" y="266580"/>
                </a:lnTo>
                <a:lnTo>
                  <a:pt x="1134440" y="255884"/>
                </a:lnTo>
                <a:lnTo>
                  <a:pt x="1114652" y="245187"/>
                </a:lnTo>
                <a:lnTo>
                  <a:pt x="1094864" y="235679"/>
                </a:lnTo>
                <a:lnTo>
                  <a:pt x="1074680" y="227359"/>
                </a:lnTo>
                <a:lnTo>
                  <a:pt x="1054100" y="218643"/>
                </a:lnTo>
                <a:lnTo>
                  <a:pt x="1106341" y="198438"/>
                </a:lnTo>
                <a:close/>
                <a:moveTo>
                  <a:pt x="545878" y="196850"/>
                </a:moveTo>
                <a:lnTo>
                  <a:pt x="598488" y="217164"/>
                </a:lnTo>
                <a:lnTo>
                  <a:pt x="577763" y="225130"/>
                </a:lnTo>
                <a:lnTo>
                  <a:pt x="557835" y="233495"/>
                </a:lnTo>
                <a:lnTo>
                  <a:pt x="538305" y="243055"/>
                </a:lnTo>
                <a:lnTo>
                  <a:pt x="518775" y="253013"/>
                </a:lnTo>
                <a:lnTo>
                  <a:pt x="500441" y="263369"/>
                </a:lnTo>
                <a:lnTo>
                  <a:pt x="481709" y="274522"/>
                </a:lnTo>
                <a:lnTo>
                  <a:pt x="463375" y="286471"/>
                </a:lnTo>
                <a:lnTo>
                  <a:pt x="446236" y="298421"/>
                </a:lnTo>
                <a:lnTo>
                  <a:pt x="428700" y="311566"/>
                </a:lnTo>
                <a:lnTo>
                  <a:pt x="411960" y="325108"/>
                </a:lnTo>
                <a:lnTo>
                  <a:pt x="395220" y="338651"/>
                </a:lnTo>
                <a:lnTo>
                  <a:pt x="379676" y="352991"/>
                </a:lnTo>
                <a:lnTo>
                  <a:pt x="364132" y="368127"/>
                </a:lnTo>
                <a:lnTo>
                  <a:pt x="349385" y="383263"/>
                </a:lnTo>
                <a:lnTo>
                  <a:pt x="335037" y="399594"/>
                </a:lnTo>
                <a:lnTo>
                  <a:pt x="321087" y="415925"/>
                </a:lnTo>
                <a:lnTo>
                  <a:pt x="317500" y="360957"/>
                </a:lnTo>
                <a:lnTo>
                  <a:pt x="329457" y="347812"/>
                </a:lnTo>
                <a:lnTo>
                  <a:pt x="341414" y="335465"/>
                </a:lnTo>
                <a:lnTo>
                  <a:pt x="354567" y="323117"/>
                </a:lnTo>
                <a:lnTo>
                  <a:pt x="367719" y="311566"/>
                </a:lnTo>
                <a:lnTo>
                  <a:pt x="380872" y="299616"/>
                </a:lnTo>
                <a:lnTo>
                  <a:pt x="394423" y="288463"/>
                </a:lnTo>
                <a:lnTo>
                  <a:pt x="408373" y="277708"/>
                </a:lnTo>
                <a:lnTo>
                  <a:pt x="422721" y="267352"/>
                </a:lnTo>
                <a:lnTo>
                  <a:pt x="437069" y="256996"/>
                </a:lnTo>
                <a:lnTo>
                  <a:pt x="451816" y="247436"/>
                </a:lnTo>
                <a:lnTo>
                  <a:pt x="466962" y="237877"/>
                </a:lnTo>
                <a:lnTo>
                  <a:pt x="482107" y="228715"/>
                </a:lnTo>
                <a:lnTo>
                  <a:pt x="497651" y="219952"/>
                </a:lnTo>
                <a:lnTo>
                  <a:pt x="513195" y="211986"/>
                </a:lnTo>
                <a:lnTo>
                  <a:pt x="529536" y="204020"/>
                </a:lnTo>
                <a:lnTo>
                  <a:pt x="545878" y="196850"/>
                </a:lnTo>
                <a:close/>
                <a:moveTo>
                  <a:pt x="1028700" y="25400"/>
                </a:moveTo>
                <a:lnTo>
                  <a:pt x="1048147" y="30571"/>
                </a:lnTo>
                <a:lnTo>
                  <a:pt x="1067197" y="36139"/>
                </a:lnTo>
                <a:lnTo>
                  <a:pt x="1086247" y="42503"/>
                </a:lnTo>
                <a:lnTo>
                  <a:pt x="1104900" y="49265"/>
                </a:lnTo>
                <a:lnTo>
                  <a:pt x="1123553" y="56026"/>
                </a:lnTo>
                <a:lnTo>
                  <a:pt x="1142207" y="63186"/>
                </a:lnTo>
                <a:lnTo>
                  <a:pt x="1160066" y="71538"/>
                </a:lnTo>
                <a:lnTo>
                  <a:pt x="1177925" y="79891"/>
                </a:lnTo>
                <a:lnTo>
                  <a:pt x="1195388" y="88641"/>
                </a:lnTo>
                <a:lnTo>
                  <a:pt x="1212850" y="97392"/>
                </a:lnTo>
                <a:lnTo>
                  <a:pt x="1230313" y="106937"/>
                </a:lnTo>
                <a:lnTo>
                  <a:pt x="1246982" y="116881"/>
                </a:lnTo>
                <a:lnTo>
                  <a:pt x="1263650" y="127620"/>
                </a:lnTo>
                <a:lnTo>
                  <a:pt x="1280319" y="138359"/>
                </a:lnTo>
                <a:lnTo>
                  <a:pt x="1296194" y="149098"/>
                </a:lnTo>
                <a:lnTo>
                  <a:pt x="1312069" y="160633"/>
                </a:lnTo>
                <a:lnTo>
                  <a:pt x="1327547" y="172565"/>
                </a:lnTo>
                <a:lnTo>
                  <a:pt x="1342629" y="184497"/>
                </a:lnTo>
                <a:lnTo>
                  <a:pt x="1358107" y="197225"/>
                </a:lnTo>
                <a:lnTo>
                  <a:pt x="1372791" y="209953"/>
                </a:lnTo>
                <a:lnTo>
                  <a:pt x="1386682" y="223079"/>
                </a:lnTo>
                <a:lnTo>
                  <a:pt x="1400572" y="237000"/>
                </a:lnTo>
                <a:lnTo>
                  <a:pt x="1414463" y="250921"/>
                </a:lnTo>
                <a:lnTo>
                  <a:pt x="1427957" y="264444"/>
                </a:lnTo>
                <a:lnTo>
                  <a:pt x="1440657" y="279161"/>
                </a:lnTo>
                <a:lnTo>
                  <a:pt x="1453754" y="293877"/>
                </a:lnTo>
                <a:lnTo>
                  <a:pt x="1466454" y="309389"/>
                </a:lnTo>
                <a:lnTo>
                  <a:pt x="1477963" y="324901"/>
                </a:lnTo>
                <a:lnTo>
                  <a:pt x="1489473" y="340413"/>
                </a:lnTo>
                <a:lnTo>
                  <a:pt x="1501379" y="356323"/>
                </a:lnTo>
                <a:lnTo>
                  <a:pt x="1512094" y="372233"/>
                </a:lnTo>
                <a:lnTo>
                  <a:pt x="1522413" y="388938"/>
                </a:lnTo>
                <a:lnTo>
                  <a:pt x="1470026" y="380187"/>
                </a:lnTo>
                <a:lnTo>
                  <a:pt x="1460501" y="366664"/>
                </a:lnTo>
                <a:lnTo>
                  <a:pt x="1451373" y="353539"/>
                </a:lnTo>
                <a:lnTo>
                  <a:pt x="1441451" y="340413"/>
                </a:lnTo>
                <a:lnTo>
                  <a:pt x="1430735" y="327685"/>
                </a:lnTo>
                <a:lnTo>
                  <a:pt x="1420416" y="315355"/>
                </a:lnTo>
                <a:lnTo>
                  <a:pt x="1409701" y="302627"/>
                </a:lnTo>
                <a:lnTo>
                  <a:pt x="1398985" y="290695"/>
                </a:lnTo>
                <a:lnTo>
                  <a:pt x="1387872" y="278763"/>
                </a:lnTo>
                <a:lnTo>
                  <a:pt x="1375966" y="267228"/>
                </a:lnTo>
                <a:lnTo>
                  <a:pt x="1364457" y="255694"/>
                </a:lnTo>
                <a:lnTo>
                  <a:pt x="1352154" y="244557"/>
                </a:lnTo>
                <a:lnTo>
                  <a:pt x="1340247" y="233420"/>
                </a:lnTo>
                <a:lnTo>
                  <a:pt x="1327944" y="223079"/>
                </a:lnTo>
                <a:lnTo>
                  <a:pt x="1315244" y="212737"/>
                </a:lnTo>
                <a:lnTo>
                  <a:pt x="1302544" y="202396"/>
                </a:lnTo>
                <a:lnTo>
                  <a:pt x="1289844" y="192452"/>
                </a:lnTo>
                <a:lnTo>
                  <a:pt x="1276350" y="182906"/>
                </a:lnTo>
                <a:lnTo>
                  <a:pt x="1262857" y="173758"/>
                </a:lnTo>
                <a:lnTo>
                  <a:pt x="1248966" y="164610"/>
                </a:lnTo>
                <a:lnTo>
                  <a:pt x="1235472" y="155462"/>
                </a:lnTo>
                <a:lnTo>
                  <a:pt x="1221582" y="147507"/>
                </a:lnTo>
                <a:lnTo>
                  <a:pt x="1207294" y="139155"/>
                </a:lnTo>
                <a:lnTo>
                  <a:pt x="1192610" y="130802"/>
                </a:lnTo>
                <a:lnTo>
                  <a:pt x="1178322" y="123643"/>
                </a:lnTo>
                <a:lnTo>
                  <a:pt x="1163241" y="116085"/>
                </a:lnTo>
                <a:lnTo>
                  <a:pt x="1148557" y="108926"/>
                </a:lnTo>
                <a:lnTo>
                  <a:pt x="1133475" y="102164"/>
                </a:lnTo>
                <a:lnTo>
                  <a:pt x="1117997" y="95801"/>
                </a:lnTo>
                <a:lnTo>
                  <a:pt x="1102916" y="89834"/>
                </a:lnTo>
                <a:lnTo>
                  <a:pt x="1087041" y="84266"/>
                </a:lnTo>
                <a:lnTo>
                  <a:pt x="1071166" y="78698"/>
                </a:lnTo>
                <a:lnTo>
                  <a:pt x="1055291" y="73527"/>
                </a:lnTo>
                <a:lnTo>
                  <a:pt x="1028700" y="25400"/>
                </a:lnTo>
                <a:close/>
                <a:moveTo>
                  <a:pt x="619125" y="25400"/>
                </a:moveTo>
                <a:lnTo>
                  <a:pt x="594935" y="72333"/>
                </a:lnTo>
                <a:lnTo>
                  <a:pt x="579073" y="77504"/>
                </a:lnTo>
                <a:lnTo>
                  <a:pt x="563211" y="82674"/>
                </a:lnTo>
                <a:lnTo>
                  <a:pt x="546952" y="89038"/>
                </a:lnTo>
                <a:lnTo>
                  <a:pt x="531486" y="95004"/>
                </a:lnTo>
                <a:lnTo>
                  <a:pt x="516020" y="101368"/>
                </a:lnTo>
                <a:lnTo>
                  <a:pt x="500951" y="108130"/>
                </a:lnTo>
                <a:lnTo>
                  <a:pt x="485882" y="115289"/>
                </a:lnTo>
                <a:lnTo>
                  <a:pt x="470813" y="122846"/>
                </a:lnTo>
                <a:lnTo>
                  <a:pt x="456140" y="130005"/>
                </a:lnTo>
                <a:lnTo>
                  <a:pt x="441467" y="138358"/>
                </a:lnTo>
                <a:lnTo>
                  <a:pt x="427191" y="146313"/>
                </a:lnTo>
                <a:lnTo>
                  <a:pt x="412915" y="155063"/>
                </a:lnTo>
                <a:lnTo>
                  <a:pt x="399036" y="163813"/>
                </a:lnTo>
                <a:lnTo>
                  <a:pt x="385156" y="172961"/>
                </a:lnTo>
                <a:lnTo>
                  <a:pt x="371277" y="182507"/>
                </a:lnTo>
                <a:lnTo>
                  <a:pt x="358190" y="192053"/>
                </a:lnTo>
                <a:lnTo>
                  <a:pt x="345104" y="201996"/>
                </a:lnTo>
                <a:lnTo>
                  <a:pt x="332018" y="212338"/>
                </a:lnTo>
                <a:lnTo>
                  <a:pt x="319328" y="222679"/>
                </a:lnTo>
                <a:lnTo>
                  <a:pt x="307035" y="233418"/>
                </a:lnTo>
                <a:lnTo>
                  <a:pt x="294741" y="244554"/>
                </a:lnTo>
                <a:lnTo>
                  <a:pt x="282448" y="256089"/>
                </a:lnTo>
                <a:lnTo>
                  <a:pt x="270948" y="267226"/>
                </a:lnTo>
                <a:lnTo>
                  <a:pt x="259448" y="278760"/>
                </a:lnTo>
                <a:lnTo>
                  <a:pt x="247948" y="291090"/>
                </a:lnTo>
                <a:lnTo>
                  <a:pt x="236844" y="303022"/>
                </a:lnTo>
                <a:lnTo>
                  <a:pt x="226137" y="315750"/>
                </a:lnTo>
                <a:lnTo>
                  <a:pt x="215826" y="328477"/>
                </a:lnTo>
                <a:lnTo>
                  <a:pt x="205516" y="341205"/>
                </a:lnTo>
                <a:lnTo>
                  <a:pt x="195602" y="354728"/>
                </a:lnTo>
                <a:lnTo>
                  <a:pt x="185688" y="367854"/>
                </a:lnTo>
                <a:lnTo>
                  <a:pt x="176170" y="381377"/>
                </a:lnTo>
                <a:lnTo>
                  <a:pt x="123825" y="390525"/>
                </a:lnTo>
                <a:lnTo>
                  <a:pt x="134135" y="373820"/>
                </a:lnTo>
                <a:lnTo>
                  <a:pt x="145239" y="357512"/>
                </a:lnTo>
                <a:lnTo>
                  <a:pt x="156739" y="341205"/>
                </a:lnTo>
                <a:lnTo>
                  <a:pt x="168239" y="325693"/>
                </a:lnTo>
                <a:lnTo>
                  <a:pt x="180136" y="310181"/>
                </a:lnTo>
                <a:lnTo>
                  <a:pt x="192826" y="295067"/>
                </a:lnTo>
                <a:lnTo>
                  <a:pt x="205516" y="280351"/>
                </a:lnTo>
                <a:lnTo>
                  <a:pt x="218602" y="265635"/>
                </a:lnTo>
                <a:lnTo>
                  <a:pt x="232085" y="251316"/>
                </a:lnTo>
                <a:lnTo>
                  <a:pt x="245965" y="237395"/>
                </a:lnTo>
                <a:lnTo>
                  <a:pt x="259844" y="223872"/>
                </a:lnTo>
                <a:lnTo>
                  <a:pt x="274517" y="210349"/>
                </a:lnTo>
                <a:lnTo>
                  <a:pt x="289190" y="197621"/>
                </a:lnTo>
                <a:lnTo>
                  <a:pt x="303862" y="184893"/>
                </a:lnTo>
                <a:lnTo>
                  <a:pt x="319328" y="172961"/>
                </a:lnTo>
                <a:lnTo>
                  <a:pt x="334794" y="160631"/>
                </a:lnTo>
                <a:lnTo>
                  <a:pt x="350656" y="149495"/>
                </a:lnTo>
                <a:lnTo>
                  <a:pt x="366518" y="138358"/>
                </a:lnTo>
                <a:lnTo>
                  <a:pt x="383174" y="127619"/>
                </a:lnTo>
                <a:lnTo>
                  <a:pt x="399829" y="116880"/>
                </a:lnTo>
                <a:lnTo>
                  <a:pt x="416881" y="106936"/>
                </a:lnTo>
                <a:lnTo>
                  <a:pt x="433933" y="97391"/>
                </a:lnTo>
                <a:lnTo>
                  <a:pt x="451778" y="88640"/>
                </a:lnTo>
                <a:lnTo>
                  <a:pt x="469227" y="79890"/>
                </a:lnTo>
                <a:lnTo>
                  <a:pt x="487072" y="71140"/>
                </a:lnTo>
                <a:lnTo>
                  <a:pt x="505710" y="63185"/>
                </a:lnTo>
                <a:lnTo>
                  <a:pt x="523951" y="56026"/>
                </a:lnTo>
                <a:lnTo>
                  <a:pt x="542193" y="48867"/>
                </a:lnTo>
                <a:lnTo>
                  <a:pt x="561228" y="42105"/>
                </a:lnTo>
                <a:lnTo>
                  <a:pt x="580263" y="36139"/>
                </a:lnTo>
                <a:lnTo>
                  <a:pt x="599694" y="30570"/>
                </a:lnTo>
                <a:lnTo>
                  <a:pt x="619125" y="25400"/>
                </a:lnTo>
                <a:close/>
                <a:moveTo>
                  <a:pt x="824315" y="0"/>
                </a:moveTo>
                <a:lnTo>
                  <a:pt x="846110" y="792"/>
                </a:lnTo>
                <a:lnTo>
                  <a:pt x="868300" y="1585"/>
                </a:lnTo>
                <a:lnTo>
                  <a:pt x="889699" y="2774"/>
                </a:lnTo>
                <a:lnTo>
                  <a:pt x="911097" y="4756"/>
                </a:lnTo>
                <a:lnTo>
                  <a:pt x="932495" y="7530"/>
                </a:lnTo>
                <a:lnTo>
                  <a:pt x="953497" y="10700"/>
                </a:lnTo>
                <a:lnTo>
                  <a:pt x="974499" y="13871"/>
                </a:lnTo>
                <a:lnTo>
                  <a:pt x="995500" y="18230"/>
                </a:lnTo>
                <a:lnTo>
                  <a:pt x="1020861" y="63806"/>
                </a:lnTo>
                <a:lnTo>
                  <a:pt x="1084263" y="178339"/>
                </a:lnTo>
                <a:lnTo>
                  <a:pt x="1071187" y="183491"/>
                </a:lnTo>
                <a:lnTo>
                  <a:pt x="1015710" y="204892"/>
                </a:lnTo>
                <a:lnTo>
                  <a:pt x="847298" y="270679"/>
                </a:lnTo>
                <a:lnTo>
                  <a:pt x="827882" y="277813"/>
                </a:lnTo>
                <a:lnTo>
                  <a:pt x="808465" y="270679"/>
                </a:lnTo>
                <a:lnTo>
                  <a:pt x="636883" y="203703"/>
                </a:lnTo>
                <a:lnTo>
                  <a:pt x="581010" y="181906"/>
                </a:lnTo>
                <a:lnTo>
                  <a:pt x="571500" y="178339"/>
                </a:lnTo>
                <a:lnTo>
                  <a:pt x="630147" y="63409"/>
                </a:lnTo>
                <a:lnTo>
                  <a:pt x="653130" y="18230"/>
                </a:lnTo>
                <a:lnTo>
                  <a:pt x="673736" y="13871"/>
                </a:lnTo>
                <a:lnTo>
                  <a:pt x="694738" y="10700"/>
                </a:lnTo>
                <a:lnTo>
                  <a:pt x="716136" y="7530"/>
                </a:lnTo>
                <a:lnTo>
                  <a:pt x="737534" y="4756"/>
                </a:lnTo>
                <a:lnTo>
                  <a:pt x="758932" y="2774"/>
                </a:lnTo>
                <a:lnTo>
                  <a:pt x="780726" y="1585"/>
                </a:lnTo>
                <a:lnTo>
                  <a:pt x="802125" y="792"/>
                </a:lnTo>
                <a:lnTo>
                  <a:pt x="82431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a:contourClr>
                <a:srgbClr val="FFFFFF"/>
              </a:contourClr>
            </a:sp3d>
          </a:bodyPr>
          <a:lstStyle/>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4" name="矩形 13"/>
          <p:cNvSpPr/>
          <p:nvPr>
            <p:custDataLst>
              <p:tags r:id="rId13"/>
            </p:custDataLst>
          </p:nvPr>
        </p:nvSpPr>
        <p:spPr>
          <a:xfrm>
            <a:off x="4239973" y="5133603"/>
            <a:ext cx="6634368" cy="1054372"/>
          </a:xfrm>
          <a:prstGeom prst="rect">
            <a:avLst/>
          </a:prstGeom>
        </p:spPr>
        <p:txBody>
          <a:bodyPr>
            <a:normAutofit lnSpcReduction="10000"/>
          </a:bodyPr>
          <a:lstStyle/>
          <a:p>
            <a:pPr>
              <a:lnSpc>
                <a:spcPct val="120000"/>
              </a:lnSpc>
            </a:pPr>
            <a:r>
              <a:rPr lang="zh-CN" altLang="en-US" spc="150">
                <a:solidFill>
                  <a:schemeClr val="dk1"/>
                </a:solidFill>
                <a:latin typeface="微软雅黑" panose="020B0503020204020204" charset="-122"/>
                <a:ea typeface="微软雅黑" panose="020B0503020204020204" charset="-122"/>
                <a:sym typeface="Arial" panose="020B0604020202020204" pitchFamily="34" charset="0"/>
              </a:rPr>
              <a:t>定义数据库全局模式主要从系统的时间效率、空间效率、易维护等角度出发。由于用户外模式与模式是相对独立的，因此在定义用户外模式时可以着重考虑用户的习惯与方便性。</a:t>
            </a:r>
            <a:endParaRPr lang="zh-CN" altLang="en-US" spc="150">
              <a:solidFill>
                <a:schemeClr val="dk1"/>
              </a:solidFill>
              <a:latin typeface="微软雅黑" panose="020B0503020204020204" charset="-122"/>
              <a:ea typeface="微软雅黑" panose="020B0503020204020204" charset="-122"/>
              <a:sym typeface="Arial" panose="020B0604020202020204" pitchFamily="34" charset="0"/>
            </a:endParaRPr>
          </a:p>
        </p:txBody>
      </p:sp>
    </p:spTree>
    <p:custDataLst>
      <p:tags r:id="rId1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逻辑设计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7155" y="165542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（1）使用更符合用户习惯的别名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合并各分E-R图时，曾做了消除命名冲突的工作，以使数据库系统中同一关系和属性具有唯一的名字。这在设计数据库整体结构时是非常必要的。用View机制可以在设计用户View时重新定义某些属性名，使得与用户习惯一致，以方便使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（2）可以对不同级别的用户定义不同的View，以保证系统的安全性。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（3）简化用户对系统的使用。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如果某些局部应用中经常要使用很复杂的查询，为了方便用户，可以将这些复杂查询定义为视图，用户每次只对定义好的视图进行查询，从而大大简化用户的使用。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08900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数据库在物理设备上的存储结构与存取方法称为数据库的物理结构，依赖于选定数据库的管理系统。为一个给定的逻辑数据模型选取一个最适合应用要求的物理结构的过程就是数据库的物理设计。
数据库的物理设计通常分为两步：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确定数据库的物理结构</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，在关系数据库中主要指存取方法和存储结构。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对物理结构进行评价</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，评价的重点是时间和空间效率。
如果评价结果满足原设计要求，就可以进入物理实施阶段，否则需要重新设计或修改物理结构，有时甚至要返回逻辑设计阶段修改数据模型。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数据库物理设计的内容和方法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不同的数据库产品所提供的物理环境、存取方法和存储结构有很大差别，能供设计人员使用的设计变量，参数范围也不相同，因此没有通用的物理设计方法可遵循，只能给出一般的设计内容和原则。希望能够设计优化的物理数据库结构，使得在数据库上运行的各种事务响应时间小、存储空间利用率高、事务吞吐率大。为此，首先对要运行的事务进行详细分析，获得选择物理数据库设计所需要的参数。其次，要充分了解所用RDBMS的内部特征，特别是系统提供的存取方法和存储结构。
对于数据库查询事务，需要得到如下信息：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查询的关系。</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查询条件所涉及的属性。</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连接条件所涉及的属性。</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查询的投影属性。</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p:txBody>
      </p:sp>
    </p:spTree>
    <p:custDataLst>
      <p:tags r:id="rId7"/>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数据库物理设计的内容和方法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851309" y="1536689"/>
            <a:ext cx="10489381" cy="487682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对于数据更新事务，需要得到如下信息：
</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被更新的关系。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每个关系的更新操作条件所涉及的属性。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修改操作要改变的属性值。</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上述这些信息是确定关系存取方法的依据。
应注意的是，数据库上运行的事务会不断变化、增加或减少，以后需要根据上述设计信息的变化调整数据库的物理结构。通常，关系数据库物理设计的内容包括：
</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为关系模式选择存取方法。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设计关系、索引等数据库文件的物理存储结构。</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下面介绍这些设计内容和方法。</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关系模式存取方法选择</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98750" y="1731010"/>
            <a:ext cx="661289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数据库系统是多用户共享的系统，对同一个关系要建立多条存取路径才能满足多用户的多种应用要求。物理设计的任务之一就是确定选择哪些存取方法，即建立哪些存取路径。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存取方法是快速存取数据库中数据的技术。数据库管理系统一般都提供多种存取方法。常用的存取方法有三类。第一类是索引方法，目前主要使用的是B＋树索引方法；第二类是聚簇（Cluster）方法；第三类是HASH方法（三种方法的定义可以参照《数据库系统概论》一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确定数据库的存储结构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521335" y="1384300"/>
            <a:ext cx="11149330" cy="5015865"/>
          </a:xfrm>
          <a:prstGeom prst="rect">
            <a:avLst/>
          </a:prstGeom>
          <a:noFill/>
        </p:spPr>
        <p:txBody>
          <a:bodyPr wrap="square" rtlCol="0" anchor="t">
            <a:spAutoFit/>
          </a:bodyPr>
          <a:p>
            <a:r>
              <a:rPr lang="zh-CN" altLang="en-US" sz="1600"/>
              <a:t>确定数据库物理结构主要是指确定数据的存放位置和存储结构，包括确定关系、索引、聚簇、日志、备份等的存储安排和存储结构，以及确定系统配置等。</a:t>
            </a:r>
            <a:endParaRPr lang="zh-CN" altLang="en-US" sz="1600"/>
          </a:p>
          <a:p>
            <a:r>
              <a:rPr lang="zh-CN" altLang="en-US" sz="1600"/>
              <a:t>确定数据的存放位置和存储结构要综合考虑存取时间、存储空间利用率和维护代价3方面的因素。这3方面常常是相互矛盾的，因此需要进行权衡，选择一个折中方案。</a:t>
            </a:r>
            <a:endParaRPr lang="zh-CN" altLang="en-US" sz="1600"/>
          </a:p>
          <a:p>
            <a:r>
              <a:rPr lang="zh-CN" altLang="en-US" sz="16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（1）确定数据的存放位置</a:t>
            </a:r>
            <a:endParaRPr lang="zh-CN" altLang="en-US" sz="16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zh-CN" altLang="en-US" sz="1600"/>
              <a:t>为了提高系统性能，应该根据应用情况将数据的易变部分与稳定部分、经常存取部分和存取频率较低部分分开存放。例如，目前许多计算机有多个磁盘或磁盘阵列，可以将表和索引放在不同的磁盘上，在查询时，由于磁盘驱动器并行工作，因此可以提高物理I/O读写的效率；也可以将比较大的表分放在两个磁盘上，以加快存取速度，这在多用户环境下特别有效；还可以将日志文件与数据库对象（如表、索引等）放在不同的磁盘上，以改进系统的性能。由于各个系统所能提供的对数据进行物理安排的手段、方法差异很大，因此设计人员应仔细了解给定的RDBMS提供的方法和参数针对应用环境的要求，对数据进行适当的物理安排。</a:t>
            </a:r>
            <a:endParaRPr lang="zh-CN" altLang="en-US" sz="1600"/>
          </a:p>
          <a:p>
            <a:r>
              <a:rPr lang="zh-CN" altLang="en-US" sz="16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（2）确定系统配置</a:t>
            </a:r>
            <a:endParaRPr lang="zh-CN" altLang="en-US" sz="16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zh-CN" altLang="en-US" sz="1600"/>
              <a:t>DBMS产品一般都会提供一些系统配置变量和存储分配参数供设计人员和DBA对数据库进行物理优化。在初始情况下，系统都会为这些变量赋予合理的默认值。但是这些值不一定适合每一种应用环境，在进行物理设计时，需要重新对这些变量赋值，以改善系统的性能。系统配置变量很多，如同时使用数据库的用户数、同时打开的数据库对象数、内存分配参数、缓冲区分配参数（使用的缓冲区长度、个数）、存储分配参数、物理块的大小、物理块装填因子、时间片大小、数据库的大小、锁的数目等。这些参数值影响存取时间和存储空间的分配，在物理设计时要根据应用环境确定这些参数值，以使系统性能最佳。在物理设计时，对系统配置变量的调整只是初步的，在系统运行时还要根据系统实际运行情况做进一步的调整，以期切实改进系统性能。</a:t>
            </a:r>
            <a:endParaRPr lang="zh-CN" altLang="en-US" sz="1600"/>
          </a:p>
          <a:p>
            <a:endParaRPr lang="zh-CN" altLang="en-US" sz="1600"/>
          </a:p>
        </p:txBody>
      </p:sp>
    </p:spTree>
    <p:custDataLst>
      <p:tags r:id="rId6"/>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数据库的物理设计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评价物理结构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548231" y="24936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物理设计过程中需要对时间效率、空间效率、维护代价和各种用户要求进行权衡，结果可以产生多种方案。数据库设计人员必须对这些方案进行细致的评价，从中选择一种较优的方案作为数据库的物理结构。评价物理数据库的方法完全依赖于所选用的DBMS，主要是从定量估算各种方案的存储空间、存取时间和维护代价入手，对估算结果进行权衡、比较，选择一种较优、合理的物理结构。如果该结构不符合用户需求，就需要修改设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实施与维护</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548231" y="22650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完成数据库的物理设计之后，设计人员就要用RDBMS提供的数据定义语言和其他实用程序将数据库逻辑设计和物理设计结果严格描述出来，成为DBMS可以接受的源代码，再经过调试产生目标模式；然后就可以组织数据入库了，这就是数据库实施阶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实施与维护</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数据的载入和应用程序的调试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76504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数据库实施阶段有两项重要的工作，一项是数据的载入；另一项是应用程序的编码和调试。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般数据库系统中的数据量都很大，而且数据来源于部门中的各个不同的单位，数据的组织方式、结构和格式都与新设计的数据库系统有相当大的差距。组织数据录入就要将各类资源数据从各个局部应用中抽取出来，然后输入计算机，再分类转换，最后综合成符合新设计的数据库结构形式输入数据库。因此，这样的数据转换、组织入库的工作是相当费力、费时的。特别是原系统是手动处理系统数据时，各类数据分散在各种不同的原始表格、凭证、单据之中。在向新的数据库系统中输入数据时，还要处理大量的纸质文件，工作量就更大。为提高数据输入工作的效率和质量，应该针对具体的应用环境设计一个数据录入系统，由计算机完成数据入库的任务。在源数据入库之前，要采用多种方法对它们进行检验，以防止不正确的数据入库，这部分工作在整个数据输入子系统中是非常重要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现有的RDBMS一般都提供不同RDBMS之间数据转换的工具，如果原来是数据库系统，就要充分利用新系统的数据转换工具。数据库应用程序的设计应该与数据库设计同时进行，因此在组织数据入库的同时还要调试应用程序。应用程序的设计、编码和调试的方法、步骤在软件工程等课程中有详细讲解，这里就不赘述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实施与维护</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数据库的试运行</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61669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原有系统的数据有一小部分已输入数据库后，就可以开始对数据库系统进行联合调试了，这又称为数据库的试运行。这一阶段要实际运行数据库应用程序，执行对数据库的各种操作，测试应用程序的功能是否满足设计要求。如果不满足，就对应用程序部分进行修改、调整，直到达到设计要求为止。</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数据库试运行时，还要测试系统的性能指标，分析其是否达到设计目标。在对数据库进行物理设计时已初步确定了系统的物理参数值，但一般情况下，设计时的考虑在许多方面只是近似的估计，和实际系统运行总有一定的差距，因此必须在试运行阶段实际测量和评价系统性能指标。事实上，有些参数的最佳值往往是经过运行调试后找到的。如果测试的结果与设计目标不符，就要返回物理设计阶段重新调整物理结构、修改系统参数，在某些情况下，甚至要返回逻辑设计阶段修改逻辑结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实施与维护</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数据库的运行和维护</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457835" y="1536700"/>
            <a:ext cx="11276965" cy="3969385"/>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数据库试运行合格后，数据库开发工作就基本完成了，也就可以正式投入运行了。但是，由于应用环境在不断变化，数据库运行过程中物理存储也会不断变化，因此对数据库设计进行评价、调整、修改等维护工作是长期的任务，也是设计工作的继续和提高。</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在数据库运行阶段，通常对数据库的维护工作是由DBA完成的，包括以内容：</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（1）数据库的转储和恢复</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数据库的转储和恢复是系统正式运行后最重要的维护工作之一。DBA要针对不同的应用要求制定不同的转储计划，以保证发生故障时能尽快将数据库恢复到某种一致的状态，并尽可能减少对数据库的破坏。</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（2）数据库的安全性和完整性控制</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在数据库运行过程中，由于应用环境会发生变化，因此对安全性的要求也会发生变化。例如，有的数据原来是机密的，现在可以公开查询了，而新加入的数据又可能是机密的了。系统中用户的密级也会改变。这些都需要DBA根据实际情况修改原有的安全性控制。同样，数据库的完整性约束条件也会变化，同样需要DBA不断修正，以满足用户要求。</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实施与维护</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数据库性能的监督、分析和改造</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351155" y="1464945"/>
            <a:ext cx="11278235" cy="53543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（3）数据库性能的监督、分析和改造</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在数据库运行过程中，要监督系统运行，对监测数据进行分析，找出改进系统性能的方法，以利用这些工具方便地得到系统运行过程中一系列性能参数的值。DBA应仔细分析这些数据，判断当前系统运行状况是否为最佳，应当做哪些改进，如调整系统物理参数或对数据库进行重组织、重构造等。</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（4）数据库的重组织与重构造</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数据库运行一段时间后，由于记录不断增、删、改，因此会使数据库的物理存储情况变坏，降低数据的存取效率，导致数据库的性能下降，这时DBA就要对数据库进行重组织或部分重组织（只对频繁增、删的表进行重组织）。DBMS一般都提供数据重组织用的实用程序。在重组织的过程中，按原设计要求重新安排存储位置、回收垃圾、减少指针链等，提高系统性能。</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数据库的重组织并不修改原设计的逻辑和物理结构，而数据库的重构造则不同，它是指部分修改数据库的模式和内模式。</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由于数据库应用环境发生变化增加了新的应用或新的实体、取消了某些应用、有的实体与实体间的联系发生了变化等，使原有的数据库设计不能满足新的需求，因此需要调整数据库的模式和内模式。例如，在表中增加或删除某些数据项、改变数据项的类型、增加或删除某个表、改变数据库的容量、增加或删除某些索引等。当然，数据库的重构也是有限的，只能做部分修改。如果应用变化太大，重构也无济于事，说明此数据库应用系统的生命周期已经结束，应该设计新的数据库应用系统了。</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659832" y="22650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ODBC是微软公司提出的一种使用SQL的程序设计接口。使用ODBC让应用程序的编写者可以避免与数据源相关联的复杂性。这项技术目前已经得到了大多数DBMS厂商的支持。ODBC是开放式数据库互连（Open Database Connectivity）的缩写，这是一族API，与Windows API相似，主要与数据库打交道。也就是说，利用ODBC API可以通过统一界面和各种不同的数据库打交道。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ODBC概述</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200" y="1621790"/>
            <a:ext cx="11278235" cy="53543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ODBC是如何工作的？它的结构式是怎样的？在使用ODBC之前，应该对它的结构有一个清楚的了解。ODBC由4部分组成：</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应用程序（Application，你的程序）；</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ODBC管理器（ODBC manager）；</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ODBC驱动程序（ODBC Drivers）；</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数据源（Data Sources，数据库）。</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这4个组件的核心是ODBC 管理器。你可以把ODBC管理器想象成监工，告诉它你希望它做什么，然后它把你的要求传达给工人（ODBC驱动程序）并完成工作。如果工人有什么想告诉你的，就会与监工（ODBC管理器）说，由监工传达给你。工人们很明白应该做什么，因此会为你很好地完成工作。</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通过这样的模式，我们并不与数据库驱动程序直接通信，只需告诉数据库管理器想要做什么即可。而使用恰当的ODBC驱动程序来实现你的目的则是ODBC管理器的事。每个ODBC驱动程序对于它所对应的数据库均有足够的了解。各个部件各司其职，极大地简化了工作量。</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应用程序&lt;----&gt;ODBC管理器&lt;----&gt;ODBC驱动程序&lt;----&gt;数据库</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ODBC管理器由Microsoft提供。查看一下系统的控制面板，如果正确安装了ODBC，就可以找到ODBC数据源（32位）项目。至于ODBC驱动程序，Microsoft根据他们的产品提供了好几种，并且可以轻易地从数据库提供商那里获得新的ODBC驱动程序。只要简单地安装新的ODBC驱动程序，你的机器就可使用新的、以前没用过的数据库。</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ODBC API</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457200" y="1384300"/>
            <a:ext cx="11278235" cy="4523105"/>
          </a:xfrm>
          <a:prstGeom prst="rect">
            <a:avLst/>
          </a:prstGeom>
          <a:noFill/>
        </p:spPr>
        <p:txBody>
          <a:bodyPr wrap="square" rtlCol="0" anchor="t">
            <a:spAutoFit/>
          </a:bodyPr>
          <a:p>
            <a:pPr algn="just"/>
            <a:r>
              <a:rPr lang="zh-CN" altLang="en-US">
                <a:solidFill>
                  <a:srgbClr val="FF0000"/>
                </a:solidFill>
                <a:latin typeface="Times New Roman" panose="02020603050405020304" charset="0"/>
                <a:cs typeface="Times New Roman" panose="02020603050405020304" charset="0"/>
              </a:rPr>
              <a:t>ODBC API是一个内容丰富的数据库编程接口</a:t>
            </a:r>
            <a:r>
              <a:rPr lang="zh-CN" altLang="en-US">
                <a:latin typeface="Times New Roman" panose="02020603050405020304" charset="0"/>
                <a:cs typeface="Times New Roman" panose="02020603050405020304" charset="0"/>
              </a:rPr>
              <a:t>，有60多个函数、SQL数据类型以及常量的声明。ODBC API独立于DBMS和操作系统，而且与编程语言无关。ODBC API 以X/Open和ISO/IEC中的CLI规范为基础，ODBC 3.0完全实现了这两种规范，并且添加了基于视图的数据库应用程序开发人员所需要的共同特性，如可滚动光标。ODBC API中的函数由特定DBMS驱动程序的开发人员实现，应用程序用这些驱动程序调用函数，以独立于DBMS的方式访问数据。ODBC API涉及数据源连接与管理、结果集检索、数据库管理、数据绑定、事务操作等内容。</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solidFill>
                  <a:srgbClr val="FF0000"/>
                </a:solidFill>
                <a:latin typeface="Times New Roman" panose="02020603050405020304" charset="0"/>
                <a:cs typeface="Times New Roman" panose="02020603050405020304" charset="0"/>
              </a:rPr>
              <a:t>ODBC APIs使用很简单，但需要知道一些关于SQL和数据库的知识，如字段（field）、主键（primary key）、记录（record）、列（column）、行（row）等。</a:t>
            </a:r>
            <a:r>
              <a:rPr lang="zh-CN" altLang="en-US">
                <a:latin typeface="Times New Roman" panose="02020603050405020304" charset="0"/>
                <a:cs typeface="Times New Roman" panose="02020603050405020304" charset="0"/>
              </a:rPr>
              <a:t>假如你已经了解了数据库理论的基础知识，接下来讨论Win32下用汇编语言进行ODBC编程的细节问题。正如你所看到的，ODBC管理器试图在你的程序里隐藏实现的细节，这意味着必须提供某些基本界面来与程序和ODBC驱动程序进行通信。由于ODBC驱动程序在某些性能方面存在差异，因此必须有一种方法，以使程序能够知道ODBC驱动程序是否支持某一特性。ODBC定义了被称为Interface Conformance Levels的三层服务界面。第三层是核心层。任何ODBC驱动程序都要像在第一层和第二层实现功能一样实现核心层表中的所有特性。从程序的眼光来看，ODBC APIs被分割为这样的三层。如果某个函数被标为核心函数，就意味着你可以放心使用，而不必担心ODBC驱动程序是否支持。如果是第一层或第二层函数，就得在确认ODBC驱动程序是否支持的情况下再使用。你可以通过MSDN获得ODBC APIs的详细资料。</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ODBC的名词</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878623" y="2066036"/>
            <a:ext cx="843475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环境（Environment）</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：和字面意思一样，是一个全局文本，用来存取数据。如果你熟悉DAO，就可以把它想象为一个Workspace，包含应用于所有ODBC session的信息，如一个session的connections句柄。在用ODBC之前，你必须从环境中获得这个句柄。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连接（Connection）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：指定ODBC驱动程序和数据源（数据库）。你可以在同一环境中同时连接不同的数据库。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语句（Statement）</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：ODBC使用SQL作为自己的语言，因而只要简单地认为语句就是你希望ODBC执行的SQL命令就行了。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457200" y="1582420"/>
            <a:ext cx="11276965" cy="313817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连接数据源。</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分配语句句柄。</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准备并执行SQL语句。</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获取结果集。</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提交事务。</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断开数据源连接并释放环境句柄。</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连接数据源。为了连接数据源，</a:t>
            </a:r>
            <a:r>
              <a:rPr lang="zh-CN" altLang="en-US">
                <a:solidFill>
                  <a:srgbClr val="FF0000"/>
                </a:solidFill>
                <a:latin typeface="Times New Roman" panose="02020603050405020304" charset="0"/>
                <a:cs typeface="Times New Roman" panose="02020603050405020304" charset="0"/>
              </a:rPr>
              <a:t>必须建立一个数据源连接的环境句柄</a:t>
            </a:r>
            <a:r>
              <a:rPr lang="zh-CN" altLang="en-US">
                <a:latin typeface="Times New Roman" panose="02020603050405020304" charset="0"/>
                <a:cs typeface="Times New Roman" panose="02020603050405020304" charset="0"/>
              </a:rPr>
              <a:t>，通过调用SQLAllocEnv函数实现对环境句柄的分配。在ODBC3.0里，这个函数已经被SQLAllocHandle取代，但是熟悉ODBC API的开发人员还是习惯用这个函数建立环境句柄，因为VC++开发平台有一个映射服务，这个服务可以将程序代码对函数SQLAllocEnv的调用转向对函数SQLAllocHandle的调用。</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193294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这里有必要对“环境句柄”这个概念进行说明。句柄是指向一个特殊结构的指针，而环境指的是驱动程序管理器需要为该驱动程序存储的有关系统和数据源的一般信息。由于这个时候没有建立与数据源的连接，还不知道该使用哪一个驱动程序完成这个任务，因此这个任务只能由驱动程序管理器来完成，利用这个环境句柄保留信息直到被使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使用函数SQLAllocEnv创建环境句柄的语法如下：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57200" y="3172460"/>
            <a:ext cx="11277600" cy="1814830"/>
          </a:xfrm>
          <a:prstGeom prst="rect">
            <a:avLst/>
          </a:prstGeom>
          <a:pattFill prst="pct5">
            <a:fgClr>
              <a:schemeClr val="accent1"/>
            </a:fgClr>
            <a:bgClr>
              <a:schemeClr val="bg1"/>
            </a:bgClr>
          </a:pattFill>
        </p:spPr>
        <p:txBody>
          <a:bodyPr wrap="square" rtlCol="0" anchor="t">
            <a:spAutoFit/>
          </a:bodyPr>
          <a:p>
            <a:r>
              <a:rPr lang="zh-CN" altLang="en-US" sz="1400">
                <a:latin typeface="Times New Roman" panose="02020603050405020304" charset="0"/>
                <a:cs typeface="Times New Roman" panose="02020603050405020304" charset="0"/>
              </a:rPr>
              <a:t>HENV  henv;</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RETCODE  rcode;</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rcode = ::SQLAllocEnv(SQL_HANDLE_ENV, SQL_NULL, &amp; henv);</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if(rcode == SQL_SUCCESS)   //环境句柄创建成功</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//执行其他操作</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a:t>
            </a:r>
            <a:endParaRPr lang="zh-CN" altLang="en-US" sz="1400">
              <a:latin typeface="Times New Roman" panose="02020603050405020304" charset="0"/>
              <a:cs typeface="Times New Roman" panose="02020603050405020304" charset="0"/>
            </a:endParaRPr>
          </a:p>
        </p:txBody>
      </p:sp>
      <p:sp>
        <p:nvSpPr>
          <p:cNvPr id="8" name="文本框 7"/>
          <p:cNvSpPr txBox="1"/>
          <p:nvPr/>
        </p:nvSpPr>
        <p:spPr>
          <a:xfrm>
            <a:off x="457200" y="4987290"/>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完成环境句柄的创建以后，还要建立一个连接句柄。连接句柄的创建函数是SQLAllocConnect，调用语法如下：</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57200" y="5260340"/>
            <a:ext cx="11277600" cy="1599565"/>
          </a:xfrm>
          <a:prstGeom prst="rect">
            <a:avLst/>
          </a:prstGeom>
          <a:pattFill prst="pct5">
            <a:fgClr>
              <a:schemeClr val="accent1"/>
            </a:fgClr>
            <a:bgClr>
              <a:schemeClr val="bg1"/>
            </a:bgClr>
          </a:pattFill>
        </p:spPr>
        <p:txBody>
          <a:bodyPr wrap="square" rtlCol="0" anchor="t">
            <a:spAutoFit/>
          </a:bodyPr>
          <a:p>
            <a:pPr lvl="0" algn="l">
              <a:buClrTx/>
              <a:buSzTx/>
              <a:buFontTx/>
            </a:pPr>
            <a:r>
              <a:rPr lang="zh-CN" altLang="en-US" sz="1400">
                <a:latin typeface="Times New Roman" panose="02020603050405020304" charset="0"/>
                <a:cs typeface="Times New Roman" panose="02020603050405020304" charset="0"/>
                <a:sym typeface="+mn-ea"/>
              </a:rPr>
              <a:t>HDBC   hdbc;</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retcode = ::SQLAllocConnect( m_henv, &amp; hdbc);</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if(rcode == SQL_SUCCESS)   // 连接句柄创建成功</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 执行其他操作</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a:t>
            </a:r>
            <a:endParaRPr lang="zh-CN" altLang="en-US" sz="1400">
              <a:latin typeface="Times New Roman" panose="02020603050405020304" charset="0"/>
              <a:cs typeface="Times New Roman" panose="02020603050405020304" charset="0"/>
              <a:sym typeface="+mn-ea"/>
            </a:endParaRPr>
          </a:p>
        </p:txBody>
      </p:sp>
    </p:spTree>
    <p:custDataLst>
      <p:tags r:id="rId7"/>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200" y="1635125"/>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完成环境句柄和连接句柄的创建以后，就可以进行实际的数据源连接了。完成数据源连接的函数是SQLConnect，调用语法如下：</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200" y="2280285"/>
            <a:ext cx="11277600" cy="2030095"/>
          </a:xfrm>
          <a:prstGeom prst="rect">
            <a:avLst/>
          </a:prstGeom>
          <a:pattFill prst="pct5">
            <a:fgClr>
              <a:schemeClr val="accent1"/>
            </a:fgClr>
            <a:bgClr>
              <a:schemeClr val="bg1"/>
            </a:bgClr>
          </a:pattFill>
        </p:spPr>
        <p:txBody>
          <a:bodyPr wrap="square" rtlCol="0" anchor="t">
            <a:spAutoFit/>
          </a:bodyPr>
          <a:p>
            <a:pPr lvl="0" algn="l">
              <a:buClrTx/>
              <a:buSzTx/>
              <a:buFontTx/>
            </a:pPr>
            <a:r>
              <a:rPr lang="zh-CN" altLang="en-US" sz="1400">
                <a:latin typeface="Times New Roman" panose="02020603050405020304" charset="0"/>
                <a:cs typeface="Times New Roman" panose="02020603050405020304" charset="0"/>
                <a:sym typeface="+mn-ea"/>
              </a:rPr>
              <a:t>m_retcode = :: SQLConnect( m_hdbc,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(PUCHAR)pszSourceName, SQL_NTS,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(PUCHAR)pszUserId, wLengthUID,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(PUCHAR)pszPassword, wLengthPSW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if(rcode == SQL_SUCCESS)   // 数据源连接成功</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 执行其他操作</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a:t>
            </a:r>
            <a:endParaRPr lang="zh-CN" altLang="en-US" sz="1400">
              <a:latin typeface="Times New Roman" panose="02020603050405020304" charset="0"/>
              <a:cs typeface="Times New Roman" panose="02020603050405020304" charset="0"/>
              <a:sym typeface="+mn-ea"/>
            </a:endParaRPr>
          </a:p>
        </p:txBody>
      </p:sp>
      <p:sp>
        <p:nvSpPr>
          <p:cNvPr id="9" name="文本框 8"/>
          <p:cNvSpPr txBox="1"/>
          <p:nvPr/>
        </p:nvSpPr>
        <p:spPr>
          <a:xfrm>
            <a:off x="457200" y="4385945"/>
            <a:ext cx="6096000" cy="368300"/>
          </a:xfrm>
          <a:prstGeom prst="rect">
            <a:avLst/>
          </a:prstGeom>
          <a:noFill/>
        </p:spPr>
        <p:txBody>
          <a:bodyPr wrap="square" rtlCol="0" anchor="t">
            <a:spAutoFit/>
          </a:bodyPr>
          <a:p>
            <a:r>
              <a:rPr lang="zh-CN" altLang="en-US"/>
              <a:t>到此，应用程序与数据源的连接就完成了。</a:t>
            </a:r>
            <a:endParaRPr lang="zh-CN" altLang="en-US"/>
          </a:p>
        </p:txBody>
      </p:sp>
    </p:spTree>
    <p:custDataLst>
      <p:tags r:id="rId6"/>
    </p:custData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553085" y="1384300"/>
            <a:ext cx="11277600" cy="13843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有些时候，ODBC数据源并没有事先在用户的计算机里安装好，这时就需要使用应用程序动态创建ODBC数据源。ODBC API提供了动态创建数据源的函数SQLConfigDataSource，该函数的语法如下：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7200" y="2394585"/>
            <a:ext cx="11277600" cy="953135"/>
          </a:xfrm>
          <a:prstGeom prst="rect">
            <a:avLst/>
          </a:prstGeom>
          <a:pattFill prst="pct5">
            <a:fgClr>
              <a:schemeClr val="accent1"/>
            </a:fgClr>
            <a:bgClr>
              <a:schemeClr val="bg1"/>
            </a:bgClr>
          </a:pattFill>
        </p:spPr>
        <p:txBody>
          <a:bodyPr wrap="square" rtlCol="0" anchor="t">
            <a:spAutoFit/>
          </a:bodyPr>
          <a:p>
            <a:pPr lvl="0" algn="l">
              <a:buClrTx/>
              <a:buSzTx/>
              <a:buFontTx/>
            </a:pPr>
            <a:r>
              <a:rPr lang="zh-CN" altLang="en-US" sz="1400">
                <a:latin typeface="Times New Roman" panose="02020603050405020304" charset="0"/>
                <a:cs typeface="Times New Roman" panose="02020603050405020304" charset="0"/>
                <a:sym typeface="+mn-ea"/>
              </a:rPr>
              <a:t>BOOL SQLConfigDataSource(HWND  hwndParent,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WORD  fRequest, </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LPCSTR  lpszDriver, </a:t>
            </a:r>
            <a:endParaRPr lang="zh-CN" altLang="en-US" sz="1400">
              <a:latin typeface="Times New Roman" panose="02020603050405020304" charset="0"/>
              <a:cs typeface="Times New Roman" panose="02020603050405020304" charset="0"/>
              <a:sym typeface="+mn-ea"/>
            </a:endParaRPr>
          </a:p>
          <a:p>
            <a:pPr lvl="0" algn="l">
              <a:buClrTx/>
              <a:buSzTx/>
              <a:buFontTx/>
            </a:pPr>
            <a:r>
              <a:rPr lang="en-US" altLang="zh-CN" sz="1400">
                <a:latin typeface="Times New Roman" panose="02020603050405020304" charset="0"/>
                <a:cs typeface="Times New Roman" panose="02020603050405020304" charset="0"/>
                <a:sym typeface="+mn-ea"/>
              </a:rPr>
              <a:t>	</a:t>
            </a:r>
            <a:r>
              <a:rPr lang="en-US" altLang="zh-CN" sz="1400">
                <a:latin typeface="Times New Roman" panose="02020603050405020304" charset="0"/>
                <a:cs typeface="Times New Roman" panose="02020603050405020304" charset="0"/>
                <a:sym typeface="+mn-ea"/>
              </a:rPr>
              <a:t>	 </a:t>
            </a:r>
            <a:r>
              <a:rPr lang="zh-CN" altLang="en-US" sz="1400">
                <a:latin typeface="Times New Roman" panose="02020603050405020304" charset="0"/>
                <a:cs typeface="Times New Roman" panose="02020603050405020304" charset="0"/>
                <a:sym typeface="+mn-ea"/>
              </a:rPr>
              <a:t>LPCSTR  lpszAttributes); </a:t>
            </a:r>
            <a:endParaRPr lang="zh-CN" altLang="en-US" sz="1400">
              <a:latin typeface="Times New Roman" panose="02020603050405020304" charset="0"/>
              <a:cs typeface="Times New Roman" panose="02020603050405020304" charset="0"/>
              <a:sym typeface="+mn-ea"/>
            </a:endParaRPr>
          </a:p>
        </p:txBody>
      </p:sp>
      <p:sp>
        <p:nvSpPr>
          <p:cNvPr id="8" name="文本框 7"/>
          <p:cNvSpPr txBox="1"/>
          <p:nvPr/>
        </p:nvSpPr>
        <p:spPr>
          <a:xfrm>
            <a:off x="457200" y="3390900"/>
            <a:ext cx="11277600" cy="286131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参数hwndParent用于指定父窗口句柄，在不需要显示创建数据源对话框时，可以将该参数指定为NULL；参数fRequest用于指定函数的操作内容，函数SQLConfigDataSource能够实现的操作内容由参数fRequest指定，该参数的取值如下。</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ODBC_ADD_DSN：创建数据源。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ODBC_CONFIG_DSN：配置或修改已经存在的数据源。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ODBC_REMOVE_DSN：删除已经存在的数据源。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ODBC_ADD_SYS_DSN：创建系统数据源。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ODBC_CONFIG_SYS_DSN：配置或修改已经存在的系统数据源。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ODBC_REMOVE_SYS_DSN：删除已经存在的系统数据源。</a:t>
            </a:r>
            <a:endParaRPr lang="zh-CN" altLang="en-US">
              <a:solidFill>
                <a:srgbClr val="FF0000"/>
              </a:solidFill>
              <a:latin typeface="Times New Roman" panose="02020603050405020304" charset="0"/>
              <a:cs typeface="Times New Roman" panose="02020603050405020304" charset="0"/>
            </a:endParaRPr>
          </a:p>
          <a:p>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ODBC_REMOVE_DEFAULT_DSN：删除缺省的数据源。</a:t>
            </a:r>
            <a:endParaRPr lang="zh-CN" altLang="en-US">
              <a:solidFill>
                <a:srgbClr val="FF0000"/>
              </a:solidFill>
              <a:latin typeface="Times New Roman" panose="02020603050405020304" charset="0"/>
              <a:cs typeface="Times New Roman" panose="02020603050405020304" charset="0"/>
            </a:endParaRPr>
          </a:p>
        </p:txBody>
      </p:sp>
    </p:spTree>
    <p:custDataLst>
      <p:tags r:id="rId7"/>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参数lpszDriver用于指定ODBC数据源的驱动程序类别，如为了指定Access数据源，该参数应赋以字符串Microsoft Access Driver (*.mdb)\0；参数lpszAttributes用于指定ODBC数据源属性，例如：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"DSN=MYDB\0DBQ=D:\\Database\\Friends.mdb\0DEFAULTDIR=D:\\DATABASE\0\0"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该字符串指定数据源名称（DSN）为MYDB，数据库文件（DBQ）为D:\Database\Friends. mdb，缺省数据库文件路径（DEFAULTDIR）为D:\DATABASE。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3990"/>
            <a:ext cx="11277600" cy="6477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通过调用如下代码可以通过应用程序动态创建数据源MYDB：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6565" y="2151380"/>
            <a:ext cx="11278235" cy="4399915"/>
          </a:xfrm>
          <a:prstGeom prst="rect">
            <a:avLst/>
          </a:prstGeom>
          <a:noFill/>
        </p:spPr>
        <p:txBody>
          <a:bodyPr wrap="square" rtlCol="0" anchor="t">
            <a:spAutoFit/>
          </a:bodyPr>
          <a:p>
            <a:r>
              <a:rPr lang="zh-CN" altLang="en-US" sz="1400"/>
              <a:t>BOOL CreateDSN()</a:t>
            </a:r>
            <a:endParaRPr lang="zh-CN" altLang="en-US" sz="1400"/>
          </a:p>
          <a:p>
            <a:r>
              <a:rPr lang="zh-CN" altLang="en-US" sz="1400"/>
              <a:t>{</a:t>
            </a:r>
            <a:endParaRPr lang="zh-CN" altLang="en-US" sz="1400"/>
          </a:p>
          <a:p>
            <a:r>
              <a:rPr lang="zh-CN" altLang="en-US" sz="1400"/>
              <a:t>	char* szDesc;</a:t>
            </a:r>
            <a:endParaRPr lang="zh-CN" altLang="en-US" sz="1400"/>
          </a:p>
          <a:p>
            <a:r>
              <a:rPr lang="zh-CN" altLang="en-US" sz="1400"/>
              <a:t>	int mlen;</a:t>
            </a:r>
            <a:endParaRPr lang="zh-CN" altLang="en-US" sz="1400"/>
          </a:p>
          <a:p>
            <a:r>
              <a:rPr lang="zh-CN" altLang="en-US" sz="1400"/>
              <a:t>	szDesc=new char[256];</a:t>
            </a:r>
            <a:endParaRPr lang="zh-CN" altLang="en-US" sz="1400"/>
          </a:p>
          <a:p>
            <a:r>
              <a:rPr lang="zh-CN" altLang="en-US" sz="1400"/>
              <a:t>	sprintf(szDesc,"DSN=%s: DESCRIPTION=TOC support source: \</a:t>
            </a:r>
            <a:endParaRPr lang="zh-CN" altLang="en-US" sz="1400"/>
          </a:p>
          <a:p>
            <a:r>
              <a:rPr lang="zh-CN" altLang="en-US" sz="1400"/>
              <a:t>					DBQ=%s: FIL=MicrosoftAccess: \</a:t>
            </a:r>
            <a:endParaRPr lang="zh-CN" altLang="en-US" sz="1400"/>
          </a:p>
          <a:p>
            <a:r>
              <a:rPr lang="zh-CN" altLang="en-US" sz="1400"/>
              <a:t>					DEFAULTDIR=D:\\Database:: ","TestDB","D:\\Friends.mdb");</a:t>
            </a:r>
            <a:endParaRPr lang="zh-CN" altLang="en-US" sz="1400"/>
          </a:p>
          <a:p>
            <a:r>
              <a:rPr lang="zh-CN" altLang="en-US" sz="1400"/>
              <a:t>	mlen = strlen(szDesc);</a:t>
            </a:r>
            <a:endParaRPr lang="zh-CN" altLang="en-US" sz="1400"/>
          </a:p>
          <a:p>
            <a:r>
              <a:rPr lang="zh-CN" altLang="en-US" sz="1400"/>
              <a:t>	for (int i=0; i&lt;mlen; i++){</a:t>
            </a:r>
            <a:endParaRPr lang="zh-CN" altLang="en-US" sz="1400"/>
          </a:p>
          <a:p>
            <a:r>
              <a:rPr lang="zh-CN" altLang="en-US" sz="1400"/>
              <a:t>			if (szDesc[i] == ':')	  szDesc[i] = '\0';</a:t>
            </a:r>
            <a:endParaRPr lang="zh-CN" altLang="en-US" sz="1400"/>
          </a:p>
          <a:p>
            <a:r>
              <a:rPr lang="zh-CN" altLang="en-US" sz="1400"/>
              <a:t>	}</a:t>
            </a:r>
            <a:endParaRPr lang="zh-CN" altLang="en-US" sz="1400"/>
          </a:p>
          <a:p>
            <a:endParaRPr lang="zh-CN" altLang="en-US" sz="1400"/>
          </a:p>
          <a:p>
            <a:r>
              <a:rPr lang="zh-CN" altLang="en-US" sz="1400"/>
              <a:t>	if (FALSE == SQLConfigDataSource(NULL,ODBC_ADD_DSN,</a:t>
            </a:r>
            <a:endParaRPr lang="zh-CN" altLang="en-US" sz="1400"/>
          </a:p>
          <a:p>
            <a:r>
              <a:rPr lang="zh-CN" altLang="en-US" sz="1400"/>
              <a:t>								"Microsoft Access Driver (*.mdb)\0",</a:t>
            </a:r>
            <a:endParaRPr lang="zh-CN" altLang="en-US" sz="1400"/>
          </a:p>
          <a:p>
            <a:r>
              <a:rPr lang="zh-CN" altLang="en-US" sz="1400"/>
              <a:t>								(LPCSTR)szDesc))</a:t>
            </a:r>
            <a:endParaRPr lang="zh-CN" altLang="en-US" sz="1400"/>
          </a:p>
          <a:p>
            <a:r>
              <a:rPr lang="zh-CN" altLang="en-US" sz="1400"/>
              <a:t>			return FALSE; //创建数据源失败</a:t>
            </a:r>
            <a:endParaRPr lang="zh-CN" altLang="en-US" sz="1400"/>
          </a:p>
          <a:p>
            <a:r>
              <a:rPr lang="zh-CN" altLang="en-US" sz="1400"/>
              <a:t>	else</a:t>
            </a:r>
            <a:endParaRPr lang="zh-CN" altLang="en-US" sz="1400"/>
          </a:p>
          <a:p>
            <a:r>
              <a:rPr lang="zh-CN" altLang="en-US" sz="1400"/>
              <a:t>			return TRUE; //创建数据源成功</a:t>
            </a:r>
            <a:endParaRPr lang="zh-CN" altLang="en-US" sz="1400"/>
          </a:p>
          <a:p>
            <a:r>
              <a:rPr lang="zh-CN" altLang="en-US" sz="1400"/>
              <a:t>}</a:t>
            </a:r>
            <a:endParaRPr lang="zh-CN" altLang="en-US" sz="1400"/>
          </a:p>
        </p:txBody>
      </p:sp>
    </p:spTree>
    <p:custDataLst>
      <p:tags r:id="rId7"/>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156781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分配语句句柄。通常将ODBC中的语句看作SQL语句。前面已经提到，ODBC可以与数据库的SQL接口通信，驱动程序将ODBC的SQL映射到驱动程序的SQL。但是，ODBC的SQL还携带了一些属性信息，用于定义数据源连接的上下文，有些语句要求特殊的参数，以便能够执行，因此每个语句都有一个指向定义语句所有属性结构的句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语句句柄的分配与环境句柄的分配相似，通过函数SQLAllocStmt实现，该函数的调用语法如下：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603885" y="3422015"/>
            <a:ext cx="6096000" cy="230695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HSTMT    hstmt;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RETCODE  rcode;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m_retcode = :: SQLAllocStmt(hdbc, &amp;hstmt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if(rcode == SQL_SUCCESS)   //连接句柄创建成功</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 执行其他操作</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spTree>
    <p:custDataLst>
      <p:tags r:id="rId7"/>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457200" y="1384300"/>
            <a:ext cx="11278235" cy="119888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准备并执行SQL语句。对于不同的应用程序需求，要准备的SQL语句也一定不一样。通常，SQL语句包括SELECT、INSERT、UPDATA、DELETE、DROP等。</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准备和执行一个SQL语句的方法有两种，第一种是使用SQLExecDirect函数，可以一次执行一个SQL语句，很多请求都可以使用这个方法。调用SQLExecDirect函数的语法如下：</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57200" y="2673350"/>
            <a:ext cx="6096000" cy="258445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LPCSTR pszSQL;</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strcpy(pszSQL, “SELECT * FROM EMPLOYEES”);</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retcode = ::SQLExecDirect(hstmt,  (UCHAR*)pszSQL,  SQL_NTS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if(rcode == SQL_SUCCESS)   // SQL语句执行成功</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//执行其他操作</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456565" y="1384300"/>
            <a:ext cx="11278235" cy="119888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但是，有些请求需要多次执行同一条语句。为此，ODBC提供了SQLPrepare函数和SQLExecute函数，只需要调用一次SQLPrepare函数，然后调用若干次SQLExecute函数。实际上，函数SQLExecDirect将SQLPrepare和SQLExecute的功能集中到了一起，多次调用SQLExecDirect显然比调用一次SQLPrepare再调用若干次SQLExecute效率高。调用SQLPrepare和SQLExecute函数的语法如下：</a:t>
            </a:r>
            <a:endParaRPr lang="zh-CN" altLang="en-US">
              <a:latin typeface="Times New Roman" panose="02020603050405020304" charset="0"/>
              <a:cs typeface="Times New Roman" panose="02020603050405020304" charset="0"/>
            </a:endParaRPr>
          </a:p>
        </p:txBody>
      </p:sp>
      <p:sp>
        <p:nvSpPr>
          <p:cNvPr id="14" name="文本框 13"/>
          <p:cNvSpPr txBox="1"/>
          <p:nvPr/>
        </p:nvSpPr>
        <p:spPr>
          <a:xfrm>
            <a:off x="457200" y="2748280"/>
            <a:ext cx="6096000" cy="3538220"/>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LPCSTR pszSQL;</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strcpy(pszSQL, “SELECT * FROM EMPLOYEES”);</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m_retcode = ::SQLPrepare( hstmt,  (</a:t>
            </a:r>
            <a:r>
              <a:rPr lang="zh-CN" altLang="en-US" sz="1600">
                <a:latin typeface="Times New Roman" panose="02020603050405020304" charset="0"/>
                <a:cs typeface="Times New Roman" panose="02020603050405020304" charset="0"/>
              </a:rPr>
              <a:t>UCHAR*)pszSQL,  SQL_NTS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if(rcode == SQL_SUCCESS)   // SQL语句准备成功</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 执行其他操作</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retcode = :: SQLExecute (hstmt, (UCHAR*)pszSQL, SQL_NTS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if(rcode == SQL_SUCCESS)   // SQL语句执行成功</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 执行其他操作</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200" y="1384300"/>
            <a:ext cx="11278235" cy="1476375"/>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获取结果集。SQL语句执行成功以后，应用程序必须准备接收数据，需要把SQL语句执行结果绑定到一个本地缓存变量里。但是，SQL执行语句执行的结果并不是直接传送给应用程序，而是在应用程序准备接收数据的时候通知驱动程序已经准备好接收数据，应用程序通过调用SQLFetch函数返回结果集的一行数据。</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由于返回的数据存放在列中，因此应用程序必须调用SQLBindCol函数绑定这些列。通常，接收结果集时需要依次进行以下操作：</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200" y="3025775"/>
            <a:ext cx="11277600" cy="258445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返回列的个数，执行SQLNumResultCols函数。</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给出列中数据的有关信息，如列的名称、数据类型和精度等，执行SQLDescribeCol函数。</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把列绑定到应用程序的变量里，执行SQLBindCol函数。</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获取数据，执行SQLFetch函数。</a:t>
            </a:r>
            <a:endParaRPr lang="zh-CN" altLang="en-US">
              <a:solidFill>
                <a:srgbClr val="FF0000"/>
              </a:solidFill>
              <a:latin typeface="Times New Roman" panose="02020603050405020304" charset="0"/>
              <a:cs typeface="Times New Roman" panose="02020603050405020304" charset="0"/>
            </a:endParaRPr>
          </a:p>
          <a:p>
            <a:r>
              <a:rPr lang="zh-CN" altLang="en-US">
                <a:solidFill>
                  <a:srgbClr val="FF0000"/>
                </a:solidFill>
                <a:latin typeface="Times New Roman" panose="02020603050405020304" charset="0"/>
                <a:cs typeface="Times New Roman" panose="02020603050405020304" charset="0"/>
              </a:rPr>
              <a:t></a:t>
            </a:r>
            <a:r>
              <a:rPr lang="en-US" altLang="zh-CN">
                <a:solidFill>
                  <a:srgbClr val="FF0000"/>
                </a:solidFill>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获取长数据，执行SQLGetData函数。</a:t>
            </a:r>
            <a:endParaRPr lang="zh-CN" altLang="en-US">
              <a:solidFill>
                <a:srgbClr val="FF0000"/>
              </a:solidFill>
              <a:latin typeface="Times New Roman" panose="02020603050405020304" charset="0"/>
              <a:cs typeface="Times New Roman" panose="02020603050405020304" charset="0"/>
            </a:endParaRPr>
          </a:p>
          <a:p>
            <a:endParaRPr lang="zh-CN" altLang="en-US">
              <a:solidFill>
                <a:srgbClr val="FF0000"/>
              </a:solidFill>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应用程序首先调用SQLNumResultCols函数，获知每个记录里有多少列，调用SQLDescribeCol函数取得每列的属性，然后调用SQLBindCol函数将列数据绑定到指定的变量里，最后调用SQLFetch函数或SQLGetData函数获取数据。</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4625"/>
            <a:ext cx="11277600" cy="5295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对于其他SQL语句，应用程序重复这个过程。这个过程的代码如下：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7835" y="1939290"/>
            <a:ext cx="4855210" cy="4892675"/>
          </a:xfrm>
          <a:prstGeom prst="rect">
            <a:avLst/>
          </a:prstGeom>
          <a:noFill/>
        </p:spPr>
        <p:txBody>
          <a:bodyPr wrap="square" rtlCol="0" anchor="t">
            <a:spAutoFit/>
          </a:bodyPr>
          <a:p>
            <a:r>
              <a:rPr lang="zh-CN" altLang="en-US" sz="1200">
                <a:latin typeface="Times New Roman" panose="02020603050405020304" charset="0"/>
                <a:cs typeface="Times New Roman" panose="02020603050405020304" charset="0"/>
              </a:rPr>
              <a:t>retcode = ::SQLNumResultCols( m_hstmt, &amp;wColumnCount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if( m_retcode != SQL_SUCCESS ) // 列举结果集列的个数不成功</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 释放操作</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return;</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LPSTR   	pszName;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UWORD  	URealLength;</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SWORD  	wColumnCount;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UWORD  	wColumnIndex = 0;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SWORD  	wColumnType;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UDWORD 	dwPrecision;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SWORD  	wScale;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SWORD  	wNullable;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m_retcode = ::SQLDescribeCol( m_hstmt, </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wColumnIndex,  // 列的索引</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pszName,    // 列的名称</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                          256,    // 存放列名称的缓冲区大小</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&amp; nRealLength,  // 实际得到列名称的长度</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&amp;wColumnType,  // 列的数据类型</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&amp;dwPrecision,  // 精度</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&amp;wScale, // 小数点位数</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&amp;wNullable );  // 是否允许空值</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if(retcode != SQL_SUCCESS ) // 执行不成功</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p:txBody>
      </p:sp>
      <p:sp>
        <p:nvSpPr>
          <p:cNvPr id="8" name="文本框 7"/>
          <p:cNvSpPr txBox="1"/>
          <p:nvPr/>
        </p:nvSpPr>
        <p:spPr>
          <a:xfrm>
            <a:off x="5638800" y="1948180"/>
            <a:ext cx="6096000" cy="3599815"/>
          </a:xfrm>
          <a:prstGeom prst="rect">
            <a:avLst/>
          </a:prstGeom>
          <a:noFill/>
        </p:spPr>
        <p:txBody>
          <a:bodyPr wrap="square" rtlCol="0" anchor="t">
            <a:spAutoFit/>
          </a:bodyPr>
          <a:p>
            <a:pPr lvl="0" algn="l">
              <a:buClrTx/>
              <a:buSzTx/>
              <a:buFontTx/>
            </a:pPr>
            <a:r>
              <a:rPr lang="zh-CN" altLang="en-US" sz="1200">
                <a:latin typeface="Times New Roman" panose="02020603050405020304" charset="0"/>
                <a:cs typeface="Times New Roman" panose="02020603050405020304" charset="0"/>
                <a:sym typeface="+mn-ea"/>
              </a:rPr>
              <a:t>// 释放操作</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return;</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retcode = ::SQLBindCol( m_hstmt, </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uCounter, // 列索引</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wColumnType, // 列数据类型</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FieldValue, // 绑定的变量</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dwBufferSize, // 变量内存大小</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&amp;BytesInBuffer); // 存放将来返回数据的大小的变量</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if(retcode != SQL_SUCCESS ) // 执行不成功</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 释放操作</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return;</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::SQLFetch( m_hstmt );</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 此后可以从绑定的变量里读取列的值。</a:t>
            </a:r>
            <a:endParaRPr lang="zh-CN" altLang="en-US" sz="1200">
              <a:latin typeface="Times New Roman" panose="02020603050405020304" charset="0"/>
              <a:cs typeface="Times New Roman" panose="02020603050405020304" charset="0"/>
              <a:sym typeface="+mn-ea"/>
            </a:endParaRPr>
          </a:p>
          <a:p>
            <a:pPr lvl="0" algn="l">
              <a:buClrTx/>
              <a:buSzTx/>
              <a:buFontTx/>
            </a:pPr>
            <a:r>
              <a:rPr lang="zh-CN" altLang="en-US" sz="1200">
                <a:latin typeface="Times New Roman" panose="02020603050405020304" charset="0"/>
                <a:cs typeface="Times New Roman" panose="02020603050405020304" charset="0"/>
                <a:sym typeface="+mn-ea"/>
              </a:rPr>
              <a:t>…………</a:t>
            </a:r>
            <a:endParaRPr lang="zh-CN" altLang="en-US" sz="1200">
              <a:latin typeface="Times New Roman" panose="02020603050405020304" charset="0"/>
              <a:cs typeface="Times New Roman" panose="02020603050405020304" charset="0"/>
              <a:sym typeface="+mn-ea"/>
            </a:endParaRPr>
          </a:p>
        </p:txBody>
      </p:sp>
    </p:spTree>
    <p:custDataLst>
      <p:tags r:id="rId7"/>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r>
              <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文本框 3"/>
          <p:cNvSpPr txBox="1"/>
          <p:nvPr/>
        </p:nvSpPr>
        <p:spPr>
          <a:xfrm>
            <a:off x="457200" y="1371600"/>
            <a:ext cx="11278235" cy="313817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提交事务。当所有的SQL语句都被执行并接收了所有的数据以后，应用程序需要调用SQLEndTran提交或回退事务。如果提交方式为手工（应用程序设置）方式，就需要应用程序执行这个语句以提交或回退事务；如果是自动方式，当SQL语句执行后，该命令自动执行。</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事务是为了维护数据的一致性和完整性而设计的概念，事务要求：要么提交，将事务里包含的更新操作都提交到数据库里；要么会退，数据库恢复到事务前的状态，不会影响数据库的一致性和完整性。通常情况下，检索类SQL语句不涉及数据的更新，不会对数据的一致性和完整性产生影响，因此将检索类SQL语句设置为自动提交，而将更新类SQL语句设置为手动提交，便于通过代码在事务处理中执行事务的提交或回退，以维护数据库的一致性和完整性。在大型商业应用中，这个设置非常有用。</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调用SQLEndTran函数的语法如下：</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57200" y="4662170"/>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 SQLEndTran(SQL_HANDLE_DBC , hdbc,  SQL_COMMIT); // 提交事务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SQLEndTran(SQL_HANDLE_DBC , hdbc,  SQL_ROLLBACK); // 回退事务</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ODBC编程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ODBC编程的一般步骤（</a:t>
            </a:r>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文本框 12"/>
          <p:cNvSpPr txBox="1"/>
          <p:nvPr/>
        </p:nvSpPr>
        <p:spPr>
          <a:xfrm>
            <a:off x="1314450" y="2552065"/>
            <a:ext cx="9248140" cy="119888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断开数据源连接并释放环境句柄。当应用程序使用完ODBC以后，需要使用SQLFreeHandle函数释放所有语句句柄、连接句柄、环境句柄。这里需要注意操作的顺序，应该是先释放所有语句句柄，调用SQLDisconnect函数解除与数据源的连接，然后释放所有连接句柄，最后释放环境句柄，使应用程序与ODBC管理器的连接彻底解除。</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325028" y="2265033"/>
            <a:ext cx="7541942"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JDBC是Sun公司制定的一个可以用Java语言连接数据库的技术。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JDBC基础知识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605915"/>
            <a:ext cx="11278235" cy="409765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JDBC（Java Data Base Connectivity，Java数据库连接）是一种用于执行SQL语句的Java API，可以为多种关系数据库提供统一访问，由一组用Java语言编写的类和接口组成。JDBC为数据库开发人员提供了一个标准的API，据此可以构建更高级的工具和接口，使数据库开发人员能够用纯Java API 编写数据库应用程序，并且可跨平台运行，并且不受数据库供应商的限制。
（1）</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跨平台运行</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：这是继承了Java语言的“一次编译，到处运行”的特点。
（2）</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不受数据库供应商的限制</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：巧妙在于JDBC设有两个接口，一个面向应用程序层，作用是使开发人员通过SQL调用数据库和处理结果，而不需要考虑数据库的提供商；另一个是驱动程序层，处理与具体驱动程序的交互，JDBC驱动程序可以利用JDBC API创建Java程序和数据源之间的桥梁。应用程序只需要编写一次，便可以移到各种驱动程序上运行。Sun提供了一个驱动管理器——数据库供应商，如MySQL、Oracle，提供的驱动程序满足驱动管理器的要求就可以被识别，从而可以正常工作。所以JDBC不受数据库供应商的限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JDBC的优缺点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89847" y="1676387"/>
            <a:ext cx="11212305" cy="4876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 API可以作为连接Java应用程序与各种关系数据库的纽带，在带来方便的同时也有负面影响。以下是JDBC的优、缺点，</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优点如下：</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操作便捷：</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JDBC使得开发人员不需要再使用复杂的驱动器调用命令和函数。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可移植性强：</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JDBC支持不同的关系数据库，所以可以使同一个应用程序支持多个数据库的访问，只要加载相应的驱动程序即可。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通用性好：</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JDBC-ODBC桥接驱动器将JDBC函数换成ODBC。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面向对象：</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可以将常用的JDBC数据库连接封装成一个类，在使用的时候直接调用即可。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缺点如下：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访问数据记录的</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速度</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受到一定程度的影响。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更改数据源困难</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：JDBC可支持多种数据库，各种数据库之间的操作必有不同，这就给更改数据源带来了很大的麻烦。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JDBC连接数据库的流程及其原理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8870" cy="508444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在开发环境中加载指定数据库的驱动程序</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。例如，在接下来的实验中，使用的数据库是MySQL，所以需要下载MySQL支持JDBC的驱动程序；而开发环境是MyEclipse，将下载得到的驱动程序加载进开发环境中（具体在介绍示例的时候会讲解如何加载）。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在Java程序中加载驱动程序</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。在Java程序中，可以通过Class.forName（指定数据库的驱动程序）加载添加到开发环境中的驱动程序，如加载MySQL的数据驱动程序的代码为：Class.forName("com.mysql.jdbc.Driver")。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创建数据库连接对象</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DriverManager类创建数据库连接对象Connection。DriverManager类作用于Java程序和JDBC驱动程序之间，用于检查所加载的驱动程序是否可以建立连接，然后通过它的getConnection方法，根据数据库的URL、用户名和密码创建一个JDBC Connection对象，如Connection connection = DriverManager.geiConnection（连接数据库的URL", "用户名", "密码"）。其中，URL=协议名+IP地址(域名)+端口+数据库名称；用户名和密码是指登录数据库时所使用的用户名和密码。具体示例创建MySQL数据库的连接代码如下：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Connection  connectMySQL =DriverManager.geiConnection(“jdbc:mysql:// localhost:3306/</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myuser","root" ,"root" );</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JDBC连接数据库的流程及其原理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62405"/>
            <a:ext cx="11276965" cy="505587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创建Statement对象</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。Statement类主要是用于执行静态 SQL 语句并返回它所生成结果的对象。通过Connection 对象的 createStatement()方法可以创建一个Statement对象。例如，Statement statament = connection.createStatement()，具体示例创建Statement对象的代码如下：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Statement statamentMySQL =connectMySQL.createStatement();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调用Statement对象</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的相关方法执行相对应的 SQL 语句。通过execuUpdate()方法进行数据的更新，包括插入和删除等操作。例如，向staff表中插入一条数据的代码：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statement.excuteUpdate("INSERT INTO staff(name, age, sex,address, depart, worklen,wage) "+ "</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VALUES ('Tom1', 321, 'M', 'china','Personnel','3','3000' ) ") ;</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通过调用Statement对象的executeQuery()方法进行数据的查询，而查询结果会得到 ResulSet对象，ResulSet表示执行查询数据库后返回的数据的集合，ResulSet对象具有可以指向当前数据行的指针。通过该对象的next()方法，使得指针指向下一行，然后将数据以列号或字段名取出。如果next()方法返回null，就表示下一行中没有数据存在。使用示例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ResultSet resultSel = statement.executeQuery("select * from staff");</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（6）关闭数据库连接。使用完数据库或不需要访问数据库时，通过Connection的close()方法及时关闭数据连接。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457200" y="1536700"/>
            <a:ext cx="60960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创建一个以JDBC连接数据库的程序，包含7个步骤：</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57200" y="1905000"/>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加载JDBC驱动程序。在连接数据库之前，首先要加载想要连接的数据库的驱动到JVM（Java虚拟机），通过java.lang.Class类的静态方法forName（String className）实现，例如：</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457200" y="2679700"/>
            <a:ext cx="6096000" cy="341503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try{</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//加载MySql的驱动类</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Class.forName（"com.mysql.jdbc.Driver"）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//加载oracle驱动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Class.forName（"oracle.jdbc.driver.OracleDriver"）；</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//加载sqlserver驱动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Class.forName（"com.microsoft.jdbc.sqlserver.SQLServerDriver"）；</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}catch（ClassNotFoundException 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System.out.println（"找不到驱动程序类 ,加载驱动失败！"）；</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e.printStackTrace（）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sp>
        <p:nvSpPr>
          <p:cNvPr id="12" name="文本框 11"/>
          <p:cNvSpPr txBox="1"/>
          <p:nvPr/>
        </p:nvSpPr>
        <p:spPr>
          <a:xfrm>
            <a:off x="457200" y="5972175"/>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成功加载后，会将Driver类的实例注册到DriverManager类中。</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文本框 3"/>
          <p:cNvSpPr txBox="1"/>
          <p:nvPr/>
        </p:nvSpPr>
        <p:spPr>
          <a:xfrm>
            <a:off x="457200" y="1384300"/>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2</a:t>
            </a:r>
            <a:r>
              <a:rPr lang="zh-CN" altLang="en-US">
                <a:latin typeface="Times New Roman" panose="02020603050405020304" charset="0"/>
                <a:cs typeface="Times New Roman" panose="02020603050405020304" charset="0"/>
              </a:rPr>
              <a:t>：提供JDBC连接的URL。连接URL定义了连接数据库时的协议、子协议、数据源标识。</a:t>
            </a:r>
            <a:endParaRPr lang="zh-CN" altLang="en-US">
              <a:latin typeface="Times New Roman" panose="02020603050405020304" charset="0"/>
              <a:cs typeface="Times New Roman" panose="02020603050405020304" charset="0"/>
            </a:endParaRPr>
          </a:p>
        </p:txBody>
      </p:sp>
      <p:sp>
        <p:nvSpPr>
          <p:cNvPr id="5" name="文本框 4"/>
          <p:cNvSpPr txBox="1"/>
          <p:nvPr/>
        </p:nvSpPr>
        <p:spPr>
          <a:xfrm>
            <a:off x="457200" y="1752600"/>
            <a:ext cx="11277600" cy="147637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书写形式：协议：子协议：数据源标识。</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协议：</a:t>
            </a:r>
            <a:r>
              <a:rPr lang="zh-CN" altLang="en-US">
                <a:latin typeface="Times New Roman" panose="02020603050405020304" charset="0"/>
                <a:cs typeface="Times New Roman" panose="02020603050405020304" charset="0"/>
              </a:rPr>
              <a:t>在JDBC中总是以jdbc开始。</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子协议：</a:t>
            </a:r>
            <a:r>
              <a:rPr lang="zh-CN" altLang="en-US">
                <a:latin typeface="Times New Roman" panose="02020603050405020304" charset="0"/>
                <a:cs typeface="Times New Roman" panose="02020603050405020304" charset="0"/>
              </a:rPr>
              <a:t>是桥连接的驱动程序或数据库管理系统名称。</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solidFill>
                  <a:srgbClr val="FF0000"/>
                </a:solidFill>
                <a:latin typeface="Times New Roman" panose="02020603050405020304" charset="0"/>
                <a:cs typeface="Times New Roman" panose="02020603050405020304" charset="0"/>
              </a:rPr>
              <a:t>数据源标识：</a:t>
            </a:r>
            <a:r>
              <a:rPr lang="zh-CN" altLang="en-US">
                <a:latin typeface="Times New Roman" panose="02020603050405020304" charset="0"/>
                <a:cs typeface="Times New Roman" panose="02020603050405020304" charset="0"/>
              </a:rPr>
              <a:t>标记找到数据库来源的地址与连接端口。</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例如，MySql的连接URL如下：</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200" y="3345815"/>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jdbc:mysql://localhost:3306/test-useUnicode=true&amp;characterEncoding=gbk ;</a:t>
            </a: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57200" y="3754755"/>
            <a:ext cx="11277600" cy="9220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useUnicode=true：表示使用Unicode字符集。如果characterEncoding设置为GB2312或GBK，本参数必须设置为true.characterEncoding=gbk的字符编码方式。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也可表示为：</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457200" y="4717415"/>
            <a:ext cx="11277600" cy="1198880"/>
          </a:xfrm>
          <a:prstGeom prst="rect">
            <a:avLst/>
          </a:prstGeom>
          <a:pattFill prst="pct5">
            <a:fgClr>
              <a:schemeClr val="accent1"/>
            </a:fgClr>
            <a:bgClr>
              <a:schemeClr val="bg1"/>
            </a:bgClr>
          </a:pattFill>
        </p:spPr>
        <p:txBody>
          <a:bodyPr wrap="square" rtlCol="0" anchor="t">
            <a:spAutoFit/>
          </a:bodyPr>
          <a:p>
            <a:r>
              <a:rPr lang="zh-CN" altLang="en-US">
                <a:latin typeface="Times New Roman" panose="02020603050405020304" charset="0"/>
                <a:cs typeface="Times New Roman" panose="02020603050405020304" charset="0"/>
              </a:rPr>
              <a:t>String url= "jdbc:mysql://localhost:3306/test";  //mysql</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url="jdbc:oracle:thin:@localhost:1521:orcl"; //orcl为数据库的SID</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url="jdbc:microsoft:sqlserver://localhost:1433;DatabaseName=mydb";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//连接sqlserver的url</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19507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200" y="1310005"/>
            <a:ext cx="11278235"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3</a:t>
            </a:r>
            <a:r>
              <a:rPr lang="zh-CN" altLang="en-US">
                <a:latin typeface="Times New Roman" panose="02020603050405020304" charset="0"/>
                <a:cs typeface="Times New Roman" panose="02020603050405020304" charset="0"/>
              </a:rPr>
              <a:t>：创建数据库的连接。要连接数据库，需要向</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java.sql.DriverManager</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请求并获得</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Connection对象，该对象就代表一个数据库的连接。</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200" y="1955165"/>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使用DriverManager的getConnectin（String url , String username,String password）方法传入指定的欲连接的数据库路径、数据库用户名和密码来获得，例如：</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457200" y="2856865"/>
            <a:ext cx="11277600" cy="2861310"/>
          </a:xfrm>
          <a:prstGeom prst="rect">
            <a:avLst/>
          </a:prstGeom>
          <a:pattFill prst="pct5">
            <a:fgClr>
              <a:schemeClr val="accent1"/>
            </a:fgClr>
            <a:bgClr>
              <a:schemeClr val="bg1"/>
            </a:bgClr>
          </a:pattFill>
        </p:spPr>
        <p:txBody>
          <a:bodyPr wrap="square" rtlCol="0" anchor="t">
            <a:spAutoFit/>
          </a:bodyPr>
          <a:p>
            <a:r>
              <a:rPr lang="zh-CN" altLang="en-US">
                <a:latin typeface="Times New Roman" panose="02020603050405020304" charset="0"/>
                <a:cs typeface="Times New Roman" panose="02020603050405020304" charset="0"/>
              </a:rPr>
              <a:t>//连接MySql数据库，用户名和密码都是root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url = "jdbc:mysql://localhost:3306/test"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username = "root"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password = "root"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try{</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Connection con=DriverManager.getConnection（url,username,password）；</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}catch（SQLException se）{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System.out.println（"数据库连接失败！"）；</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se.printStackTrace（）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12459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5"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文本框 9"/>
          <p:cNvSpPr txBox="1"/>
          <p:nvPr/>
        </p:nvSpPr>
        <p:spPr>
          <a:xfrm>
            <a:off x="457200" y="1313815"/>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4</a:t>
            </a:r>
            <a:r>
              <a:rPr lang="zh-CN" altLang="en-US">
                <a:latin typeface="Times New Roman" panose="02020603050405020304" charset="0"/>
                <a:cs typeface="Times New Roman" panose="02020603050405020304" charset="0"/>
              </a:rPr>
              <a:t>：创建一个Statement。要执行SQL语句，必须获得java.sql.Statement实例，Statement实例分为以下3种类型：</a:t>
            </a:r>
            <a:endParaRPr lang="zh-CN" altLang="en-US">
              <a:latin typeface="Times New Roman" panose="02020603050405020304" charset="0"/>
              <a:cs typeface="Times New Roman" panose="02020603050405020304" charset="0"/>
            </a:endParaRPr>
          </a:p>
        </p:txBody>
      </p:sp>
      <p:sp>
        <p:nvSpPr>
          <p:cNvPr id="12" name="文本框 11"/>
          <p:cNvSpPr txBox="1"/>
          <p:nvPr/>
        </p:nvSpPr>
        <p:spPr>
          <a:xfrm>
            <a:off x="457200" y="1858645"/>
            <a:ext cx="11277600" cy="147637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（1）执行静态SQL语句。通常通过Statement实例实现。</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（2）执行动态SQL语句。通常通过PreparedStatement实例实现。</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（3）执行数据库存储过程。通常通过CallableStatement实例实现。</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具体的实现方式如下：</a:t>
            </a:r>
            <a:endParaRPr lang="zh-CN" altLang="en-US">
              <a:latin typeface="Times New Roman" panose="02020603050405020304" charset="0"/>
              <a:cs typeface="Times New Roman" panose="02020603050405020304" charset="0"/>
            </a:endParaRPr>
          </a:p>
        </p:txBody>
      </p:sp>
      <p:sp>
        <p:nvSpPr>
          <p:cNvPr id="13" name="文本框 12"/>
          <p:cNvSpPr txBox="1"/>
          <p:nvPr/>
        </p:nvSpPr>
        <p:spPr>
          <a:xfrm>
            <a:off x="457200" y="3399790"/>
            <a:ext cx="11278235" cy="922020"/>
          </a:xfrm>
          <a:prstGeom prst="rect">
            <a:avLst/>
          </a:prstGeom>
          <a:pattFill prst="pct5">
            <a:fgClr>
              <a:schemeClr val="accent1"/>
            </a:fgClr>
            <a:bgClr>
              <a:schemeClr val="bg1"/>
            </a:bgClr>
          </a:pattFill>
        </p:spPr>
        <p:txBody>
          <a:bodyPr wrap="square" rtlCol="0" anchor="t">
            <a:spAutoFit/>
          </a:bodyPr>
          <a:p>
            <a:r>
              <a:rPr lang="zh-CN" altLang="en-US">
                <a:latin typeface="Times New Roman" panose="02020603050405020304" charset="0"/>
                <a:cs typeface="Times New Roman" panose="02020603050405020304" charset="0"/>
              </a:rPr>
              <a:t>Statement stmt = con.createStatement（）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PreparedStatement pstmt = con.prepareStatement（sql）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CallableStatement cstmt = con.prepareCall（"{CALL demoSp（-  , - ）}"） ;</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19507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5"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文本框 1"/>
          <p:cNvSpPr txBox="1"/>
          <p:nvPr/>
        </p:nvSpPr>
        <p:spPr>
          <a:xfrm>
            <a:off x="457200" y="1313815"/>
            <a:ext cx="11277600" cy="36830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5</a:t>
            </a:r>
            <a:r>
              <a:rPr lang="zh-CN" altLang="en-US">
                <a:latin typeface="Times New Roman" panose="02020603050405020304" charset="0"/>
                <a:cs typeface="Times New Roman" panose="02020603050405020304" charset="0"/>
              </a:rPr>
              <a:t>：执行SQL语句。Statement接口提供了3种执行SQL语句的方法：executeQuery 、executeUpdate和execute。</a:t>
            </a:r>
            <a:endParaRPr lang="zh-CN" altLang="en-US">
              <a:latin typeface="Times New Roman" panose="02020603050405020304" charset="0"/>
              <a:cs typeface="Times New Roman" panose="02020603050405020304" charset="0"/>
            </a:endParaRPr>
          </a:p>
        </p:txBody>
      </p:sp>
      <p:sp>
        <p:nvSpPr>
          <p:cNvPr id="4" name="文本框 3"/>
          <p:cNvSpPr txBox="1"/>
          <p:nvPr/>
        </p:nvSpPr>
        <p:spPr>
          <a:xfrm>
            <a:off x="456565" y="1788160"/>
            <a:ext cx="11278235" cy="203009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（1）ResultSet executeQuery（String sqlString）：执行查询数据库的SQL语句，返回一个结果集（ResultSet）对象。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（2）int executeUpdate（String sqlString）：用于执行INSERT、UPDATE或DELETE语句以及SQL DDL语句，如CREATE TABLE和DROP TABLE等。</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（3）execute（sqlString）：用于执行返回多个结果集、多个更新计数或二者的组合语句。</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具体实现代码如下：</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457200" y="3818255"/>
            <a:ext cx="11277600" cy="922020"/>
          </a:xfrm>
          <a:prstGeom prst="rect">
            <a:avLst/>
          </a:prstGeom>
          <a:pattFill prst="pct5">
            <a:fgClr>
              <a:schemeClr val="accent1"/>
            </a:fgClr>
            <a:bgClr>
              <a:schemeClr val="bg1"/>
            </a:bgClr>
          </a:pattFill>
        </p:spPr>
        <p:txBody>
          <a:bodyPr wrap="square" rtlCol="0" anchor="t">
            <a:spAutoFit/>
          </a:bodyPr>
          <a:p>
            <a:r>
              <a:rPr lang="zh-CN" altLang="en-US">
                <a:latin typeface="Times New Roman" panose="02020603050405020304" charset="0"/>
                <a:cs typeface="Times New Roman" panose="02020603050405020304" charset="0"/>
              </a:rPr>
              <a:t>ResultSet rs = stmt.executeQuery（"SELECT * FROM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int rows = stmt.executeUpdate（"INSERT INTO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boolean flag = stmt.execute（String sql） ;</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11506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5"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文本框 1"/>
          <p:cNvSpPr txBox="1"/>
          <p:nvPr/>
        </p:nvSpPr>
        <p:spPr>
          <a:xfrm>
            <a:off x="457200" y="1219200"/>
            <a:ext cx="11277600" cy="175323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6</a:t>
            </a:r>
            <a:r>
              <a:rPr lang="zh-CN" altLang="en-US">
                <a:latin typeface="Times New Roman" panose="02020603050405020304" charset="0"/>
                <a:cs typeface="Times New Roman" panose="02020603050405020304" charset="0"/>
              </a:rPr>
              <a:t>：处理结果。有以下两种情况：</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（1）执行更新返回的是本次操作影响到的记录数。</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（2）执行查询返回的结果是一个ResultSet对象。</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ResultSet包含符合SQL语句中条件的所有行，并且它通过一套get方法提供对这些行中数据的访问。</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使用结果集（ResultSet）对象的访问方法获取数据的语句如下：</a:t>
            </a:r>
            <a:endParaRPr lang="zh-CN" altLang="en-US">
              <a:latin typeface="Times New Roman" panose="02020603050405020304" charset="0"/>
              <a:cs typeface="Times New Roman" panose="02020603050405020304" charset="0"/>
            </a:endParaRPr>
          </a:p>
        </p:txBody>
      </p:sp>
      <p:sp>
        <p:nvSpPr>
          <p:cNvPr id="10" name="文本框 9"/>
          <p:cNvSpPr txBox="1"/>
          <p:nvPr/>
        </p:nvSpPr>
        <p:spPr>
          <a:xfrm>
            <a:off x="457200" y="2972435"/>
            <a:ext cx="11277600" cy="1476375"/>
          </a:xfrm>
          <a:prstGeom prst="rect">
            <a:avLst/>
          </a:prstGeom>
          <a:pattFill prst="pct5">
            <a:fgClr>
              <a:schemeClr val="accent1"/>
            </a:fgClr>
            <a:bgClr>
              <a:schemeClr val="bg1"/>
            </a:bgClr>
          </a:pattFill>
        </p:spPr>
        <p:txBody>
          <a:bodyPr wrap="square" rtlCol="0" anchor="t">
            <a:spAutoFit/>
          </a:bodyPr>
          <a:p>
            <a:r>
              <a:rPr lang="zh-CN" altLang="en-US">
                <a:latin typeface="Times New Roman" panose="02020603050405020304" charset="0"/>
                <a:cs typeface="Times New Roman" panose="02020603050405020304" charset="0"/>
              </a:rPr>
              <a:t>while（rs.next（））{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name = rs.getString（"name"）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String pass = rs.getString（1）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此方法比较高效（列是从左到右编号的，并且从列1开始）</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19571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5"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JDBC编程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副标题"/>
          <p:cNvSpPr txBox="1"/>
          <p:nvPr>
            <p:custDataLst>
              <p:tags r:id="rId5"/>
            </p:custDataLst>
          </p:nvPr>
        </p:nvSpPr>
        <p:spPr>
          <a:xfrm>
            <a:off x="457204" y="655962"/>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JDBC连接数据库的步骤</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文本框 13"/>
          <p:cNvSpPr txBox="1"/>
          <p:nvPr/>
        </p:nvSpPr>
        <p:spPr>
          <a:xfrm>
            <a:off x="457200" y="1212850"/>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步骤</a:t>
            </a:r>
            <a:r>
              <a:rPr lang="en-US" altLang="zh-CN">
                <a:latin typeface="Times New Roman" panose="02020603050405020304" charset="0"/>
                <a:cs typeface="Times New Roman" panose="02020603050405020304" charset="0"/>
              </a:rPr>
              <a:t>7</a:t>
            </a:r>
            <a:r>
              <a:rPr lang="zh-CN" altLang="en-US">
                <a:latin typeface="Times New Roman" panose="02020603050405020304" charset="0"/>
                <a:cs typeface="Times New Roman" panose="02020603050405020304" charset="0"/>
              </a:rPr>
              <a:t>：关闭JDBC对象。操作完成以后要把所有使用的JDBC对象全都关闭，以释放JDBC资源，关闭顺序和声明顺序相反，顺序如下：</a:t>
            </a:r>
            <a:endParaRPr lang="zh-CN" altLang="en-US">
              <a:latin typeface="Times New Roman" panose="02020603050405020304" charset="0"/>
              <a:cs typeface="Times New Roman" panose="02020603050405020304" charset="0"/>
            </a:endParaRPr>
          </a:p>
        </p:txBody>
      </p:sp>
      <p:sp>
        <p:nvSpPr>
          <p:cNvPr id="15" name="文本框 14"/>
          <p:cNvSpPr txBox="1"/>
          <p:nvPr/>
        </p:nvSpPr>
        <p:spPr>
          <a:xfrm>
            <a:off x="457200" y="1786890"/>
            <a:ext cx="11278235" cy="1198880"/>
          </a:xfrm>
          <a:prstGeom prst="rect">
            <a:avLst/>
          </a:prstGeom>
          <a:noFill/>
        </p:spPr>
        <p:txBody>
          <a:bodyPr wrap="square" rtlCol="0" anchor="t">
            <a:spAutoFit/>
          </a:bodyPr>
          <a:p>
            <a:r>
              <a:rPr lang="zh-CN" altLang="en-US"/>
              <a:t>（1）关闭记录集。</a:t>
            </a:r>
            <a:endParaRPr lang="zh-CN" altLang="en-US"/>
          </a:p>
          <a:p>
            <a:r>
              <a:rPr lang="zh-CN" altLang="en-US"/>
              <a:t>（2）关闭声明。</a:t>
            </a:r>
            <a:endParaRPr lang="zh-CN" altLang="en-US"/>
          </a:p>
          <a:p>
            <a:r>
              <a:rPr lang="zh-CN" altLang="en-US"/>
              <a:t>（3）关闭连接对象。</a:t>
            </a:r>
            <a:endParaRPr lang="zh-CN" altLang="en-US"/>
          </a:p>
          <a:p>
            <a:r>
              <a:rPr lang="zh-CN" altLang="en-US"/>
              <a:t>其代码如下：</a:t>
            </a:r>
            <a:endParaRPr lang="zh-CN" altLang="en-US"/>
          </a:p>
        </p:txBody>
      </p:sp>
      <p:sp>
        <p:nvSpPr>
          <p:cNvPr id="16" name="文本框 15"/>
          <p:cNvSpPr txBox="1"/>
          <p:nvPr/>
        </p:nvSpPr>
        <p:spPr>
          <a:xfrm>
            <a:off x="457200" y="2985770"/>
            <a:ext cx="11277600" cy="3969385"/>
          </a:xfrm>
          <a:prstGeom prst="rect">
            <a:avLst/>
          </a:prstGeom>
          <a:pattFill prst="pct5">
            <a:fgClr>
              <a:schemeClr val="accent1"/>
            </a:fgClr>
            <a:bgClr>
              <a:schemeClr val="bg1"/>
            </a:bgClr>
          </a:pattFill>
        </p:spPr>
        <p:txBody>
          <a:bodyPr wrap="square" rtlCol="0" anchor="t">
            <a:spAutoFit/>
          </a:bodyPr>
          <a:p>
            <a:r>
              <a:rPr lang="zh-CN" altLang="en-US" sz="1200">
                <a:latin typeface="Times New Roman" panose="02020603050405020304" charset="0"/>
                <a:cs typeface="Times New Roman" panose="02020603050405020304" charset="0"/>
              </a:rPr>
              <a:t>if（rs != null）{//关闭记录集</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try{</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rs.close（）;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}catch（SQLException 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e.printStackTrace（）;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if（stmt != null）{//关闭声明</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try{</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stmt.close（）;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}catch（SQLException 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e.printStackTrace（）;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if（conn != null）{// 关闭连接对象</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try{</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conn.close（）;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}catch（SQLException 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e.printStackTrace（）;</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a:t>
            </a:r>
            <a:endParaRPr lang="zh-CN" altLang="en-US" sz="12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20},&quot;minSize&quot;:{&quot;size1&quot;:11.2},&quot;normalSize&quot;:{&quot;size1&quot;:11.2},&quot;subLayout&quot;:[{&quot;id&quot;:&quot;2023-06-26T10:52:01&quot;,&quot;margin&quot;:{&quot;bottom&quot;:0.025999998673796654,&quot;left&quot;:1.2699999809265137,&quot;right&quot;:1.2699999809265137,&quot;top&quot;:0.4230000376701355},&quot;type&quot;:0},{&quot;id&quot;:&quot;2023-06-26T10:52:0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0&quot;,&quot;maxSize&quot;:{&quot;size1&quot;:20},&quot;minSize&quot;:{&quot;size1&quot;:11.2},&quot;normalSize&quot;:{&quot;size1&quot;:11.2},&quot;subLayout&quot;:[{&quot;id&quot;:&quot;2023-06-26T10:52:00&quot;,&quot;margin&quot;:{&quot;bottom&quot;:0.025999998673796654,&quot;left&quot;:1.2699999809265137,&quot;right&quot;:1.2699999809265137,&quot;top&quot;:0.4230000376701355},&quot;type&quot;:0},{&quot;id&quot;:&quot;2023-06-26T10:52:0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0&quot;,&quot;maxSize&quot;:{&quot;size1&quot;:31.1},&quot;minSize&quot;:{&quot;size1&quot;:17.8},&quot;normalSize&quot;:{&quot;size1&quot;:17.8},&quot;subLayout&quot;:[{&quot;id&quot;:&quot;2023-06-26T10:52:00&quot;,&quot;maxSize&quot;:{&quot;size1&quot;:100},&quot;minSize&quot;:{&quot;size1&quot;:61.7},&quot;normalSize&quot;:{&quot;size1&quot;:61.7},&quot;subLayout&quot;:[{&quot;id&quot;:&quot;2023-06-26T10:52:00&quot;,&quot;margin&quot;:{&quot;bottom&quot;:0,&quot;left&quot;:1.2699999809265137,&quot;right&quot;:1.2699999809265137,&quot;top&quot;:0.4230000376701355},&quot;type&quot;:0},{&quot;id&quot;:&quot;2023-06-26T10:52:00&quot;,&quot;margin&quot;:{&quot;bottom&quot;:0.025999998673796654,&quot;left&quot;:1.2699999809265137,&quot;right&quot;:1.2699999809265137,&quot;top&quot;:0.025999998673796654},&quot;type&quot;:0}],&quot;type&quot;:0},{&quot;id&quot;:&quot;2023-06-26T10:52:00&quot;,&quot;margin&quot;:{&quot;bottom&quot;:0.847000002861023,&quot;left&quot;:1.2699999809265137,&quot;right&quot;:1.2699999809265137,&quot;top&quot;:1.2699999809265137},&quot;type&quot;:0}],&quot;type&quot;:0}"/>
  <p:tag name="KSO_WM_SLIDE_BACKGROUND_TYPE" val="general"/>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0&quot;,&quot;maxSize&quot;:{&quot;size1&quot;:31.1},&quot;minSize&quot;:{&quot;size1&quot;:17.8},&quot;normalSize&quot;:{&quot;size1&quot;:17.8},&quot;subLayout&quot;:[{&quot;id&quot;:&quot;2023-06-26T10:52:00&quot;,&quot;maxSize&quot;:{&quot;size1&quot;:100},&quot;minSize&quot;:{&quot;size1&quot;:61.7},&quot;normalSize&quot;:{&quot;size1&quot;:61.7},&quot;subLayout&quot;:[{&quot;id&quot;:&quot;2023-06-26T10:52:00&quot;,&quot;margin&quot;:{&quot;bottom&quot;:0,&quot;left&quot;:1.2699999809265137,&quot;right&quot;:1.2699999809265137,&quot;top&quot;:0.4230000376701355},&quot;type&quot;:0},{&quot;id&quot;:&quot;2023-06-26T10:52:00&quot;,&quot;margin&quot;:{&quot;bottom&quot;:0.025999998673796654,&quot;left&quot;:1.2699999809265137,&quot;right&quot;:1.2699999809265137,&quot;top&quot;:0.025999998673796654},&quot;type&quot;:0}],&quot;type&quot;:0},{&quot;id&quot;:&quot;2023-06-26T10:52:00&quot;,&quot;margin&quot;:{&quot;bottom&quot;:0.847000002861023,&quot;left&quot;:1.2699999809265137,&quot;right&quot;:1.2699999809265137,&quot;top&quot;:1.2699999809265137},&quot;type&quot;:0}],&quot;type&quot;:0}"/>
  <p:tag name="KSO_WM_SLIDE_BACKGROUND_TYPE" val="general"/>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0&quot;,&quot;maxSize&quot;:{&quot;size1&quot;:31.1},&quot;minSize&quot;:{&quot;size1&quot;:17.8},&quot;normalSize&quot;:{&quot;size1&quot;:17.8},&quot;subLayout&quot;:[{&quot;id&quot;:&quot;2023-06-26T10:52:00&quot;,&quot;maxSize&quot;:{&quot;size1&quot;:100},&quot;minSize&quot;:{&quot;size1&quot;:61.7},&quot;normalSize&quot;:{&quot;size1&quot;:61.7},&quot;subLayout&quot;:[{&quot;id&quot;:&quot;2023-06-26T10:52:00&quot;,&quot;margin&quot;:{&quot;bottom&quot;:0,&quot;left&quot;:1.2699999809265137,&quot;right&quot;:1.2699999809265137,&quot;top&quot;:0.4230000376701355},&quot;type&quot;:0},{&quot;id&quot;:&quot;2023-06-26T10:52:00&quot;,&quot;margin&quot;:{&quot;bottom&quot;:0.025999998673796654,&quot;left&quot;:1.2699999809265137,&quot;right&quot;:1.2699999809265137,&quot;top&quot;:0.025999998673796654},&quot;type&quot;:0}],&quot;type&quot;:0},{&quot;id&quot;:&quot;2023-06-26T10:52:00&quot;,&quot;margin&quot;:{&quot;bottom&quot;:0.847000002861023,&quot;left&quot;:1.2699999809265137,&quot;right&quot;:1.2699999809265137,&quot;top&quot;:1.2699999809265137},&quot;type&quot;:0}],&quot;type&quot;:0}"/>
  <p:tag name="KSO_WM_SLIDE_BACKGROUND_TYPE" val="general"/>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8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4.xml><?xml version="1.0" encoding="utf-8"?>
<p:tagLst xmlns:p="http://schemas.openxmlformats.org/presentationml/2006/main">
  <p:tag name="KSO_WM_UNIT_VALUE" val="1269*3384"/>
  <p:tag name="KSO_WM_UNIT_HIGHLIGHT" val="0"/>
  <p:tag name="KSO_WM_UNIT_COMPATIBLE" val="1"/>
  <p:tag name="KSO_WM_UNIT_DIAGRAM_ISNUMVISUAL" val="0"/>
  <p:tag name="KSO_WM_UNIT_DIAGRAM_ISREFERUNIT" val="0"/>
  <p:tag name="KSO_WM_UNIT_TYPE" val="d"/>
  <p:tag name="KSO_WM_UNIT_INDEX" val="1"/>
  <p:tag name="KSO_WM_UNIT_ID" val="diagram20210860_1*d*1"/>
  <p:tag name="KSO_WM_TEMPLATE_CATEGORY" val="diagram"/>
  <p:tag name="KSO_WM_TEMPLATE_INDEX" val="20210860"/>
  <p:tag name="KSO_WM_UNIT_LAYERLEVEL" val="1"/>
  <p:tag name="KSO_WM_TAG_VERSION" val="1.0"/>
  <p:tag name="KSO_WM_BEAUTIFY_FLAG" val="#wm#"/>
  <p:tag name="KSO_WM_CHIP_GROUPID" val="5e7310da9a230a26b9e88a19"/>
  <p:tag name="KSO_WM_CHIP_XID" val="5e7310da9a230a26b9e88a1a"/>
  <p:tag name="KSO_WM_UNIT_DEC_AREA_ID" val="d3da675d28be45e3a78bba7abfbd4aa7"/>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95e095f1e284e3a8d43156e00bfea23"/>
  <p:tag name="KSO_WM_UNIT_PLACING_PICTURE" val="c95e095f1e284e3a8d43156e00bfea23"/>
  <p:tag name="KSO_WM_TEMPLATE_ASSEMBLE_XID" val="639af84f0c9383becde69508"/>
  <p:tag name="KSO_WM_TEMPLATE_ASSEMBLE_GROUPID" val="639af84f0c9383becde69508"/>
  <p:tag name="WM_BEAUTIFY_ZORDER_FLAG_TAG" val="4"/>
</p:tagLst>
</file>

<file path=ppt/tags/tag2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0_1*f*1"/>
  <p:tag name="KSO_WM_TEMPLATE_CATEGORY" val="diagram"/>
  <p:tag name="KSO_WM_TEMPLATE_INDEX" val="20210860"/>
  <p:tag name="KSO_WM_UNIT_LAYERLEVEL" val="1"/>
  <p:tag name="KSO_WM_TAG_VERSION" val="1.0"/>
  <p:tag name="KSO_WM_BEAUTIFY_FLAG" val="#wm#"/>
  <p:tag name="KSO_WM_UNIT_DEFAULT_FONT" val="14;20;2"/>
  <p:tag name="KSO_WM_UNIT_BLOCK" val="0"/>
  <p:tag name="KSO_WM_UNIT_VALUE" val="138"/>
  <p:tag name="KSO_WM_UNIT_SHOW_EDIT_AREA_INDICATION" val="1"/>
  <p:tag name="KSO_WM_CHIP_GROUPID" val="5e6b05596848fb12bee65ac8"/>
  <p:tag name="KSO_WM_CHIP_XID" val="5e6b05596848fb12bee65aca"/>
  <p:tag name="KSO_WM_UNIT_DEC_AREA_ID" val="302feb7e0a824c2b8ad76b9b27b4a864"/>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8707e5ebbce141ef82d327ffb618e11b"/>
  <p:tag name="KSO_WM_UNIT_TEXT_FILL_FORE_SCHEMECOLOR_INDEX_BRIGHTNESS" val="0.25"/>
  <p:tag name="KSO_WM_UNIT_TEXT_FILL_FORE_SCHEMECOLOR_INDEX" val="13"/>
  <p:tag name="KSO_WM_UNIT_TEXT_FILL_TYPE" val="1"/>
  <p:tag name="KSO_WM_TEMPLATE_ASSEMBLE_XID" val="639af84f0c9383becde69508"/>
  <p:tag name="KSO_WM_TEMPLATE_ASSEMBLE_GROUPID" val="639af84f0c9383becde69508"/>
  <p:tag name="WM_BEAUTIFY_ZORDER_FLAG_TAG" val="5"/>
</p:tagLst>
</file>

<file path=ppt/tags/tag246.xml><?xml version="1.0" encoding="utf-8"?>
<p:tagLst xmlns:p="http://schemas.openxmlformats.org/presentationml/2006/main">
  <p:tag name="KSO_WM_UNIT_BLOCK" val="0"/>
  <p:tag name="KSO_WM_UNIT_HIGHLIGHT" val="0"/>
  <p:tag name="KSO_WM_UNIT_COMPATIBLE" val="1"/>
  <p:tag name="KSO_WM_UNIT_DIAGRAM_ISNUMVISUAL" val="0"/>
  <p:tag name="KSO_WM_UNIT_DIAGRAM_ISREFERUNIT" val="0"/>
  <p:tag name="KSO_WM_UNIT_TYPE" val="i"/>
  <p:tag name="KSO_WM_UNIT_INDEX" val="1"/>
  <p:tag name="KSO_WM_UNIT_ID" val="diagram20210860_1*i*1"/>
  <p:tag name="KSO_WM_TEMPLATE_CATEGORY" val="diagram"/>
  <p:tag name="KSO_WM_TEMPLATE_INDEX" val="20210860"/>
  <p:tag name="KSO_WM_UNIT_LAYERLEVEL" val="1"/>
  <p:tag name="KSO_WM_TAG_VERSION" val="1.0"/>
  <p:tag name="KSO_WM_BEAUTIFY_FLAG" val="#wm#"/>
  <p:tag name="KSO_WM_UNIT_SM_LIMIT_TYPE" val="0"/>
  <p:tag name="KSO_WM_UNIT_DECORATE_INFO" val="{&quot;DecorateInfoH&quot;:{&quot;IsAbs&quot;:true},&quot;DecorateInfoW&quot;:{&quot;IsAbs&quot;:true},&quot;DecorateInfoX&quot;:{&quot;IsAbs&quot;:true,&quot;Pos&quot;:1},&quot;DecorateInfoY&quot;:{&quot;IsAbs&quot;:true,&quot;Pos&quot;:2},&quot;ReferentInfo&quot;:{&quot;Id&quot;:&quot;d3da675d28be45e3a78bba7abfbd4aa7&quot;,&quot;X&quot;:{&quot;Pos&quot;:1},&quot;Y&quot;:{&quot;Pos&quot;:2}},&quot;whChangeMode&quot;:0}"/>
  <p:tag name="KSO_WM_UNIT_DEC_AREA_ID" val="ef32e52aea08493eaaf9dd96398c2e97"/>
  <p:tag name="KSO_WM_CHIP_GROUPID" val="5e9d770adc741d3f2d9ea583"/>
  <p:tag name="KSO_WM_CHIP_XID" val="5e997d21dade925159b52625"/>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88"/>
  <p:tag name="KSO_WM_TEMPLATE_ASSEMBLE_XID" val="639af84f0c9383becde69508"/>
  <p:tag name="KSO_WM_TEMPLATE_ASSEMBLE_GROUPID" val="639af84f0c9383becde69508"/>
  <p:tag name="WM_BEAUTIFY_ZORDER_FLAG_TAG" val="6"/>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31.1},&quot;minSize&quot;:{&quot;size1&quot;:17.8},&quot;normalSize&quot;:{&quot;size1&quot;:17.8},&quot;subLayout&quot;:[{&quot;id&quot;:&quot;2023-06-26T10:52:01&quot;,&quot;maxSize&quot;:{&quot;size1&quot;:100},&quot;minSize&quot;:{&quot;size1&quot;:61.7},&quot;normalSize&quot;:{&quot;size1&quot;:61.7},&quot;subLayout&quot;:[{&quot;id&quot;:&quot;2023-06-26T10:52:01&quot;,&quot;margin&quot;:{&quot;bottom&quot;:0,&quot;left&quot;:1.2699999809265137,&quot;right&quot;:1.2699999809265137,&quot;top&quot;:0.4230000376701355},&quot;type&quot;:0},{&quot;id&quot;:&quot;2023-06-26T10:52:01&quot;,&quot;margin&quot;:{&quot;bottom&quot;:0.025999998673796654,&quot;left&quot;:1.2699999809265137,&quot;right&quot;:1.2699999809265137,&quot;top&quot;:0.025999998673796654},&quot;type&quot;:0}],&quot;type&quot;:0},{&quot;id&quot;:&quot;2023-06-26T10:52:01&quot;,&quot;margin&quot;:{&quot;bottom&quot;:0.847000002861023,&quot;left&quot;:1.2699999809265137,&quot;right&quot;:1.2699999809265137,&quot;top&quot;:1.2699999809265137},&quot;type&quot;:0}],&quot;type&quot;:0}"/>
  <p:tag name="KSO_WM_SLIDE_BACKGROUND_TYPE" val="general"/>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5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5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5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5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1&quot;,&quot;maxSize&quot;:{&quot;size1&quot;:20},&quot;minSize&quot;:{&quot;size1&quot;:11.2},&quot;normalSize&quot;:{&quot;size1&quot;:11.2},&quot;subLayout&quot;:[{&quot;id&quot;:&quot;2023-06-26T10:52:01&quot;,&quot;margin&quot;:{&quot;bottom&quot;:0.025999998673796654,&quot;left&quot;:1.2699999809265137,&quot;right&quot;:1.2699999809265137,&quot;top&quot;:0.4230000376701355},&quot;type&quot;:0},{&quot;id&quot;:&quot;2023-06-26T10:52:0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6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10819_3*m_i*1_1"/>
  <p:tag name="KSO_WM_TEMPLATE_CATEGORY" val="diagram"/>
  <p:tag name="KSO_WM_TEMPLATE_INDEX" val="20210819"/>
  <p:tag name="KSO_WM_UNIT_LAYERLEVEL" val="1_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10819_3*m_i*1_2"/>
  <p:tag name="KSO_WM_TEMPLATE_CATEGORY" val="diagram"/>
  <p:tag name="KSO_WM_TEMPLATE_INDEX" val="20210819"/>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3"/>
  <p:tag name="KSO_WM_UNIT_ID" val="diagram20210819_3*m_i*1_3"/>
  <p:tag name="KSO_WM_TEMPLATE_CATEGORY" val="diagram"/>
  <p:tag name="KSO_WM_TEMPLATE_INDEX" val="20210819"/>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10819_3*m_h_i*1_5_1"/>
  <p:tag name="KSO_WM_TEMPLATE_CATEGORY" val="diagram"/>
  <p:tag name="KSO_WM_TEMPLATE_INDEX" val="20210819"/>
  <p:tag name="KSO_WM_UNIT_LAYERLEVEL" val="1_1_1"/>
  <p:tag name="KSO_WM_TAG_VERSION" val="1.0"/>
  <p:tag name="KSO_WM_BEAUTIFY_FLAG" val="#wm#"/>
  <p:tag name="KSO_WM_UNIT_FILL_FORE_SCHEMECOLOR_INDEX_BRIGHTNESS" val="0"/>
  <p:tag name="KSO_WM_UNIT_FILL_FORE_SCHEMECOLOR_INDEX" val="9"/>
  <p:tag name="KSO_WM_UNIT_FILL_TYPE"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10819_3*m_h_i*1_4_1"/>
  <p:tag name="KSO_WM_TEMPLATE_CATEGORY" val="diagram"/>
  <p:tag name="KSO_WM_TEMPLATE_INDEX" val="20210819"/>
  <p:tag name="KSO_WM_UNIT_LAYERLEVEL" val="1_1_1"/>
  <p:tag name="KSO_WM_TAG_VERSION" val="1.0"/>
  <p:tag name="KSO_WM_BEAUTIFY_FLAG" val="#wm#"/>
  <p:tag name="KSO_WM_UNIT_FILL_FORE_SCHEMECOLOR_INDEX_BRIGHTNESS" val="0"/>
  <p:tag name="KSO_WM_UNIT_FILL_FORE_SCHEMECOLOR_INDEX" val="8"/>
  <p:tag name="KSO_WM_UNIT_FILL_TYPE"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10819_3*m_h_i*1_3_1"/>
  <p:tag name="KSO_WM_TEMPLATE_CATEGORY" val="diagram"/>
  <p:tag name="KSO_WM_TEMPLATE_INDEX" val="20210819"/>
  <p:tag name="KSO_WM_UNIT_LAYERLEVEL" val="1_1_1"/>
  <p:tag name="KSO_WM_TAG_VERSION" val="1.0"/>
  <p:tag name="KSO_WM_BEAUTIFY_FLAG" val="#wm#"/>
  <p:tag name="KSO_WM_UNIT_FILL_FORE_SCHEMECOLOR_INDEX_BRIGHTNESS" val="0"/>
  <p:tag name="KSO_WM_UNIT_FILL_FORE_SCHEMECOLOR_INDEX" val="7"/>
  <p:tag name="KSO_WM_UNIT_FILL_TYPE"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0819_3*m_h_i*1_2_1"/>
  <p:tag name="KSO_WM_TEMPLATE_CATEGORY" val="diagram"/>
  <p:tag name="KSO_WM_TEMPLATE_INDEX" val="20210819"/>
  <p:tag name="KSO_WM_UNIT_LAYERLEVEL" val="1_1_1"/>
  <p:tag name="KSO_WM_TAG_VERSION" val="1.0"/>
  <p:tag name="KSO_WM_BEAUTIFY_FLAG" val="#wm#"/>
  <p:tag name="KSO_WM_UNIT_FILL_FORE_SCHEMECOLOR_INDEX_BRIGHTNESS" val="0"/>
  <p:tag name="KSO_WM_UNIT_FILL_FORE_SCHEMECOLOR_INDEX" val="6"/>
  <p:tag name="KSO_WM_UNIT_FILL_TYPE"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10819_3*m_h_i*1_5_2"/>
  <p:tag name="KSO_WM_TEMPLATE_CATEGORY" val="diagram"/>
  <p:tag name="KSO_WM_TEMPLATE_INDEX" val="20210819"/>
  <p:tag name="KSO_WM_UNIT_LAYERLEVEL" val="1_1_1"/>
  <p:tag name="KSO_WM_TAG_VERSION" val="1.0"/>
  <p:tag name="KSO_WM_BEAUTIFY_FLAG" val="#wm#"/>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10819_3*m_h_i*1_4_2"/>
  <p:tag name="KSO_WM_TEMPLATE_CATEGORY" val="diagram"/>
  <p:tag name="KSO_WM_TEMPLATE_INDEX" val="20210819"/>
  <p:tag name="KSO_WM_UNIT_LAYERLEVEL" val="1_1_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10819_3*m_h_i*1_2_2"/>
  <p:tag name="KSO_WM_TEMPLATE_CATEGORY" val="diagram"/>
  <p:tag name="KSO_WM_TEMPLATE_INDEX" val="20210819"/>
  <p:tag name="KSO_WM_UNIT_LAYERLEVEL" val="1_1_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10819_3*m_h_i*1_3_2"/>
  <p:tag name="KSO_WM_TEMPLATE_CATEGORY" val="diagram"/>
  <p:tag name="KSO_WM_TEMPLATE_INDEX" val="20210819"/>
  <p:tag name="KSO_WM_UNIT_LAYERLEVEL" val="1_1_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10819_3*m_h_i*1_1_1"/>
  <p:tag name="KSO_WM_TEMPLATE_CATEGORY" val="diagram"/>
  <p:tag name="KSO_WM_TEMPLATE_INDEX" val="20210819"/>
  <p:tag name="KSO_WM_UNIT_LAYERLEVEL" val="1_1_1"/>
  <p:tag name="KSO_WM_TAG_VERSION" val="1.0"/>
  <p:tag name="KSO_WM_BEAUTIFY_FLAG" val="#wm#"/>
  <p:tag name="KSO_WM_UNIT_FILL_FORE_SCHEMECOLOR_INDEX_BRIGHTNESS" val="0"/>
  <p:tag name="KSO_WM_UNIT_FILL_FORE_SCHEMECOLOR_INDEX" val="5"/>
  <p:tag name="KSO_WM_UNIT_FILL_TYPE"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10819_3*m_h_i*1_1_2"/>
  <p:tag name="KSO_WM_TEMPLATE_CATEGORY" val="diagram"/>
  <p:tag name="KSO_WM_TEMPLATE_INDEX" val="20210819"/>
  <p:tag name="KSO_WM_UNIT_LAYERLEVEL" val="1_1_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10819_3*m_h_i*1_1_3"/>
  <p:tag name="KSO_WM_TEMPLATE_CATEGORY" val="diagram"/>
  <p:tag name="KSO_WM_TEMPLATE_INDEX" val="20210819"/>
  <p:tag name="KSO_WM_UNIT_LAYERLEVEL" val="1_1_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10819_3*m_h_i*1_1_4"/>
  <p:tag name="KSO_WM_TEMPLATE_CATEGORY" val="diagram"/>
  <p:tag name="KSO_WM_TEMPLATE_INDEX" val="20210819"/>
  <p:tag name="KSO_WM_UNIT_LAYERLEVEL" val="1_1_1"/>
  <p:tag name="KSO_WM_TAG_VERSION" val="1.0"/>
  <p:tag name="KSO_WM_BEAUTIFY_FLAG" val="#wm#"/>
  <p:tag name="KSO_WM_UNIT_FILL_FORE_SCHEMECOLOR_INDEX_BRIGHTNESS" val="-0.05"/>
  <p:tag name="KSO_WM_UNIT_FILL_FORE_SCHEMECOLOR_INDEX" val="14"/>
  <p:tag name="KSO_WM_UNIT_FILL_TYPE"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10819_3*m_h_i*1_1_5"/>
  <p:tag name="KSO_WM_TEMPLATE_CATEGORY" val="diagram"/>
  <p:tag name="KSO_WM_TEMPLATE_INDEX" val="20210819"/>
  <p:tag name="KSO_WM_UNIT_LAYERLEVEL" val="1_1_1"/>
  <p:tag name="KSO_WM_TAG_VERSION" val="1.0"/>
  <p:tag name="KSO_WM_BEAUTIFY_FLAG" val="#wm#"/>
</p:tagLst>
</file>

<file path=ppt/tags/tag287.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6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0819_3*m_h_f*1_1_1"/>
  <p:tag name="KSO_WM_TEMPLATE_CATEGORY" val="diagram"/>
  <p:tag name="KSO_WM_TEMPLATE_INDEX" val="20210819"/>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10819_3*m_h_i*1_2_3"/>
  <p:tag name="KSO_WM_TEMPLATE_CATEGORY" val="diagram"/>
  <p:tag name="KSO_WM_TEMPLATE_INDEX" val="20210819"/>
  <p:tag name="KSO_WM_UNIT_LAYERLEVEL" val="1_1_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10819_3*m_h_i*1_2_4"/>
  <p:tag name="KSO_WM_TEMPLATE_CATEGORY" val="diagram"/>
  <p:tag name="KSO_WM_TEMPLATE_INDEX" val="20210819"/>
  <p:tag name="KSO_WM_UNIT_LAYERLEVEL" val="1_1_1"/>
  <p:tag name="KSO_WM_TAG_VERSION" val="1.0"/>
  <p:tag name="KSO_WM_BEAUTIFY_FLAG" val="#wm#"/>
  <p:tag name="KSO_WM_UNIT_FILL_FORE_SCHEMECOLOR_INDEX_BRIGHTNESS" val="-0.05"/>
  <p:tag name="KSO_WM_UNIT_FILL_FORE_SCHEMECOLOR_INDEX" val="14"/>
  <p:tag name="KSO_WM_UNIT_FILL_TYPE"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10819_3*m_h_i*1_2_5"/>
  <p:tag name="KSO_WM_TEMPLATE_CATEGORY" val="diagram"/>
  <p:tag name="KSO_WM_TEMPLATE_INDEX" val="20210819"/>
  <p:tag name="KSO_WM_UNIT_LAYERLEVEL" val="1_1_1"/>
  <p:tag name="KSO_WM_TAG_VERSION" val="1.0"/>
  <p:tag name="KSO_WM_BEAUTIFY_FLAG" val="#wm#"/>
</p:tagLst>
</file>

<file path=ppt/tags/tag291.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6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0819_3*m_h_f*1_2_1"/>
  <p:tag name="KSO_WM_TEMPLATE_CATEGORY" val="diagram"/>
  <p:tag name="KSO_WM_TEMPLATE_INDEX" val="20210819"/>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10819_3*m_h_i*1_3_3"/>
  <p:tag name="KSO_WM_TEMPLATE_CATEGORY" val="diagram"/>
  <p:tag name="KSO_WM_TEMPLATE_INDEX" val="20210819"/>
  <p:tag name="KSO_WM_UNIT_LAYERLEVEL" val="1_1_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10819_3*m_h_i*1_3_4"/>
  <p:tag name="KSO_WM_TEMPLATE_CATEGORY" val="diagram"/>
  <p:tag name="KSO_WM_TEMPLATE_INDEX" val="20210819"/>
  <p:tag name="KSO_WM_UNIT_LAYERLEVEL" val="1_1_1"/>
  <p:tag name="KSO_WM_TAG_VERSION" val="1.0"/>
  <p:tag name="KSO_WM_BEAUTIFY_FLAG" val="#wm#"/>
  <p:tag name="KSO_WM_UNIT_FILL_FORE_SCHEMECOLOR_INDEX_BRIGHTNESS" val="-0.05"/>
  <p:tag name="KSO_WM_UNIT_FILL_FORE_SCHEMECOLOR_INDEX" val="14"/>
  <p:tag name="KSO_WM_UNIT_FILL_TYPE"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10819_3*m_h_i*1_3_5"/>
  <p:tag name="KSO_WM_TEMPLATE_CATEGORY" val="diagram"/>
  <p:tag name="KSO_WM_TEMPLATE_INDEX" val="20210819"/>
  <p:tag name="KSO_WM_UNIT_LAYERLEVEL" val="1_1_1"/>
  <p:tag name="KSO_WM_TAG_VERSION" val="1.0"/>
  <p:tag name="KSO_WM_BEAUTIFY_FLAG" val="#wm#"/>
  <p:tag name="KSO_WM_UNIT_LINE_FORE_SCHEMECOLOR_INDEX_BRIGHTNESS" val="0"/>
  <p:tag name="KSO_WM_UNIT_LINE_FORE_SCHEMECOLOR_INDEX" val="7"/>
  <p:tag name="KSO_WM_UNIT_LINE_FILL_TYPE" val="2"/>
</p:tagLst>
</file>

<file path=ppt/tags/tag295.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6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0819_3*m_h_f*1_3_1"/>
  <p:tag name="KSO_WM_TEMPLATE_CATEGORY" val="diagram"/>
  <p:tag name="KSO_WM_TEMPLATE_INDEX" val="20210819"/>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10819_3*m_h_i*1_4_3"/>
  <p:tag name="KSO_WM_TEMPLATE_CATEGORY" val="diagram"/>
  <p:tag name="KSO_WM_TEMPLATE_INDEX" val="20210819"/>
  <p:tag name="KSO_WM_UNIT_LAYERLEVEL" val="1_1_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10819_3*m_h_i*1_4_4"/>
  <p:tag name="KSO_WM_TEMPLATE_CATEGORY" val="diagram"/>
  <p:tag name="KSO_WM_TEMPLATE_INDEX" val="20210819"/>
  <p:tag name="KSO_WM_UNIT_LAYERLEVEL" val="1_1_1"/>
  <p:tag name="KSO_WM_TAG_VERSION" val="1.0"/>
  <p:tag name="KSO_WM_BEAUTIFY_FLAG" val="#wm#"/>
  <p:tag name="KSO_WM_UNIT_FILL_FORE_SCHEMECOLOR_INDEX_BRIGHTNESS" val="-0.05"/>
  <p:tag name="KSO_WM_UNIT_FILL_FORE_SCHEMECOLOR_INDEX" val="14"/>
  <p:tag name="KSO_WM_UNIT_FILL_TYPE"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5"/>
  <p:tag name="KSO_WM_UNIT_ID" val="diagram20210819_3*m_h_i*1_4_5"/>
  <p:tag name="KSO_WM_TEMPLATE_CATEGORY" val="diagram"/>
  <p:tag name="KSO_WM_TEMPLATE_INDEX" val="20210819"/>
  <p:tag name="KSO_WM_UNIT_LAYERLEVEL" val="1_1_1"/>
  <p:tag name="KSO_WM_TAG_VERSION" val="1.0"/>
  <p:tag name="KSO_WM_BEAUTIFY_FLAG" val="#wm#"/>
</p:tagLst>
</file>

<file path=ppt/tags/tag299.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62"/>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10819_3*m_h_f*1_4_1"/>
  <p:tag name="KSO_WM_TEMPLATE_CATEGORY" val="diagram"/>
  <p:tag name="KSO_WM_TEMPLATE_INDEX" val="20210819"/>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10819_3*m_h_i*1_5_3"/>
  <p:tag name="KSO_WM_TEMPLATE_CATEGORY" val="diagram"/>
  <p:tag name="KSO_WM_TEMPLATE_INDEX" val="20210819"/>
  <p:tag name="KSO_WM_UNIT_LAYERLEVEL" val="1_1_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4"/>
  <p:tag name="KSO_WM_UNIT_ID" val="diagram20210819_3*m_h_i*1_5_4"/>
  <p:tag name="KSO_WM_TEMPLATE_CATEGORY" val="diagram"/>
  <p:tag name="KSO_WM_TEMPLATE_INDEX" val="20210819"/>
  <p:tag name="KSO_WM_UNIT_LAYERLEVEL" val="1_1_1"/>
  <p:tag name="KSO_WM_TAG_VERSION" val="1.0"/>
  <p:tag name="KSO_WM_BEAUTIFY_FLAG" val="#wm#"/>
  <p:tag name="KSO_WM_UNIT_FILL_FORE_SCHEMECOLOR_INDEX_BRIGHTNESS" val="-0.05"/>
  <p:tag name="KSO_WM_UNIT_FILL_FORE_SCHEMECOLOR_INDEX" val="14"/>
  <p:tag name="KSO_WM_UNIT_FILL_TYPE"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5"/>
  <p:tag name="KSO_WM_UNIT_ID" val="diagram20210819_3*m_h_i*1_5_5"/>
  <p:tag name="KSO_WM_TEMPLATE_CATEGORY" val="diagram"/>
  <p:tag name="KSO_WM_TEMPLATE_INDEX" val="20210819"/>
  <p:tag name="KSO_WM_UNIT_LAYERLEVEL" val="1_1_1"/>
  <p:tag name="KSO_WM_TAG_VERSION" val="1.0"/>
  <p:tag name="KSO_WM_BEAUTIFY_FLAG" val="#wm#"/>
</p:tagLst>
</file>

<file path=ppt/tags/tag303.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62"/>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10819_3*m_h_f*1_5_1"/>
  <p:tag name="KSO_WM_TEMPLATE_CATEGORY" val="diagram"/>
  <p:tag name="KSO_WM_TEMPLATE_INDEX" val="20210819"/>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4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6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766_2*l_h_i*1_3_1"/>
  <p:tag name="KSO_WM_TEMPLATE_CATEGORY" val="diagram"/>
  <p:tag name="KSO_WM_TEMPLATE_INDEX" val="20228766"/>
  <p:tag name="KSO_WM_UNIT_LAYERLEVEL" val="1_1_1"/>
  <p:tag name="KSO_WM_TAG_VERSION" val="1.0"/>
  <p:tag name="KSO_WM_BEAUTIFY_FLAG" val="#wm#"/>
  <p:tag name="KSO_WM_UNIT_TYPE" val="l_h_i"/>
  <p:tag name="KSO_WM_UNIT_INDEX" val="1_3_1"/>
  <p:tag name="KSO_WM_UNIT_FILL_FORE_SCHEMECOLOR_INDEX_1_BRIGHTNESS" val="0"/>
  <p:tag name="KSO_WM_UNIT_FILL_FORE_SCHEMECOLOR_INDEX_1" val="10"/>
  <p:tag name="KSO_WM_UNIT_FILL_FORE_SCHEMECOLOR_INDEX_1_POS" val="0"/>
  <p:tag name="KSO_WM_UNIT_FILL_FORE_SCHEMECOLOR_INDEX_1_TRANS" val="0"/>
  <p:tag name="KSO_WM_UNIT_FILL_FORE_SCHEMECOLOR_INDEX_2_BRIGHTNESS" val="-0.25"/>
  <p:tag name="KSO_WM_UNIT_FILL_FORE_SCHEMECOLOR_INDEX_2" val="10"/>
  <p:tag name="KSO_WM_UNIT_FILL_FORE_SCHEMECOLOR_INDEX_2_POS" val="1"/>
  <p:tag name="KSO_WM_UNIT_FILL_FORE_SCHEMECOLOR_INDEX_2_TRANS" val="0"/>
  <p:tag name="KSO_WM_UNIT_FILL_GRADIENT_TYPE" val="0"/>
  <p:tag name="KSO_WM_UNIT_FILL_GRADIENT_ANGLE" val="130"/>
  <p:tag name="KSO_WM_UNIT_FILL_GRADIENT_Direction" val="-2"/>
  <p:tag name="KSO_WM_UNIT_FILL_TYPE" val="3"/>
  <p:tag name="KSO_WM_UNIT_TEXT_FILL_FORE_SCHEMECOLOR_INDEX_BRIGHTNESS" val="0"/>
  <p:tag name="KSO_WM_UNIT_TEXT_FILL_FORE_SCHEMECOLOR_INDEX" val="2"/>
  <p:tag name="KSO_WM_UNIT_TEXT_FILL_TYPE"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766_2*l_h_i*1_2_1"/>
  <p:tag name="KSO_WM_TEMPLATE_CATEGORY" val="diagram"/>
  <p:tag name="KSO_WM_TEMPLATE_INDEX" val="20228766"/>
  <p:tag name="KSO_WM_UNIT_LAYERLEVEL" val="1_1_1"/>
  <p:tag name="KSO_WM_TAG_VERSION" val="1.0"/>
  <p:tag name="KSO_WM_BEAUTIFY_FLAG" val="#wm#"/>
  <p:tag name="KSO_WM_UNIT_TYPE" val="l_h_i"/>
  <p:tag name="KSO_WM_UNIT_INDEX" val="1_2_1"/>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25"/>
  <p:tag name="KSO_WM_UNIT_FILL_FORE_SCHEMECOLOR_INDEX_2" val="6"/>
  <p:tag name="KSO_WM_UNIT_FILL_FORE_SCHEMECOLOR_INDEX_2_POS" val="1"/>
  <p:tag name="KSO_WM_UNIT_FILL_FORE_SCHEMECOLOR_INDEX_2_TRANS" val="0"/>
  <p:tag name="KSO_WM_UNIT_FILL_GRADIENT_TYPE" val="0"/>
  <p:tag name="KSO_WM_UNIT_FILL_GRADIENT_ANGLE" val="130"/>
  <p:tag name="KSO_WM_UNIT_FILL_GRADIENT_Direction" val="-2"/>
  <p:tag name="KSO_WM_UNIT_FILL_TYPE" val="3"/>
  <p:tag name="KSO_WM_UNIT_TEXT_FILL_FORE_SCHEMECOLOR_INDEX_BRIGHTNESS" val="0"/>
  <p:tag name="KSO_WM_UNIT_TEXT_FILL_FORE_SCHEMECOLOR_INDEX" val="2"/>
  <p:tag name="KSO_WM_UNIT_TEXT_FILL_TYPE" val="1"/>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766_2*l_h_i*1_1_1"/>
  <p:tag name="KSO_WM_TEMPLATE_CATEGORY" val="diagram"/>
  <p:tag name="KSO_WM_TEMPLATE_INDEX" val="20228766"/>
  <p:tag name="KSO_WM_UNIT_LAYERLEVEL" val="1_1_1"/>
  <p:tag name="KSO_WM_TAG_VERSION" val="1.0"/>
  <p:tag name="KSO_WM_BEAUTIFY_FLAG" val="#wm#"/>
  <p:tag name="KSO_WM_UNIT_TYPE" val="l_h_i"/>
  <p:tag name="KSO_WM_UNIT_INDEX" val="1_1_1"/>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25"/>
  <p:tag name="KSO_WM_UNIT_FILL_FORE_SCHEMECOLOR_INDEX_2" val="5"/>
  <p:tag name="KSO_WM_UNIT_FILL_FORE_SCHEMECOLOR_INDEX_2_POS" val="1"/>
  <p:tag name="KSO_WM_UNIT_FILL_FORE_SCHEMECOLOR_INDEX_2_TRANS" val="0"/>
  <p:tag name="KSO_WM_UNIT_FILL_GRADIENT_TYPE" val="0"/>
  <p:tag name="KSO_WM_UNIT_FILL_GRADIENT_ANGLE" val="130"/>
  <p:tag name="KSO_WM_UNIT_FILL_GRADIENT_Direction" val="-2"/>
  <p:tag name="KSO_WM_UNIT_FILL_TYPE" val="3"/>
  <p:tag name="KSO_WM_UNIT_TEXT_FILL_FORE_SCHEMECOLOR_INDEX_BRIGHTNESS" val="0"/>
  <p:tag name="KSO_WM_UNIT_TEXT_FILL_FORE_SCHEMECOLOR_INDEX" val="2"/>
  <p:tag name="KSO_WM_UNIT_TEXT_FILL_TYPE" val="1"/>
</p:tagLst>
</file>

<file path=ppt/tags/tag375.xml><?xml version="1.0" encoding="utf-8"?>
<p:tagLst xmlns:p="http://schemas.openxmlformats.org/presentationml/2006/main">
  <p:tag name="KSO_WM_UNIT_SUBTYPE" val="a"/>
  <p:tag name="KSO_WM_UNIT_PRESET_TEXT" val="您的正文已经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766_2*l_h_f*1_1_1"/>
  <p:tag name="KSO_WM_TEMPLATE_CATEGORY" val="diagram"/>
  <p:tag name="KSO_WM_TEMPLATE_INDEX" val="2022876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76.xml><?xml version="1.0" encoding="utf-8"?>
<p:tagLst xmlns:p="http://schemas.openxmlformats.org/presentationml/2006/main">
  <p:tag name="KSO_WM_UNIT_SUBTYPE" val="a"/>
  <p:tag name="KSO_WM_UNIT_PRESET_TEXT" val="您的正文已经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28766_2*l_h_f*1_2_1"/>
  <p:tag name="KSO_WM_TEMPLATE_CATEGORY" val="diagram"/>
  <p:tag name="KSO_WM_TEMPLATE_INDEX" val="2022876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77.xml><?xml version="1.0" encoding="utf-8"?>
<p:tagLst xmlns:p="http://schemas.openxmlformats.org/presentationml/2006/main">
  <p:tag name="KSO_WM_UNIT_SUBTYPE" val="a"/>
  <p:tag name="KSO_WM_UNIT_PRESET_TEXT" val="您的正文已经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28766_2*l_h_f*1_3_1"/>
  <p:tag name="KSO_WM_TEMPLATE_CATEGORY" val="diagram"/>
  <p:tag name="KSO_WM_TEMPLATE_INDEX" val="2022876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20},&quot;minSize&quot;:{&quot;size1&quot;:11.2},&quot;normalSize&quot;:{&quot;size1&quot;:11.2},&quot;subLayout&quot;:[{&quot;id&quot;:&quot;2023-06-26T10:52:02&quot;,&quot;margin&quot;:{&quot;bottom&quot;:0.025999998673796654,&quot;left&quot;:1.2699999809265137,&quot;right&quot;:1.2699999809265137,&quot;top&quot;:0.4230000376701355},&quot;type&quot;:0},{&quot;id&quot;:&quot;2023-06-26T10:52:0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4.xml><?xml version="1.0" encoding="utf-8"?>
<p:tagLst xmlns:p="http://schemas.openxmlformats.org/presentationml/2006/main">
  <p:tag name="KSO_WM_UNIT_BLOCK" val="0"/>
  <p:tag name="KSO_WM_UNIT_DEC_AREA_ID" val="73156903ee894f5ca46a4cf72274fb10"/>
  <p:tag name="KSO_WM_UNIT_HIGHLIGHT" val="0"/>
  <p:tag name="KSO_WM_UNIT_COMPATIBLE" val="0"/>
  <p:tag name="KSO_WM_UNIT_DIAGRAM_ISNUMVISUAL" val="0"/>
  <p:tag name="KSO_WM_UNIT_DIAGRAM_ISREFERUNIT" val="0"/>
  <p:tag name="KSO_WM_UNIT_TYPE" val="i"/>
  <p:tag name="KSO_WM_UNIT_INDEX" val="1"/>
  <p:tag name="KSO_WM_UNIT_ID" val="diagram20211008_1*i*1"/>
  <p:tag name="KSO_WM_TEMPLATE_CATEGORY" val="diagram"/>
  <p:tag name="KSO_WM_TEMPLATE_INDEX" val="20211008"/>
  <p:tag name="KSO_WM_UNIT_LAYERLEVEL" val="1"/>
  <p:tag name="KSO_WM_TAG_VERSION" val="1.0"/>
  <p:tag name="KSO_WM_BEAUTIFY_FLAG" val="#wm#"/>
  <p:tag name="KSO_WM_UNIT_SM_LIMIT_TYPE" val="3"/>
  <p:tag name="KSO_WM_UNIT_DECORATE_INFO" val="{&quot;DecorateInfoH&quot;:{&quot;IsAbs&quot;:true},&quot;DecorateInfoW&quot;:{&quot;IsAbs&quot;:false},&quot;DecorateInfoX&quot;:{&quot;IsAbs&quot;:true,&quot;Pos&quot;:0},&quot;DecorateInfoY&quot;:{&quot;IsAbs&quot;:true,&quot;Pos&quot;:1},&quot;ReferentInfo&quot;:{&quot;Id&quot;:&quot;3fe90d637a704494ab24df4a7c7a8da5&quot;,&quot;X&quot;:{&quot;Pos&quot;:0},&quot;Y&quot;:{&quot;Pos&quot;:1}},&quot;whChangeMode&quot;:0}"/>
  <p:tag name="KSO_WM_CHIP_GROUPID" val="5efda0ca81ee359a788b1e11"/>
  <p:tag name="KSO_WM_CHIP_XID" val="5efda0ca81ee359a788b1e12"/>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20"/>
  <p:tag name="KSO_WM_TEMPLATE_ASSEMBLE_XID" val="60656ea04054ed1e2fb7fcbc"/>
  <p:tag name="KSO_WM_TEMPLATE_ASSEMBLE_GROUPID" val="60656ea04054ed1e2fb7fcbc"/>
  <p:tag name="WM_BEAUTIFY_ZORDER_FLAG_TAG" val="4"/>
</p:tagLst>
</file>

<file path=ppt/tags/tag435.xml><?xml version="1.0" encoding="utf-8"?>
<p:tagLst xmlns:p="http://schemas.openxmlformats.org/presentationml/2006/main">
  <p:tag name="KSO_WM_UNIT_VALUE" val="931*1523"/>
  <p:tag name="KSO_WM_UNIT_HIGHLIGHT" val="0"/>
  <p:tag name="KSO_WM_UNIT_COMPATIBLE" val="1"/>
  <p:tag name="KSO_WM_UNIT_DIAGRAM_ISNUMVISUAL" val="0"/>
  <p:tag name="KSO_WM_UNIT_DIAGRAM_ISREFERUNIT" val="0"/>
  <p:tag name="KSO_WM_UNIT_TYPE" val="d"/>
  <p:tag name="KSO_WM_UNIT_INDEX" val="1"/>
  <p:tag name="KSO_WM_UNIT_ID" val="diagram20211008_1*d*1"/>
  <p:tag name="KSO_WM_TEMPLATE_CATEGORY" val="diagram"/>
  <p:tag name="KSO_WM_TEMPLATE_INDEX" val="20211008"/>
  <p:tag name="KSO_WM_UNIT_LAYERLEVEL" val="1"/>
  <p:tag name="KSO_WM_TAG_VERSION" val="1.0"/>
  <p:tag name="KSO_WM_BEAUTIFY_FLAG" val="#wm#"/>
  <p:tag name="KSO_WM_CHIP_GROUPID" val="5e7310da9a230a26b9e88a19"/>
  <p:tag name="KSO_WM_CHIP_XID" val="5e7310da9a230a26b9e88a1a"/>
  <p:tag name="KSO_WM_UNIT_DEC_AREA_ID" val="bbdd324361f642f5ac29827d9a8244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af17e483a774b2c871eee8c5f51145e"/>
  <p:tag name="KSO_WM_UNIT_PLACING_PICTURE" val="faf17e483a774b2c871eee8c5f51145e"/>
  <p:tag name="KSO_WM_TEMPLATE_ASSEMBLE_XID" val="60656ea04054ed1e2fb7fcbc"/>
  <p:tag name="KSO_WM_TEMPLATE_ASSEMBLE_GROUPID" val="60656ea04054ed1e2fb7fcbc"/>
  <p:tag name="WM_BEAUTIFY_ZORDER_FLAG_TAG" val="5"/>
</p:tagLst>
</file>

<file path=ppt/tags/tag4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08_1*f*1"/>
  <p:tag name="KSO_WM_TEMPLATE_CATEGORY" val="diagram"/>
  <p:tag name="KSO_WM_TEMPLATE_INDEX" val="20211008"/>
  <p:tag name="KSO_WM_UNIT_LAYERLEVEL" val="1"/>
  <p:tag name="KSO_WM_TAG_VERSION" val="1.0"/>
  <p:tag name="KSO_WM_BEAUTIFY_FLAG" val="#wm#"/>
  <p:tag name="KSO_WM_UNIT_DEFAULT_FONT" val="14;20;2"/>
  <p:tag name="KSO_WM_UNIT_BLOCK" val="0"/>
  <p:tag name="KSO_WM_UNIT_VALUE" val="128"/>
  <p:tag name="KSO_WM_UNIT_SHOW_EDIT_AREA_INDICATION" val="1"/>
  <p:tag name="KSO_WM_CHIP_GROUPID" val="5e6b05596848fb12bee65ac8"/>
  <p:tag name="KSO_WM_CHIP_XID" val="5e6b05596848fb12bee65aca"/>
  <p:tag name="KSO_WM_UNIT_DEC_AREA_ID" val="3fe90d637a704494ab24df4a7c7a8da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9f53a6766c460e8a3870e58db9b32d"/>
  <p:tag name="KSO_WM_UNIT_TEXT_FILL_FORE_SCHEMECOLOR_INDEX_BRIGHTNESS" val="0.25"/>
  <p:tag name="KSO_WM_UNIT_TEXT_FILL_FORE_SCHEMECOLOR_INDEX" val="13"/>
  <p:tag name="KSO_WM_UNIT_TEXT_FILL_TYPE" val="1"/>
  <p:tag name="KSO_WM_TEMPLATE_ASSEMBLE_XID" val="60656ea04054ed1e2fb7fcbc"/>
  <p:tag name="KSO_WM_TEMPLATE_ASSEMBLE_GROUPID" val="60656ea04054ed1e2fb7fcbc"/>
  <p:tag name="WM_BEAUTIFY_ZORDER_FLAG_TAG" val="6"/>
</p:tagLst>
</file>

<file path=ppt/tags/tag4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4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4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4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4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2&quot;,&quot;maxSize&quot;:{&quot;size1&quot;:31.1},&quot;minSize&quot;:{&quot;size1&quot;:17.8},&quot;normalSize&quot;:{&quot;size1&quot;:17.8},&quot;subLayout&quot;:[{&quot;id&quot;:&quot;2023-06-26T10:52:02&quot;,&quot;maxSize&quot;:{&quot;size1&quot;:100},&quot;minSize&quot;:{&quot;size1&quot;:61.7},&quot;normalSize&quot;:{&quot;size1&quot;:61.7},&quot;subLayout&quot;:[{&quot;id&quot;:&quot;2023-06-26T10:52:02&quot;,&quot;margin&quot;:{&quot;bottom&quot;:0,&quot;left&quot;:1.2699999809265137,&quot;right&quot;:1.2699999809265137,&quot;top&quot;:0.4230000376701355},&quot;type&quot;:0},{&quot;id&quot;:&quot;2023-06-26T10:52:02&quot;,&quot;margin&quot;:{&quot;bottom&quot;:0.025999998673796654,&quot;left&quot;:1.2699999809265137,&quot;right&quot;:1.2699999809265137,&quot;top&quot;:0.025999998673796654},&quot;type&quot;:0}],&quot;type&quot;:0},{&quot;id&quot;:&quot;2023-06-26T10:52:02&quot;,&quot;margin&quot;:{&quot;bottom&quot;:0.847000002861023,&quot;left&quot;:1.2699999809265137,&quot;right&quot;:1.2699999809265137,&quot;top&quot;:1.2699999809265137},&quot;type&quot;:0}],&quot;type&quot;:0}"/>
  <p:tag name="KSO_WM_SLIDE_BACKGROUND_TYPE" val="general"/>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5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20},&quot;minSize&quot;:{&quot;size1&quot;:11.2},&quot;normalSize&quot;:{&quot;size1&quot;:11.2},&quot;subLayout&quot;:[{&quot;id&quot;:&quot;2023-06-26T10:52:03&quot;,&quot;margin&quot;:{&quot;bottom&quot;:0.025999998673796654,&quot;left&quot;:1.2699999809265137,&quot;right&quot;:1.2699999809265137,&quot;top&quot;:0.4230000376701355},&quot;type&quot;:0},{&quot;id&quot;:&quot;2023-06-26T10:52:0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0.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0867_1*i*1"/>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997a05cba27c4cb1a34d85dbbaa51057"/>
  <p:tag name="KSO_WM_CHIP_GROUPID" val="5e757c8069be4861f5f86138"/>
  <p:tag name="KSO_WM_CHIP_XID" val="5e757c8069be4861f5f86139"/>
  <p:tag name="KSO_WM_UNIT_FILL_FORE_SCHEMECOLOR_INDEX_BRIGHTNESS" val="0.8"/>
  <p:tag name="KSO_WM_UNIT_FILL_FORE_SCHEMECOLOR_INDEX" val="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768"/>
  <p:tag name="KSO_WM_TEMPLATE_ASSEMBLE_XID" val="60656e9d4054ed1e2fb7fca7"/>
  <p:tag name="KSO_WM_TEMPLATE_ASSEMBLE_GROUPID" val="60656e9d4054ed1e2fb7fca7"/>
  <p:tag name="WM_BEAUTIFY_ZORDER_FLAG_TAG" val="3"/>
</p:tagLst>
</file>

<file path=ppt/tags/tag46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0867_1*i*2"/>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UNIT_DEC_AREA_ID" val="ddb123fe61164ca0a1ed938374ad4324"/>
  <p:tag name="KSO_WM_CHIP_GROUPID" val="5e757c8069be4861f5f86138"/>
  <p:tag name="KSO_WM_CHIP_XID" val="5e757c8069be4861f5f8613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5"/>
  <p:tag name="KSO_WM_TEMPLATE_ASSEMBLE_XID" val="60656e9d4054ed1e2fb7fca7"/>
  <p:tag name="KSO_WM_TEMPLATE_ASSEMBLE_GROUPID" val="60656e9d4054ed1e2fb7fca7"/>
  <p:tag name="WM_BEAUTIFY_ZORDER_FLAG_TAG" val="4"/>
</p:tagLst>
</file>

<file path=ppt/tags/tag462.xml><?xml version="1.0" encoding="utf-8"?>
<p:tagLst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7_1*f*1"/>
  <p:tag name="KSO_WM_TEMPLATE_CATEGORY" val="diagram"/>
  <p:tag name="KSO_WM_TEMPLATE_INDEX" val="2021086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9fa31440948445928d960726c317c4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18b942e664842409cbdea36c639aa76"/>
  <p:tag name="KSO_WM_UNIT_TEXT_FILL_FORE_SCHEMECOLOR_INDEX_BRIGHTNESS" val="0.25"/>
  <p:tag name="KSO_WM_UNIT_TEXT_FILL_FORE_SCHEMECOLOR_INDEX" val="13"/>
  <p:tag name="KSO_WM_UNIT_TEXT_FILL_TYPE" val="1"/>
  <p:tag name="KSO_WM_TEMPLATE_ASSEMBLE_XID" val="60656e9d4054ed1e2fb7fca7"/>
  <p:tag name="KSO_WM_TEMPLATE_ASSEMBLE_GROUPID" val="60656e9d4054ed1e2fb7fca7"/>
  <p:tag name="WM_BEAUTIFY_ZORDER_FLAG_TAG" val="5"/>
</p:tagLst>
</file>

<file path=ppt/tags/tag463.xml><?xml version="1.0" encoding="utf-8"?>
<p:tagLst xmlns:p="http://schemas.openxmlformats.org/presentationml/2006/main">
  <p:tag name="KSO_WM_UNIT_VALUE" val="1058*1438"/>
  <p:tag name="KSO_WM_UNIT_HIGHLIGHT" val="0"/>
  <p:tag name="KSO_WM_UNIT_COMPATIBLE" val="1"/>
  <p:tag name="KSO_WM_UNIT_DIAGRAM_ISNUMVISUAL" val="0"/>
  <p:tag name="KSO_WM_UNIT_DIAGRAM_ISREFERUNIT" val="0"/>
  <p:tag name="KSO_WM_UNIT_TYPE" val="d"/>
  <p:tag name="KSO_WM_UNIT_INDEX" val="1"/>
  <p:tag name="KSO_WM_UNIT_ID" val="diagram20210867_1*d*1"/>
  <p:tag name="KSO_WM_TEMPLATE_CATEGORY" val="diagram"/>
  <p:tag name="KSO_WM_TEMPLATE_INDEX" val="20210867"/>
  <p:tag name="KSO_WM_UNIT_LAYERLEVEL" val="1"/>
  <p:tag name="KSO_WM_TAG_VERSION" val="1.0"/>
  <p:tag name="KSO_WM_BEAUTIFY_FLAG" val="#wm#"/>
  <p:tag name="KSO_WM_CHIP_GROUPID" val="5e7310da9a230a26b9e88a19"/>
  <p:tag name="KSO_WM_CHIP_XID" val="5e7310da9a230a26b9e88a1a"/>
  <p:tag name="KSO_WM_UNIT_DEC_AREA_ID" val="b2c25fc2b3a045b58003e91268a42b5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d7587c8e00cf43cca0bf412352a280f8"/>
  <p:tag name="KSO_WM_UNIT_PLACING_PICTURE" val="d7587c8e00cf43cca0bf412352a280f8"/>
  <p:tag name="KSO_WM_UNIT_SUPPORT_UNIT_TYPE" val="[&quot;d&quot;,&quot;θ&quot;]"/>
  <p:tag name="KSO_WM_TEMPLATE_ASSEMBLE_XID" val="60656e9d4054ed1e2fb7fca7"/>
  <p:tag name="KSO_WM_TEMPLATE_ASSEMBLE_GROUPID" val="60656e9d4054ed1e2fb7fca7"/>
  <p:tag name="WM_BEAUTIFY_ZORDER_FLAG_TAG" val="6"/>
  <p:tag name="KSO_WM_UNIT_PLACING_PICTURE_USER_VIEWPORT" val="{&quot;height&quot;:1847.9448818897638,&quot;width&quot;:11346.277165354331}"/>
</p:tagLst>
</file>

<file path=ppt/tags/tag4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20},&quot;minSize&quot;:{&quot;size1&quot;:11.2},&quot;normalSize&quot;:{&quot;size1&quot;:11.2},&quot;subLayout&quot;:[{&quot;id&quot;:&quot;2023-06-26T10:52:03&quot;,&quot;margin&quot;:{&quot;bottom&quot;:0.025999998673796654,&quot;left&quot;:1.2699999809265137,&quot;right&quot;:1.2699999809265137,&quot;top&quot;:0.4230000376701355},&quot;type&quot;:0},{&quot;id&quot;:&quot;2023-06-26T10:52:0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10790_3*l_i*1_1"/>
  <p:tag name="KSO_WM_TEMPLATE_CATEGORY" val="diagram"/>
  <p:tag name="KSO_WM_TEMPLATE_INDEX" val="20210790"/>
  <p:tag name="KSO_WM_UNIT_LAYERLEVEL" val="1_1"/>
  <p:tag name="KSO_WM_TAG_VERSION" val="1.0"/>
  <p:tag name="KSO_WM_BEAUTIFY_FLAG" val="#wm#"/>
  <p:tag name="KSO_WM_UNIT_FILL_FORE_SCHEMECOLOR_INDEX_BRIGHTNESS" val="0.8"/>
  <p:tag name="KSO_WM_UNIT_FILL_FORE_SCHEMECOLOR_INDEX" val="5"/>
  <p:tag name="KSO_WM_UNIT_FILL_TYPE"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10790_3*l_i*1_2"/>
  <p:tag name="KSO_WM_TEMPLATE_CATEGORY" val="diagram"/>
  <p:tag name="KSO_WM_TEMPLATE_INDEX" val="20210790"/>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0790_3*l_h_i*1_1_1"/>
  <p:tag name="KSO_WM_TEMPLATE_CATEGORY" val="diagram"/>
  <p:tag name="KSO_WM_TEMPLATE_INDEX" val="2021079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87.xml><?xml version="1.0" encoding="utf-8"?>
<p:tagLst xmlns:p="http://schemas.openxmlformats.org/presentationml/2006/main">
  <p:tag name="KSO_WM_UNIT_SUBTYPE" val="a"/>
  <p:tag name="KSO_WM_UNIT_NOCLEAR" val="0"/>
  <p:tag name="KSO_WM_UNIT_VALUE" val="8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0790_3*l_h_f*1_1_1"/>
  <p:tag name="KSO_WM_TEMPLATE_CATEGORY" val="diagram"/>
  <p:tag name="KSO_WM_TEMPLATE_INDEX" val="20210790"/>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
  <p:tag name="KSO_WM_UNIT_TEXT_FILL_FORE_SCHEMECOLOR_INDEX_BRIGHTNESS" val="0"/>
  <p:tag name="KSO_WM_UNIT_TEXT_FILL_FORE_SCHEMECOLOR_INDEX" val="13"/>
  <p:tag name="KSO_WM_UNIT_TEXT_FILL_TYPE" val="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0790_3*l_h_i*1_2_1"/>
  <p:tag name="KSO_WM_TEMPLATE_CATEGORY" val="diagram"/>
  <p:tag name="KSO_WM_TEMPLATE_INDEX" val="2021079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89.xml><?xml version="1.0" encoding="utf-8"?>
<p:tagLst xmlns:p="http://schemas.openxmlformats.org/presentationml/2006/main">
  <p:tag name="KSO_WM_UNIT_SUBTYPE" val="a"/>
  <p:tag name="KSO_WM_UNIT_NOCLEAR" val="0"/>
  <p:tag name="KSO_WM_UNIT_VALUE" val="8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0790_3*l_h_f*1_2_1"/>
  <p:tag name="KSO_WM_TEMPLATE_CATEGORY" val="diagram"/>
  <p:tag name="KSO_WM_TEMPLATE_INDEX" val="20210790"/>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
  <p:tag name="KSO_WM_UNIT_TEXT_FILL_FORE_SCHEMECOLOR_INDEX_BRIGHTNESS" val="0"/>
  <p:tag name="KSO_WM_UNIT_TEXT_FILL_FORE_SCHEMECOLOR_INDEX" val="13"/>
  <p:tag name="KSO_WM_UNIT_TEXT_FILL_TYPE" val="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0790_3*l_h_i*1_3_1"/>
  <p:tag name="KSO_WM_TEMPLATE_CATEGORY" val="diagram"/>
  <p:tag name="KSO_WM_TEMPLATE_INDEX" val="2021079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91.xml><?xml version="1.0" encoding="utf-8"?>
<p:tagLst xmlns:p="http://schemas.openxmlformats.org/presentationml/2006/main">
  <p:tag name="KSO_WM_UNIT_SUBTYPE" val="a"/>
  <p:tag name="KSO_WM_UNIT_NOCLEAR" val="0"/>
  <p:tag name="KSO_WM_UNIT_VALUE" val="87"/>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0790_3*l_h_f*1_3_1"/>
  <p:tag name="KSO_WM_TEMPLATE_CATEGORY" val="diagram"/>
  <p:tag name="KSO_WM_TEMPLATE_INDEX" val="20210790"/>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9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0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20},&quot;minSize&quot;:{&quot;size1&quot;:11.2},&quot;normalSize&quot;:{&quot;size1&quot;:11.2},&quot;subLayout&quot;:[{&quot;id&quot;:&quot;2023-06-26T10:52:03&quot;,&quot;margin&quot;:{&quot;bottom&quot;:0.025999998673796654,&quot;left&quot;:1.2699999809265137,&quot;right&quot;:1.2699999809265137,&quot;top&quot;:0.4230000376701355},&quot;type&quot;:0},{&quot;id&quot;:&quot;2023-06-26T10:52:0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2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4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20},&quot;minSize&quot;:{&quot;size1&quot;:11.2},&quot;normalSize&quot;:{&quot;size1&quot;:11.2},&quot;subLayout&quot;:[{&quot;id&quot;:&quot;2023-06-26T10:52:03&quot;,&quot;margin&quot;:{&quot;bottom&quot;:0.025999998673796654,&quot;left&quot;:1.2699999809265137,&quot;right&quot;:1.2699999809265137,&quot;top&quot;:0.4230000376701355},&quot;type&quot;:0},{&quot;id&quot;:&quot;2023-06-26T10:52:0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3&quot;,&quot;maxSize&quot;:{&quot;size1&quot;:31.1},&quot;minSize&quot;:{&quot;size1&quot;:17.8},&quot;normalSize&quot;:{&quot;size1&quot;:17.8},&quot;subLayout&quot;:[{&quot;id&quot;:&quot;2023-06-26T10:52:03&quot;,&quot;maxSize&quot;:{&quot;size1&quot;:100},&quot;minSize&quot;:{&quot;size1&quot;:61.7},&quot;normalSize&quot;:{&quot;size1&quot;:61.7},&quot;subLayout&quot;:[{&quot;id&quot;:&quot;2023-06-26T10:52:03&quot;,&quot;margin&quot;:{&quot;bottom&quot;:0,&quot;left&quot;:1.2699999809265137,&quot;right&quot;:1.2699999809265137,&quot;top&quot;:0.4230000376701355},&quot;type&quot;:0},{&quot;id&quot;:&quot;2023-06-26T10:52:03&quot;,&quot;margin&quot;:{&quot;bottom&quot;:0.025999998673796654,&quot;left&quot;:1.2699999809265137,&quot;right&quot;:1.2699999809265137,&quot;top&quot;:0.025999998673796654},&quot;type&quot;:0}],&quot;type&quot;:0},{&quot;id&quot;:&quot;2023-06-26T10:52:03&quot;,&quot;margin&quot;:{&quot;bottom&quot;:0.847000002861023,&quot;left&quot;:1.2699999809265137,&quot;right&quot;:1.2699999809265137,&quot;top&quot;:1.2699999809265137},&quot;type&quot;:0}],&quot;type&quot;:0}"/>
  <p:tag name="KSO_WM_SLIDE_BACKGROUND_TYPE" val="general"/>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5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7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20},&quot;minSize&quot;:{&quot;size1&quot;:11.2},&quot;normalSize&quot;:{&quot;size1&quot;:11.2},&quot;subLayout&quot;:[{&quot;id&quot;:&quot;2023-06-26T10:52:04&quot;,&quot;margin&quot;:{&quot;bottom&quot;:0.025999998673796654,&quot;left&quot;:1.2699999809265137,&quot;right&quot;:1.2699999809265137,&quot;top&quot;:0.4230000376701355},&quot;type&quot;:0},{&quot;id&quot;:&quot;2023-06-26T10:52: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4&quot;,&quot;maxSize&quot;:{&quot;size1&quot;:31.1},&quot;minSize&quot;:{&quot;size1&quot;:17.8},&quot;normalSize&quot;:{&quot;size1&quot;:17.8},&quot;subLayout&quot;:[{&quot;id&quot;:&quot;2023-06-26T10:52:04&quot;,&quot;maxSize&quot;:{&quot;size1&quot;:100},&quot;minSize&quot;:{&quot;size1&quot;:61.7},&quot;normalSize&quot;:{&quot;size1&quot;:61.7},&quot;subLayout&quot;:[{&quot;id&quot;:&quot;2023-06-26T10:52:04&quot;,&quot;margin&quot;:{&quot;bottom&quot;:0,&quot;left&quot;:1.2699999809265137,&quot;right&quot;:1.2699999809265137,&quot;top&quot;:0.4230000376701355},&quot;type&quot;:0},{&quot;id&quot;:&quot;2023-06-26T10:52:04&quot;,&quot;margin&quot;:{&quot;bottom&quot;:0.025999998673796654,&quot;left&quot;:1.2699999809265137,&quot;right&quot;:1.2699999809265137,&quot;top&quot;:0.025999998673796654},&quot;type&quot;:0}],&quot;type&quot;:0},{&quot;id&quot;:&quot;2023-06-26T10:52:04&quot;,&quot;margin&quot;:{&quot;bottom&quot;:0.847000002861023,&quot;left&quot;:1.2699999809265137,&quot;right&quot;:1.2699999809265137,&quot;top&quot;:1.2699999809265137},&quot;type&quot;:0}],&quot;type&quot;:0}"/>
  <p:tag name="KSO_WM_SLIDE_BACKGROUND_TYPE" val="general"/>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5&quot;,&quot;maxSize&quot;:{&quot;size1&quot;:31.1},&quot;minSize&quot;:{&quot;size1&quot;:17.8},&quot;normalSize&quot;:{&quot;size1&quot;:17.8},&quot;subLayout&quot;:[{&quot;id&quot;:&quot;2023-06-26T10:52:05&quot;,&quot;maxSize&quot;:{&quot;size1&quot;:100},&quot;minSize&quot;:{&quot;size1&quot;:61.7},&quot;normalSize&quot;:{&quot;size1&quot;:61.7},&quot;subLayout&quot;:[{&quot;id&quot;:&quot;2023-06-26T10:52:05&quot;,&quot;margin&quot;:{&quot;bottom&quot;:0,&quot;left&quot;:1.2699999809265137,&quot;right&quot;:1.2699999809265137,&quot;top&quot;:0.4230000376701355},&quot;type&quot;:0},{&quot;id&quot;:&quot;2023-06-26T10:52:05&quot;,&quot;margin&quot;:{&quot;bottom&quot;:0.025999998673796654,&quot;left&quot;:1.2699999809265137,&quot;right&quot;:1.2699999809265137,&quot;top&quot;:0.025999998673796654},&quot;type&quot;:0}],&quot;type&quot;:0},{&quot;id&quot;:&quot;2023-06-26T10:52:05&quot;,&quot;margin&quot;:{&quot;bottom&quot;:0.847000002861023,&quot;left&quot;:1.2699999809265137,&quot;right&quot;:1.2699999809265137,&quot;top&quot;:1.2699999809265137},&quot;type&quot;:0}],&quot;type&quot;:0}"/>
  <p:tag name="KSO_WM_SLIDE_BACKGROUND_TYPE" val="general"/>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7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20},&quot;minSize&quot;:{&quot;size1&quot;:11.2},&quot;normalSize&quot;:{&quot;size1&quot;:11.2},&quot;subLayout&quot;:[{&quot;id&quot;:&quot;2023-06-26T10:52:06&quot;,&quot;margin&quot;:{&quot;bottom&quot;:0.025999998673796654,&quot;left&quot;:1.2699999809265137,&quot;right&quot;:1.2699999809265137,&quot;top&quot;:0.4230000376701355},&quot;type&quot;:0},{&quot;id&quot;:&quot;2023-06-26T10:52: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9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7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7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6&quot;,&quot;maxSize&quot;:{&quot;size1&quot;:31.1},&quot;minSize&quot;:{&quot;size1&quot;:17.8},&quot;normalSize&quot;:{&quot;size1&quot;:17.8},&quot;subLayout&quot;:[{&quot;id&quot;:&quot;2023-06-26T10:52:06&quot;,&quot;maxSize&quot;:{&quot;size1&quot;:100},&quot;minSize&quot;:{&quot;size1&quot;:61.7},&quot;normalSize&quot;:{&quot;size1&quot;:61.7},&quot;subLayout&quot;:[{&quot;id&quot;:&quot;2023-06-26T10:52:06&quot;,&quot;margin&quot;:{&quot;bottom&quot;:0,&quot;left&quot;:1.2699999809265137,&quot;right&quot;:1.2699999809265137,&quot;top&quot;:0.4230000376701355},&quot;type&quot;:0},{&quot;id&quot;:&quot;2023-06-26T10:52:06&quot;,&quot;margin&quot;:{&quot;bottom&quot;:0.025999998673796654,&quot;left&quot;:1.2699999809265137,&quot;right&quot;:1.2699999809265137,&quot;top&quot;:0.025999998673796654},&quot;type&quot;:0}],&quot;type&quot;:0},{&quot;id&quot;:&quot;2023-06-26T10:52:06&quot;,&quot;margin&quot;:{&quot;bottom&quot;:0.847000002861023,&quot;left&quot;:1.2699999809265137,&quot;right&quot;:1.2699999809265137,&quot;top&quot;:1.2699999809265137},&quot;type&quot;:0}],&quot;type&quot;:0}"/>
  <p:tag name="KSO_WM_SLIDE_BACKGROUND_TYPE" val="general"/>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31.1},&quot;minSize&quot;:{&quot;size1&quot;:17.8},&quot;normalSize&quot;:{&quot;size1&quot;:17.8},&quot;subLayout&quot;:[{&quot;id&quot;:&quot;2023-06-26T10:52:07&quot;,&quot;maxSize&quot;:{&quot;size1&quot;:100},&quot;minSize&quot;:{&quot;size1&quot;:61.7},&quot;normalSize&quot;:{&quot;size1&quot;:61.7},&quot;subLayout&quot;:[{&quot;id&quot;:&quot;2023-06-26T10:52:07&quot;,&quot;margin&quot;:{&quot;bottom&quot;:0,&quot;left&quot;:1.2699999809265137,&quot;right&quot;:1.2699999809265137,&quot;top&quot;:0.4230000376701355},&quot;type&quot;:0},{&quot;id&quot;:&quot;2023-06-26T10:52:07&quot;,&quot;margin&quot;:{&quot;bottom&quot;:0.025999998673796654,&quot;left&quot;:1.2699999809265137,&quot;right&quot;:1.2699999809265137,&quot;top&quot;:0.025999998673796654},&quot;type&quot;:0}],&quot;type&quot;:0},{&quot;id&quot;:&quot;2023-06-26T10:52:07&quot;,&quot;margin&quot;:{&quot;bottom&quot;:0.847000002861023,&quot;left&quot;:1.2699999809265137,&quot;right&quot;:1.2699999809265137,&quot;top&quot;:1.2699999809265137},&quot;type&quot;:0}],&quot;type&quot;:0}"/>
  <p:tag name="KSO_WM_SLIDE_BACKGROUND_TYPE" val="general"/>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2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31.1},&quot;minSize&quot;:{&quot;size1&quot;:17.8},&quot;normalSize&quot;:{&quot;size1&quot;:17.8},&quot;subLayout&quot;:[{&quot;id&quot;:&quot;2023-06-26T10:52:07&quot;,&quot;maxSize&quot;:{&quot;size1&quot;:100},&quot;minSize&quot;:{&quot;size1&quot;:61.7},&quot;normalSize&quot;:{&quot;size1&quot;:61.7},&quot;subLayout&quot;:[{&quot;id&quot;:&quot;2023-06-26T10:52:07&quot;,&quot;margin&quot;:{&quot;bottom&quot;:0,&quot;left&quot;:1.2699999809265137,&quot;right&quot;:1.2699999809265137,&quot;top&quot;:0.4230000376701355},&quot;type&quot;:0},{&quot;id&quot;:&quot;2023-06-26T10:52:07&quot;,&quot;margin&quot;:{&quot;bottom&quot;:0.025999998673796654,&quot;left&quot;:1.2699999809265137,&quot;right&quot;:1.2699999809265137,&quot;top&quot;:0.025999998673796654},&quot;type&quot;:0}],&quot;type&quot;:0},{&quot;id&quot;:&quot;2023-06-26T10:52:07&quot;,&quot;margin&quot;:{&quot;bottom&quot;:0.847000002861023,&quot;left&quot;:1.2699999809265137,&quot;right&quot;:1.2699999809265137,&quot;top&quot;:1.2699999809265137},&quot;type&quot;:0}],&quot;type&quot;:0}"/>
  <p:tag name="KSO_WM_SLIDE_BACKGROUND_TYPE" val="general"/>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3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20},&quot;minSize&quot;:{&quot;size1&quot;:11.2},&quot;normalSize&quot;:{&quot;size1&quot;:11.2},&quot;subLayout&quot;:[{&quot;id&quot;:&quot;2023-06-26T10:52:07&quot;,&quot;margin&quot;:{&quot;bottom&quot;:0.025999998673796654,&quot;left&quot;:1.2699999809265137,&quot;right&quot;:1.2699999809265137,&quot;top&quot;:0.4230000376701355},&quot;type&quot;:0},{&quot;id&quot;:&quot;2023-06-26T10:52: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20},&quot;minSize&quot;:{&quot;size1&quot;:11.2},&quot;normalSize&quot;:{&quot;size1&quot;:11.2},&quot;subLayout&quot;:[{&quot;id&quot;:&quot;2023-06-26T10:52:07&quot;,&quot;margin&quot;:{&quot;bottom&quot;:0.025999998673796654,&quot;left&quot;:1.2699999809265137,&quot;right&quot;:1.2699999809265137,&quot;top&quot;:0.4230000376701355},&quot;type&quot;:0},{&quot;id&quot;:&quot;2023-06-26T10:52: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20},&quot;minSize&quot;:{&quot;size1&quot;:11.2},&quot;normalSize&quot;:{&quot;size1&quot;:11.2},&quot;subLayout&quot;:[{&quot;id&quot;:&quot;2023-06-26T10:52:07&quot;,&quot;margin&quot;:{&quot;bottom&quot;:0.025999998673796654,&quot;left&quot;:1.2699999809265137,&quot;right&quot;:1.2699999809265137,&quot;top&quot;:0.4230000376701355},&quot;type&quot;:0},{&quot;id&quot;:&quot;2023-06-26T10:52: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4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20},&quot;minSize&quot;:{&quot;size1&quot;:11.2},&quot;normalSize&quot;:{&quot;size1&quot;:11.2},&quot;subLayout&quot;:[{&quot;id&quot;:&quot;2023-06-26T10:52:07&quot;,&quot;margin&quot;:{&quot;bottom&quot;:0.025999998673796654,&quot;left&quot;:1.2699999809265137,&quot;right&quot;:1.2699999809265137,&quot;top&quot;:0.4230000376701355},&quot;type&quot;:0},{&quot;id&quot;:&quot;2023-06-26T10:52: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5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6T10:52:07&quot;,&quot;maxSize&quot;:{&quot;size1&quot;:20},&quot;minSize&quot;:{&quot;size1&quot;:11.2},&quot;normalSize&quot;:{&quot;size1&quot;:11.2},&quot;subLayout&quot;:[{&quot;id&quot;:&quot;2023-06-26T10:52:07&quot;,&quot;margin&quot;:{&quot;bottom&quot;:0.025999998673796654,&quot;left&quot;:1.2699999809265137,&quot;right&quot;:1.2699999809265137,&quot;top&quot;:0.4230000376701355},&quot;type&quot;:0},{&quot;id&quot;:&quot;2023-06-26T10:52: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757.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758.xml><?xml version="1.0" encoding="utf-8"?>
<p:tagLst xmlns:p="http://schemas.openxmlformats.org/presentationml/2006/main">
  <p:tag name="KSO_WPP_MARK_KEY" val="404c3e9f-d021-49d4-ba2a-f659d5a64c79"/>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27572</Words>
  <Application>WPS 演示</Application>
  <PresentationFormat>宽屏</PresentationFormat>
  <Paragraphs>890</Paragraphs>
  <Slides>82</Slides>
  <Notes>0</Notes>
  <HiddenSlides>0</HiddenSlides>
  <MMClips>0</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82</vt:i4>
      </vt:variant>
    </vt:vector>
  </HeadingPairs>
  <TitlesOfParts>
    <vt:vector size="113" baseType="lpstr">
      <vt:lpstr>Arial</vt:lpstr>
      <vt:lpstr>宋体</vt:lpstr>
      <vt:lpstr>Wingdings</vt:lpstr>
      <vt:lpstr>微软雅黑</vt:lpstr>
      <vt:lpstr>Segoe UI</vt:lpstr>
      <vt:lpstr>Arial Unicode MS</vt:lpstr>
      <vt:lpstr>Open Sans</vt:lpstr>
      <vt:lpstr>Montserrat Black</vt:lpstr>
      <vt:lpstr>Segoe Print</vt:lpstr>
      <vt:lpstr>幼圆</vt:lpstr>
      <vt:lpstr>黑体</vt:lpstr>
      <vt:lpstr>Kartika</vt:lpstr>
      <vt:lpstr>DejaVu Math TeX Gyre</vt:lpstr>
      <vt:lpstr>Arial Black</vt:lpstr>
      <vt:lpstr>Calibri</vt:lpstr>
      <vt:lpstr>Times New Roman</vt:lpstr>
      <vt:lpstr>Wingdings</vt:lpstr>
      <vt:lpstr>华文行楷</vt:lpstr>
      <vt:lpstr>华文彩云</vt:lpstr>
      <vt:lpstr>华文中宋</vt:lpstr>
      <vt:lpstr>仿宋</vt:lpstr>
      <vt:lpstr>汉仪青云简</vt:lpstr>
      <vt:lpstr>汉仪雅酷黑简</vt:lpstr>
      <vt:lpstr>华文仿宋</vt:lpstr>
      <vt:lpstr>华文宋体</vt:lpstr>
      <vt:lpstr>华文新魏</vt:lpstr>
      <vt:lpstr>华文楷体</vt:lpstr>
      <vt:lpstr>华文细黑</vt:lpstr>
      <vt:lpstr>华文隶书</vt:lpstr>
      <vt:lpstr>Office 主题​​</vt:lpstr>
      <vt:lpstr>1_Office 主题​​</vt:lpstr>
      <vt:lpstr>第 4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108</cp:revision>
  <dcterms:created xsi:type="dcterms:W3CDTF">2023-06-26T02:52:00Z</dcterms:created>
  <dcterms:modified xsi:type="dcterms:W3CDTF">2023-06-26T11:24:59Z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