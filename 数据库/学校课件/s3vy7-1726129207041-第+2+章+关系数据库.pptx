
<file path=[Content_Types].xml><?xml version="1.0" encoding="utf-8"?>
<Types xmlns="http://schemas.openxmlformats.org/package/2006/content-types">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62"/>
  </p:handoutMasterIdLst>
  <p:sldIdLst>
    <p:sldId id="257" r:id="rId4"/>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321" r:id="rId26"/>
    <p:sldId id="285" r:id="rId27"/>
    <p:sldId id="286" r:id="rId28"/>
    <p:sldId id="287" r:id="rId29"/>
    <p:sldId id="288" r:id="rId30"/>
    <p:sldId id="291" r:id="rId31"/>
    <p:sldId id="292" r:id="rId32"/>
    <p:sldId id="295" r:id="rId33"/>
    <p:sldId id="296" r:id="rId34"/>
    <p:sldId id="297" r:id="rId35"/>
    <p:sldId id="298" r:id="rId36"/>
    <p:sldId id="300" r:id="rId37"/>
    <p:sldId id="301" r:id="rId38"/>
    <p:sldId id="302" r:id="rId39"/>
    <p:sldId id="303" r:id="rId40"/>
    <p:sldId id="308" r:id="rId41"/>
    <p:sldId id="309" r:id="rId42"/>
    <p:sldId id="310" r:id="rId43"/>
    <p:sldId id="311" r:id="rId44"/>
    <p:sldId id="314" r:id="rId45"/>
    <p:sldId id="315" r:id="rId46"/>
    <p:sldId id="316" r:id="rId47"/>
    <p:sldId id="344" r:id="rId48"/>
    <p:sldId id="345" r:id="rId49"/>
    <p:sldId id="346" r:id="rId50"/>
    <p:sldId id="347" r:id="rId51"/>
    <p:sldId id="348" r:id="rId52"/>
    <p:sldId id="349" r:id="rId53"/>
    <p:sldId id="350" r:id="rId54"/>
    <p:sldId id="351" r:id="rId55"/>
    <p:sldId id="352" r:id="rId56"/>
    <p:sldId id="353" r:id="rId57"/>
    <p:sldId id="354" r:id="rId58"/>
    <p:sldId id="355" r:id="rId59"/>
    <p:sldId id="356" r:id="rId60"/>
    <p:sldId id="320" r:id="rId61"/>
  </p:sldIdLst>
  <p:sldSz cx="12192000" cy="6858000"/>
  <p:notesSz cx="7103745" cy="10234295"/>
  <p:custDataLst>
    <p:tags r:id="rId6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6" userDrawn="1">
          <p15:clr>
            <a:srgbClr val="A4A3A4"/>
          </p15:clr>
        </p15:guide>
        <p15:guide id="2" pos="383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06"/>
        <p:guide pos="3839"/>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7" Type="http://schemas.openxmlformats.org/officeDocument/2006/relationships/tags" Target="tags/tag545.xml"/><Relationship Id="rId66" Type="http://schemas.openxmlformats.org/officeDocument/2006/relationships/commentAuthors" Target="commentAuthors.xml"/><Relationship Id="rId65" Type="http://schemas.openxmlformats.org/officeDocument/2006/relationships/tableStyles" Target="tableStyles.xml"/><Relationship Id="rId64" Type="http://schemas.openxmlformats.org/officeDocument/2006/relationships/viewProps" Target="viewProps.xml"/><Relationship Id="rId63" Type="http://schemas.openxmlformats.org/officeDocument/2006/relationships/presProps" Target="presProps.xml"/><Relationship Id="rId62" Type="http://schemas.openxmlformats.org/officeDocument/2006/relationships/handoutMaster" Target="handoutMasters/handoutMaster1.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51.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81.xml"/><Relationship Id="rId7" Type="http://schemas.openxmlformats.org/officeDocument/2006/relationships/tags" Target="../tags/tag80.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0" Type="http://schemas.openxmlformats.org/officeDocument/2006/relationships/tags" Target="../tags/tag9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0" Type="http://schemas.openxmlformats.org/officeDocument/2006/relationships/tags" Target="../tags/tag99.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0" Type="http://schemas.openxmlformats.org/officeDocument/2006/relationships/tags" Target="../tags/tag116.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7" name="矩形 6"/>
          <p:cNvSpPr/>
          <p:nvPr userDrawn="1">
            <p:custDataLst>
              <p:tags r:id="rId2"/>
            </p:custDataLst>
          </p:nvPr>
        </p:nvSpPr>
        <p:spPr>
          <a:xfrm>
            <a:off x="274320" y="321260"/>
            <a:ext cx="11683455" cy="393053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8" name="任意形状 8"/>
          <p:cNvSpPr/>
          <p:nvPr userDrawn="1">
            <p:custDataLst>
              <p:tags r:id="rId3"/>
            </p:custDataLst>
          </p:nvPr>
        </p:nvSpPr>
        <p:spPr>
          <a:xfrm>
            <a:off x="9490237" y="321259"/>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99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9" name="任意形状 9"/>
          <p:cNvSpPr/>
          <p:nvPr userDrawn="1">
            <p:custDataLst>
              <p:tags r:id="rId4"/>
            </p:custDataLst>
          </p:nvPr>
        </p:nvSpPr>
        <p:spPr>
          <a:xfrm rot="10800000">
            <a:off x="261015" y="2411670"/>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矩形 9"/>
          <p:cNvSpPr/>
          <p:nvPr userDrawn="1">
            <p:custDataLst>
              <p:tags r:id="rId5"/>
            </p:custDataLst>
          </p:nvPr>
        </p:nvSpPr>
        <p:spPr>
          <a:xfrm>
            <a:off x="9471025" y="6254750"/>
            <a:ext cx="180022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custDataLst>
              <p:tags r:id="rId6"/>
            </p:custDataLst>
          </p:nvPr>
        </p:nvSpPr>
        <p:spPr>
          <a:xfrm flipV="1">
            <a:off x="750570" y="6305550"/>
            <a:ext cx="71564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userDrawn="1">
            <p:custDataLst>
              <p:tags r:id="rId7"/>
            </p:custDataLst>
          </p:nvPr>
        </p:nvSpPr>
        <p:spPr>
          <a:xfrm>
            <a:off x="1555115" y="6306820"/>
            <a:ext cx="88900"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userDrawn="1">
            <p:custDataLst>
              <p:tags r:id="rId8"/>
            </p:custDataLst>
          </p:nvPr>
        </p:nvSpPr>
        <p:spPr>
          <a:xfrm>
            <a:off x="1731010" y="6306820"/>
            <a:ext cx="253365" cy="76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日期占位符 15"/>
          <p:cNvSpPr>
            <a:spLocks noGrp="1"/>
          </p:cNvSpPr>
          <p:nvPr>
            <p:ph type="dt" sz="half" idx="10"/>
            <p:custDataLst>
              <p:tags r:id="rId9"/>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a:lstStyle/>
          <a:p>
            <a:endParaRPr lang="zh-CN" altLang="en-US" dirty="0"/>
          </a:p>
        </p:txBody>
      </p:sp>
      <p:sp>
        <p:nvSpPr>
          <p:cNvPr id="18" name="灯片编号占位符 17"/>
          <p:cNvSpPr>
            <a:spLocks noGrp="1"/>
          </p:cNvSpPr>
          <p:nvPr>
            <p:ph type="sldNum" sz="quarter" idx="12"/>
            <p:custDataLst>
              <p:tags r:id="rId11"/>
            </p:custDataLst>
          </p:nvPr>
        </p:nvSpPr>
        <p:spPr/>
        <p:txBody>
          <a:bodyPr/>
          <a:lstStyle/>
          <a:p>
            <a:fld id="{49AE70B2-8BF9-45C0-BB95-33D1B9D3A854}" type="slidenum">
              <a:rPr lang="zh-CN" altLang="en-US" smtClean="0"/>
            </a:fld>
            <a:endParaRPr lang="zh-CN" altLang="en-US" dirty="0"/>
          </a:p>
        </p:txBody>
      </p:sp>
      <p:sp>
        <p:nvSpPr>
          <p:cNvPr id="2" name="标题 1"/>
          <p:cNvSpPr>
            <a:spLocks noGrp="1"/>
          </p:cNvSpPr>
          <p:nvPr>
            <p:ph type="ctrTitle" hasCustomPrompt="1"/>
            <p:custDataLst>
              <p:tags r:id="rId12"/>
            </p:custDataLst>
          </p:nvPr>
        </p:nvSpPr>
        <p:spPr>
          <a:xfrm>
            <a:off x="883644" y="809127"/>
            <a:ext cx="9144000" cy="1896745"/>
          </a:xfrm>
        </p:spPr>
        <p:txBody>
          <a:bodyPr lIns="91440" tIns="45720" rIns="91440" bIns="0" anchor="b" anchorCtr="0">
            <a:normAutofit/>
          </a:bodyPr>
          <a:lstStyle>
            <a:lvl1pPr algn="l">
              <a:defRPr sz="6600" b="1" spc="600" baseline="0">
                <a:latin typeface="Arial" panose="020B0604020202020204" pitchFamily="34" charset="0"/>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13"/>
            </p:custDataLst>
          </p:nvPr>
        </p:nvSpPr>
        <p:spPr>
          <a:xfrm>
            <a:off x="883643" y="3017520"/>
            <a:ext cx="9144000" cy="890270"/>
          </a:xfrm>
        </p:spPr>
        <p:txBody>
          <a:bodyPr lIns="91440" tIns="0" rIns="91440" bIns="45720">
            <a:normAutofit/>
          </a:bodyPr>
          <a:lstStyle>
            <a:lvl1pPr marL="0" indent="0" algn="l" eaLnBrk="1" fontAlgn="auto" latinLnBrk="0" hangingPunct="1">
              <a:lnSpc>
                <a:spcPct val="100000"/>
              </a:lnSpc>
              <a:buNone/>
              <a:defRPr sz="2400" u="none" strike="noStrike" kern="1200" cap="none" spc="200" normalizeH="0" baseline="0">
                <a:solidFill>
                  <a:schemeClr val="tx1">
                    <a:lumMod val="75000"/>
                    <a:lumOff val="25000"/>
                  </a:schemeClr>
                </a:solidFill>
                <a:uFillTx/>
                <a:latin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5" name="文本占位符 4"/>
          <p:cNvSpPr>
            <a:spLocks noGrp="1"/>
          </p:cNvSpPr>
          <p:nvPr>
            <p:ph type="body" sz="quarter" idx="13" hasCustomPrompt="1"/>
            <p:custDataLst>
              <p:tags r:id="rId14"/>
            </p:custDataLst>
          </p:nvPr>
        </p:nvSpPr>
        <p:spPr>
          <a:xfrm>
            <a:off x="883644" y="5050433"/>
            <a:ext cx="3365430" cy="579657"/>
          </a:xfrm>
        </p:spPr>
        <p:txBody>
          <a:bodyPr lIns="91440" tIns="45720" rIns="91440" bIns="45720">
            <a:normAutofit/>
          </a:bodyPr>
          <a:lstStyle>
            <a:lvl1pPr marL="0" indent="0">
              <a:buNone/>
              <a:defRPr sz="2400" baseline="0">
                <a:solidFill>
                  <a:schemeClr val="accent1"/>
                </a:solidFill>
                <a:latin typeface="Arial" panose="020B0604020202020204" pitchFamily="34" charset="0"/>
              </a:defRPr>
            </a:lvl1pPr>
          </a:lstStyle>
          <a:p>
            <a:pPr lvl="0"/>
            <a:r>
              <a:rPr lang="zh-CN" altLang="en-US" dirty="0"/>
              <a:t>编辑文本</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6474460"/>
            <a:ext cx="12249150" cy="3835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2" name="标题 1"/>
          <p:cNvSpPr>
            <a:spLocks noGrp="1"/>
          </p:cNvSpPr>
          <p:nvPr>
            <p:ph type="title" hasCustomPrompt="1"/>
            <p:custDataLst>
              <p:tags r:id="rId3"/>
            </p:custDataLst>
          </p:nvPr>
        </p:nvSpPr>
        <p:spPr>
          <a:xfrm>
            <a:off x="4676775" y="2059757"/>
            <a:ext cx="6243774" cy="922021"/>
          </a:xfrm>
        </p:spPr>
        <p:txBody>
          <a:bodyPr lIns="91440" tIns="45720" rIns="91440" bIns="0" anchor="b" anchorCtr="0">
            <a:normAutofit/>
          </a:bodyPr>
          <a:lstStyle>
            <a:lvl1pPr>
              <a:defRPr sz="5400" u="none" strike="noStrike" kern="1200" cap="none" spc="300" normalizeH="0" baseline="0">
                <a:solidFill>
                  <a:schemeClr val="accent1"/>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4"/>
            </p:custDataLst>
          </p:nvPr>
        </p:nvSpPr>
        <p:spPr>
          <a:xfrm>
            <a:off x="4676775" y="3102596"/>
            <a:ext cx="6243774" cy="1401006"/>
          </a:xfrm>
        </p:spPr>
        <p:txBody>
          <a:bodyPr lIns="91440" tIns="0" rIns="91440" bIns="45720">
            <a:normAutofit/>
          </a:bodyPr>
          <a:lstStyle>
            <a:lvl1pPr marL="0" indent="0" eaLnBrk="1" fontAlgn="auto" latinLnBrk="0" hangingPunct="1">
              <a:buNone/>
              <a:defRPr kumimoji="0" lang="zh-CN" altLang="en-US" sz="1800" b="0" i="0" u="none" strike="noStrike" kern="1200" cap="none" spc="150" normalizeH="0" baseline="0" noProof="1">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7628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45227" y="952508"/>
            <a:ext cx="5283242" cy="5388907"/>
          </a:xfrm>
        </p:spPr>
        <p:txBody>
          <a:bodyPr>
            <a:noAutofit/>
          </a:bodyPr>
          <a:lstStyle>
            <a:lvl1pPr>
              <a:defRPr sz="1600" baseline="0">
                <a:solidFill>
                  <a:schemeClr val="tx1">
                    <a:lumMod val="75000"/>
                    <a:lumOff val="25000"/>
                  </a:schemeClr>
                </a:solidFill>
                <a:latin typeface="Arial" panose="020B0604020202020204" pitchFamily="34" charset="0"/>
                <a:ea typeface="微软雅黑" panose="020B0503020204020204" charset="-122"/>
              </a:defRPr>
            </a:lvl1pPr>
            <a:lvl2pPr>
              <a:defRPr sz="1600" baseline="0">
                <a:solidFill>
                  <a:schemeClr val="tx1">
                    <a:lumMod val="75000"/>
                    <a:lumOff val="25000"/>
                  </a:schemeClr>
                </a:solidFill>
                <a:latin typeface="Arial" panose="020B0604020202020204" pitchFamily="34" charset="0"/>
                <a:ea typeface="微软雅黑" panose="020B0503020204020204" charset="-122"/>
              </a:defRPr>
            </a:lvl2pPr>
            <a:lvl3pPr>
              <a:defRPr sz="1600" baseline="0">
                <a:solidFill>
                  <a:schemeClr val="tx1">
                    <a:lumMod val="75000"/>
                    <a:lumOff val="25000"/>
                  </a:schemeClr>
                </a:solidFill>
                <a:latin typeface="Arial" panose="020B0604020202020204" pitchFamily="34" charset="0"/>
                <a:ea typeface="微软雅黑" panose="020B0503020204020204" charset="-122"/>
              </a:defRPr>
            </a:lvl3pPr>
            <a:lvl4pPr>
              <a:defRPr sz="1600" baseline="0">
                <a:solidFill>
                  <a:schemeClr val="tx1">
                    <a:lumMod val="75000"/>
                    <a:lumOff val="25000"/>
                  </a:schemeClr>
                </a:solidFill>
                <a:latin typeface="Arial" panose="020B0604020202020204" pitchFamily="34" charset="0"/>
                <a:ea typeface="微软雅黑" panose="020B0503020204020204" charset="-122"/>
              </a:defRPr>
            </a:lvl4pPr>
            <a:lvl5pPr>
              <a:defRPr sz="1600"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baseline="0">
                <a:solidFill>
                  <a:schemeClr val="tx1">
                    <a:lumMod val="75000"/>
                    <a:lumOff val="25000"/>
                  </a:schemeClr>
                </a:solidFill>
                <a:latin typeface="Arial" panose="020B0604020202020204" pitchFamily="34" charset="0"/>
              </a:defRPr>
            </a:lvl1pPr>
            <a:lvl2pPr>
              <a:defRPr baseline="0">
                <a:solidFill>
                  <a:schemeClr val="tx1">
                    <a:lumMod val="75000"/>
                    <a:lumOff val="25000"/>
                  </a:schemeClr>
                </a:solidFill>
                <a:latin typeface="Arial" panose="020B0604020202020204" pitchFamily="34" charset="0"/>
              </a:defRPr>
            </a:lvl2pPr>
            <a:lvl3pPr>
              <a:defRPr baseline="0">
                <a:solidFill>
                  <a:schemeClr val="tx1">
                    <a:lumMod val="75000"/>
                    <a:lumOff val="25000"/>
                  </a:schemeClr>
                </a:solidFill>
                <a:latin typeface="Arial" panose="020B0604020202020204" pitchFamily="34" charset="0"/>
              </a:defRPr>
            </a:lvl3pPr>
            <a:lvl4pPr>
              <a:defRPr baseline="0">
                <a:solidFill>
                  <a:schemeClr val="tx1">
                    <a:lumMod val="75000"/>
                    <a:lumOff val="25000"/>
                  </a:schemeClr>
                </a:solidFill>
                <a:latin typeface="Arial" panose="020B0604020202020204" pitchFamily="34" charset="0"/>
              </a:defRPr>
            </a:lvl4pPr>
            <a:lvl5pPr>
              <a:defRPr baseline="0">
                <a:solidFill>
                  <a:schemeClr val="tx1">
                    <a:lumMod val="75000"/>
                    <a:lumOff val="2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6" name="矩形 5"/>
          <p:cNvSpPr/>
          <p:nvPr userDrawn="1">
            <p:custDataLst>
              <p:tags r:id="rId2"/>
            </p:custDataLst>
          </p:nvPr>
        </p:nvSpPr>
        <p:spPr>
          <a:xfrm>
            <a:off x="266065" y="313690"/>
            <a:ext cx="11683365" cy="5634990"/>
          </a:xfrm>
          <a:prstGeom prst="rect">
            <a:avLst/>
          </a:prstGeom>
          <a:solidFill>
            <a:schemeClr val="tx2"/>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highlight>
                <a:srgbClr val="1171F1"/>
              </a:highlight>
            </a:endParaRPr>
          </a:p>
        </p:txBody>
      </p:sp>
      <p:sp>
        <p:nvSpPr>
          <p:cNvPr id="9" name="矩形 8"/>
          <p:cNvSpPr/>
          <p:nvPr userDrawn="1">
            <p:custDataLst>
              <p:tags r:id="rId3"/>
            </p:custDataLst>
          </p:nvPr>
        </p:nvSpPr>
        <p:spPr>
          <a:xfrm>
            <a:off x="1422400" y="4064000"/>
            <a:ext cx="5283200" cy="12700"/>
          </a:xfrm>
          <a:prstGeom prst="rect">
            <a:avLst/>
          </a:prstGeom>
          <a:solidFill>
            <a:schemeClr val="accent1">
              <a:lumMod val="50000"/>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形状 8"/>
          <p:cNvSpPr/>
          <p:nvPr userDrawn="1">
            <p:custDataLst>
              <p:tags r:id="rId4"/>
            </p:custDataLst>
          </p:nvPr>
        </p:nvSpPr>
        <p:spPr>
          <a:xfrm>
            <a:off x="9480712" y="313004"/>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8" name="任意形状 9"/>
          <p:cNvSpPr/>
          <p:nvPr userDrawn="1">
            <p:custDataLst>
              <p:tags r:id="rId5"/>
            </p:custDataLst>
          </p:nvPr>
        </p:nvSpPr>
        <p:spPr>
          <a:xfrm rot="10800000">
            <a:off x="261015" y="4113028"/>
            <a:ext cx="1887415" cy="184012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99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6"/>
            </p:custDataLst>
          </p:nvPr>
        </p:nvSpPr>
        <p:spPr>
          <a:xfrm>
            <a:off x="1320799" y="2376714"/>
            <a:ext cx="6653601" cy="1607337"/>
          </a:xfrm>
        </p:spPr>
        <p:txBody>
          <a:bodyPr vert="horz" lIns="91440" tIns="45720" rIns="91440" bIns="0" rtlCol="0" anchor="b" anchorCtr="0">
            <a:normAutofit/>
          </a:bodyPr>
          <a:lstStyle>
            <a:lvl1pPr marL="0" marR="0" algn="l" defTabSz="914400" rtl="0" eaLnBrk="1" fontAlgn="auto" latinLnBrk="0" hangingPunct="1">
              <a:lnSpc>
                <a:spcPct val="100000"/>
              </a:lnSpc>
              <a:buNone/>
              <a:defRPr kumimoji="0" lang="zh-CN" altLang="en-US" sz="9600" b="1" i="0" u="none" strike="noStrike" kern="1200" cap="none" spc="600" normalizeH="0" baseline="0" noProof="1" dirty="0">
                <a:solidFill>
                  <a:schemeClr val="accent1"/>
                </a:solidFill>
                <a:uFillTx/>
                <a:latin typeface="Arial" panose="020B0604020202020204" pitchFamily="34" charset="0"/>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a:lstStyle/>
          <a:p>
            <a:endParaRPr lang="zh-CN" altLang="en-US"/>
          </a:p>
        </p:txBody>
      </p:sp>
      <p:sp>
        <p:nvSpPr>
          <p:cNvPr id="5" name="灯片编号占位符 4"/>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2"/>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3"/>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p:txBody>
          <a:bodyPr>
            <a:normAutofit/>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63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custDataLst>
              <p:tags r:id="rId3"/>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0" y="0"/>
            <a:ext cx="4823460" cy="686625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6" name="任意形状 8"/>
          <p:cNvSpPr/>
          <p:nvPr userDrawn="1">
            <p:custDataLst>
              <p:tags r:id="rId3"/>
            </p:custDataLst>
          </p:nvPr>
        </p:nvSpPr>
        <p:spPr>
          <a:xfrm rot="16200000">
            <a:off x="-21591" y="25773"/>
            <a:ext cx="1741805" cy="169862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10" name="任意形状 9"/>
          <p:cNvSpPr/>
          <p:nvPr userDrawn="1">
            <p:custDataLst>
              <p:tags r:id="rId4"/>
            </p:custDataLst>
          </p:nvPr>
        </p:nvSpPr>
        <p:spPr>
          <a:xfrm rot="10800000">
            <a:off x="0" y="5913755"/>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hasCustomPrompt="1"/>
            <p:custDataLst>
              <p:tags r:id="rId5"/>
            </p:custDataLst>
          </p:nvPr>
        </p:nvSpPr>
        <p:spPr>
          <a:xfrm>
            <a:off x="583200" y="770400"/>
            <a:ext cx="3960000" cy="882000"/>
          </a:xfrm>
        </p:spPr>
        <p:txBody>
          <a:bodyPr anchor="ctr">
            <a:normAutofit/>
          </a:bodyPr>
          <a:lstStyle>
            <a:lvl1pPr>
              <a:defRPr sz="3600" baseline="0">
                <a:solidFill>
                  <a:schemeClr val="accent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800" y="1764000"/>
            <a:ext cx="3956400" cy="4093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101200" y="769938"/>
            <a:ext cx="6480000" cy="5087937"/>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2000" cy="2663825"/>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8" name="任意形状 9"/>
          <p:cNvSpPr/>
          <p:nvPr userDrawn="1">
            <p:custDataLst>
              <p:tags r:id="rId3"/>
            </p:custDataLst>
          </p:nvPr>
        </p:nvSpPr>
        <p:spPr>
          <a:xfrm rot="16200000">
            <a:off x="-18383" y="15240"/>
            <a:ext cx="1243965" cy="121348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6" name="任意形状 8"/>
          <p:cNvSpPr/>
          <p:nvPr userDrawn="1">
            <p:custDataLst>
              <p:tags r:id="rId4"/>
            </p:custDataLst>
          </p:nvPr>
        </p:nvSpPr>
        <p:spPr>
          <a:xfrm>
            <a:off x="10344785" y="0"/>
            <a:ext cx="1847215" cy="1801495"/>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gs>
              <a:gs pos="100000">
                <a:schemeClr val="tx2">
                  <a:lumMod val="90000"/>
                  <a:alpha val="24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3810" y="5029201"/>
            <a:ext cx="12192000" cy="1828799"/>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10" name="任意形状 9"/>
          <p:cNvSpPr/>
          <p:nvPr userDrawn="1">
            <p:custDataLst>
              <p:tags r:id="rId3"/>
            </p:custDataLst>
          </p:nvPr>
        </p:nvSpPr>
        <p:spPr>
          <a:xfrm rot="10800000">
            <a:off x="3810" y="5905500"/>
            <a:ext cx="976630" cy="95250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tx2">
                  <a:lumMod val="90000"/>
                  <a:alpha val="24000"/>
                </a:schemeClr>
              </a:gs>
              <a:gs pos="100000">
                <a:schemeClr val="bg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dirty="0">
              <a:highlight>
                <a:srgbClr val="1171F1"/>
              </a:highlight>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3492"/>
            <a:ext cx="12192000" cy="914400"/>
          </a:xfrm>
          <a:prstGeom prst="rect">
            <a:avLst/>
          </a:prstGeom>
          <a:solidFill>
            <a:schemeClr val="tx2">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3"/>
            </p:custDataLst>
          </p:nvPr>
        </p:nvSpPr>
        <p:spPr>
          <a:xfrm>
            <a:off x="579755" y="193040"/>
            <a:ext cx="11037570" cy="521335"/>
          </a:xfrm>
        </p:spPr>
        <p:txBody>
          <a:bodyPr>
            <a:noAutofit/>
          </a:bodyPr>
          <a:lstStyle>
            <a:lvl1pPr>
              <a:defRPr sz="2800" baseline="0">
                <a:solidFill>
                  <a:schemeClr val="accent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vl2pPr>
              <a:defRPr baseline="0">
                <a:solidFill>
                  <a:schemeClr val="tx1">
                    <a:lumMod val="75000"/>
                    <a:lumOff val="25000"/>
                  </a:schemeClr>
                </a:solidFill>
                <a:latin typeface="Arial" panose="020B0604020202020204" pitchFamily="34" charset="0"/>
                <a:ea typeface="微软雅黑" panose="020B0503020204020204" charset="-122"/>
              </a:defRPr>
            </a:lvl2pPr>
            <a:lvl3pPr>
              <a:defRPr baseline="0">
                <a:solidFill>
                  <a:schemeClr val="tx1">
                    <a:lumMod val="75000"/>
                    <a:lumOff val="25000"/>
                  </a:schemeClr>
                </a:solidFill>
                <a:latin typeface="Arial" panose="020B0604020202020204" pitchFamily="34" charset="0"/>
                <a:ea typeface="微软雅黑" panose="020B0503020204020204" charset="-122"/>
              </a:defRPr>
            </a:lvl3pPr>
            <a:lvl4pPr>
              <a:defRPr baseline="0">
                <a:solidFill>
                  <a:schemeClr val="tx1">
                    <a:lumMod val="75000"/>
                    <a:lumOff val="25000"/>
                  </a:schemeClr>
                </a:solidFill>
                <a:latin typeface="Arial" panose="020B0604020202020204" pitchFamily="34" charset="0"/>
                <a:ea typeface="微软雅黑" panose="020B0503020204020204" charset="-122"/>
              </a:defRPr>
            </a:lvl4pPr>
            <a:lvl5pPr>
              <a:defRPr baseline="0">
                <a:solidFill>
                  <a:schemeClr val="tx1">
                    <a:lumMod val="75000"/>
                    <a:lumOff val="2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9"/>
            </p:custDataLst>
          </p:nvPr>
        </p:nvSpPr>
        <p:spPr>
          <a:xfrm>
            <a:off x="572400" y="4816800"/>
            <a:ext cx="53424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lstStyle>
            <a:lvl1pP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hasCustomPrompt="1"/>
            <p:custDataLst>
              <p:tags r:id="rId3"/>
            </p:custDataLst>
          </p:nvPr>
        </p:nvSpPr>
        <p:spPr>
          <a:xfrm>
            <a:off x="1522800" y="1339200"/>
            <a:ext cx="9144000" cy="2386800"/>
          </a:xfrm>
        </p:spPr>
        <p:txBody>
          <a:bodyPr anchor="b">
            <a:normAutofit/>
          </a:bodyPr>
          <a:lstStyle>
            <a:lvl1pPr algn="ctr">
              <a:defRPr sz="6000" baseline="0">
                <a:solidFill>
                  <a:schemeClr val="accent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7"/>
            </p:custDataLst>
          </p:nvPr>
        </p:nvSpPr>
        <p:spPr>
          <a:xfrm>
            <a:off x="1522413" y="3862800"/>
            <a:ext cx="9144000" cy="1656000"/>
          </a:xfrm>
        </p:spPr>
        <p:txBody>
          <a:bodyPr/>
          <a:lstStyle>
            <a:lvl1pPr algn="ctr">
              <a:defRPr baseline="0">
                <a:solidFill>
                  <a:schemeClr val="tx1">
                    <a:lumMod val="75000"/>
                    <a:lumOff val="2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128.xml"/><Relationship Id="rId23" Type="http://schemas.openxmlformats.org/officeDocument/2006/relationships/tags" Target="../tags/tag127.xml"/><Relationship Id="rId22" Type="http://schemas.openxmlformats.org/officeDocument/2006/relationships/tags" Target="../tags/tag126.xml"/><Relationship Id="rId21" Type="http://schemas.openxmlformats.org/officeDocument/2006/relationships/tags" Target="../tags/tag125.xml"/><Relationship Id="rId20" Type="http://schemas.openxmlformats.org/officeDocument/2006/relationships/tags" Target="../tags/tag124.xml"/><Relationship Id="rId2" Type="http://schemas.openxmlformats.org/officeDocument/2006/relationships/slideLayout" Target="../slideLayouts/slideLayout12.xml"/><Relationship Id="rId19" Type="http://schemas.openxmlformats.org/officeDocument/2006/relationships/tags" Target="../tags/tag123.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accent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75000"/>
              <a:lumOff val="2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1.xml"/><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37.xml"/><Relationship Id="rId5" Type="http://schemas.openxmlformats.org/officeDocument/2006/relationships/tags" Target="../tags/tag136.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43.xml"/><Relationship Id="rId6" Type="http://schemas.openxmlformats.org/officeDocument/2006/relationships/image" Target="../media/image1.png"/><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3" Type="http://schemas.openxmlformats.org/officeDocument/2006/relationships/tags" Target="../tags/tag146.xml"/><Relationship Id="rId2" Type="http://schemas.openxmlformats.org/officeDocument/2006/relationships/tags" Target="../tags/tag145.xml"/><Relationship Id="rId1" Type="http://schemas.openxmlformats.org/officeDocument/2006/relationships/tags" Target="../tags/tag144.xml"/></Relationships>
</file>

<file path=ppt/slides/_rels/slide5.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3" Type="http://schemas.openxmlformats.org/officeDocument/2006/relationships/slideLayout" Target="../slideLayouts/slideLayout17.xml"/><Relationship Id="rId12" Type="http://schemas.openxmlformats.org/officeDocument/2006/relationships/tags" Target="../tags/tag160.xml"/><Relationship Id="rId11" Type="http://schemas.openxmlformats.org/officeDocument/2006/relationships/image" Target="../media/image2.emf"/><Relationship Id="rId10" Type="http://schemas.openxmlformats.org/officeDocument/2006/relationships/tags" Target="../tags/tag159.xml"/><Relationship Id="rId1" Type="http://schemas.openxmlformats.org/officeDocument/2006/relationships/tags" Target="../tags/tag150.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66.xml"/><Relationship Id="rId7" Type="http://schemas.openxmlformats.org/officeDocument/2006/relationships/image" Target="../media/image4.emf"/><Relationship Id="rId6" Type="http://schemas.openxmlformats.org/officeDocument/2006/relationships/image" Target="../media/image3.png"/><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 Type="http://schemas.openxmlformats.org/officeDocument/2006/relationships/tags" Target="../tags/tag161.xml"/></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s>
</file>

<file path=ppt/slides/_rels/slide8.xml.rels><?xml version="1.0" encoding="UTF-8" standalone="yes"?>
<Relationships xmlns="http://schemas.openxmlformats.org/package/2006/relationships"><Relationship Id="rId9" Type="http://schemas.openxmlformats.org/officeDocument/2006/relationships/tags" Target="../tags/tag181.xml"/><Relationship Id="rId8" Type="http://schemas.openxmlformats.org/officeDocument/2006/relationships/tags" Target="../tags/tag180.xml"/><Relationship Id="rId7" Type="http://schemas.openxmlformats.org/officeDocument/2006/relationships/tags" Target="../tags/tag179.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2" Type="http://schemas.openxmlformats.org/officeDocument/2006/relationships/slideLayout" Target="../slideLayouts/slideLayout17.xml"/><Relationship Id="rId11" Type="http://schemas.openxmlformats.org/officeDocument/2006/relationships/tags" Target="../tags/tag183.xml"/><Relationship Id="rId10" Type="http://schemas.openxmlformats.org/officeDocument/2006/relationships/tags" Target="../tags/tag182.xml"/><Relationship Id="rId1" Type="http://schemas.openxmlformats.org/officeDocument/2006/relationships/tags" Target="../tags/tag173.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190.xml"/><Relationship Id="rId6" Type="http://schemas.openxmlformats.org/officeDocument/2006/relationships/tags" Target="../tags/tag189.xml"/><Relationship Id="rId5" Type="http://schemas.openxmlformats.org/officeDocument/2006/relationships/tags" Target="../tags/tag188.xml"/><Relationship Id="rId4" Type="http://schemas.openxmlformats.org/officeDocument/2006/relationships/tags" Target="../tags/tag187.xml"/><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197.xml"/><Relationship Id="rId7" Type="http://schemas.openxmlformats.org/officeDocument/2006/relationships/image" Target="../media/image5.emf"/><Relationship Id="rId6" Type="http://schemas.openxmlformats.org/officeDocument/2006/relationships/tags" Target="../tags/tag196.xml"/><Relationship Id="rId5" Type="http://schemas.openxmlformats.org/officeDocument/2006/relationships/tags" Target="../tags/tag195.xml"/><Relationship Id="rId4" Type="http://schemas.openxmlformats.org/officeDocument/2006/relationships/tags" Target="../tags/tag194.xml"/><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04.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s>
</file>

<file path=ppt/slides/_rels/slide12.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11.xml"/><Relationship Id="rId6" Type="http://schemas.openxmlformats.org/officeDocument/2006/relationships/tags" Target="../tags/tag210.xml"/><Relationship Id="rId5" Type="http://schemas.openxmlformats.org/officeDocument/2006/relationships/tags" Target="../tags/tag209.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13.xml.rels><?xml version="1.0" encoding="UTF-8" standalone="yes"?>
<Relationships xmlns="http://schemas.openxmlformats.org/package/2006/relationships"><Relationship Id="rId9" Type="http://schemas.openxmlformats.org/officeDocument/2006/relationships/tags" Target="../tags/tag220.xml"/><Relationship Id="rId8" Type="http://schemas.openxmlformats.org/officeDocument/2006/relationships/tags" Target="../tags/tag219.xml"/><Relationship Id="rId7" Type="http://schemas.openxmlformats.org/officeDocument/2006/relationships/tags" Target="../tags/tag218.xml"/><Relationship Id="rId6" Type="http://schemas.openxmlformats.org/officeDocument/2006/relationships/tags" Target="../tags/tag217.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3" Type="http://schemas.openxmlformats.org/officeDocument/2006/relationships/slideLayout" Target="../slideLayouts/slideLayout17.xml"/><Relationship Id="rId12" Type="http://schemas.openxmlformats.org/officeDocument/2006/relationships/tags" Target="../tags/tag223.xml"/><Relationship Id="rId11" Type="http://schemas.openxmlformats.org/officeDocument/2006/relationships/tags" Target="../tags/tag222.xml"/><Relationship Id="rId10" Type="http://schemas.openxmlformats.org/officeDocument/2006/relationships/tags" Target="../tags/tag221.xml"/><Relationship Id="rId1" Type="http://schemas.openxmlformats.org/officeDocument/2006/relationships/tags" Target="../tags/tag212.xml"/></Relationships>
</file>

<file path=ppt/slides/_rels/slide14.xml.rels><?xml version="1.0" encoding="UTF-8" standalone="yes"?>
<Relationships xmlns="http://schemas.openxmlformats.org/package/2006/relationships"><Relationship Id="rId9" Type="http://schemas.openxmlformats.org/officeDocument/2006/relationships/tags" Target="../tags/tag232.xml"/><Relationship Id="rId8" Type="http://schemas.openxmlformats.org/officeDocument/2006/relationships/tags" Target="../tags/tag231.xml"/><Relationship Id="rId7" Type="http://schemas.openxmlformats.org/officeDocument/2006/relationships/tags" Target="../tags/tag230.xml"/><Relationship Id="rId6" Type="http://schemas.openxmlformats.org/officeDocument/2006/relationships/tags" Target="../tags/tag229.xml"/><Relationship Id="rId5" Type="http://schemas.openxmlformats.org/officeDocument/2006/relationships/tags" Target="../tags/tag228.xml"/><Relationship Id="rId4" Type="http://schemas.openxmlformats.org/officeDocument/2006/relationships/tags" Target="../tags/tag227.xml"/><Relationship Id="rId3" Type="http://schemas.openxmlformats.org/officeDocument/2006/relationships/tags" Target="../tags/tag226.xml"/><Relationship Id="rId2" Type="http://schemas.openxmlformats.org/officeDocument/2006/relationships/tags" Target="../tags/tag225.xml"/><Relationship Id="rId13" Type="http://schemas.openxmlformats.org/officeDocument/2006/relationships/slideLayout" Target="../slideLayouts/slideLayout17.xml"/><Relationship Id="rId12" Type="http://schemas.openxmlformats.org/officeDocument/2006/relationships/tags" Target="../tags/tag235.xml"/><Relationship Id="rId11" Type="http://schemas.openxmlformats.org/officeDocument/2006/relationships/tags" Target="../tags/tag234.xml"/><Relationship Id="rId10" Type="http://schemas.openxmlformats.org/officeDocument/2006/relationships/tags" Target="../tags/tag233.xml"/><Relationship Id="rId1" Type="http://schemas.openxmlformats.org/officeDocument/2006/relationships/tags" Target="../tags/tag224.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tags" Target="../tags/tag237.xml"/><Relationship Id="rId1" Type="http://schemas.openxmlformats.org/officeDocument/2006/relationships/tags" Target="../tags/tag236.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49.xml"/><Relationship Id="rId6" Type="http://schemas.openxmlformats.org/officeDocument/2006/relationships/tags" Target="../tags/tag248.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 Type="http://schemas.openxmlformats.org/officeDocument/2006/relationships/tags" Target="../tags/tag250.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63.xml"/><Relationship Id="rId6" Type="http://schemas.openxmlformats.org/officeDocument/2006/relationships/tags" Target="../tags/tag262.xml"/><Relationship Id="rId5" Type="http://schemas.openxmlformats.org/officeDocument/2006/relationships/tags" Target="../tags/tag261.xml"/><Relationship Id="rId4" Type="http://schemas.openxmlformats.org/officeDocument/2006/relationships/tags" Target="../tags/tag260.xml"/><Relationship Id="rId3" Type="http://schemas.openxmlformats.org/officeDocument/2006/relationships/tags" Target="../tags/tag259.xml"/><Relationship Id="rId2" Type="http://schemas.openxmlformats.org/officeDocument/2006/relationships/tags" Target="../tags/tag258.xml"/><Relationship Id="rId1" Type="http://schemas.openxmlformats.org/officeDocument/2006/relationships/tags" Target="../tags/tag257.xml"/></Relationships>
</file>

<file path=ppt/slides/_rels/slide19.xml.rels><?xml version="1.0" encoding="UTF-8" standalone="yes"?>
<Relationships xmlns="http://schemas.openxmlformats.org/package/2006/relationships"><Relationship Id="rId9" Type="http://schemas.openxmlformats.org/officeDocument/2006/relationships/tags" Target="../tags/tag272.xml"/><Relationship Id="rId8" Type="http://schemas.openxmlformats.org/officeDocument/2006/relationships/tags" Target="../tags/tag271.xml"/><Relationship Id="rId7" Type="http://schemas.openxmlformats.org/officeDocument/2006/relationships/tags" Target="../tags/tag270.xml"/><Relationship Id="rId6" Type="http://schemas.openxmlformats.org/officeDocument/2006/relationships/tags" Target="../tags/tag269.xml"/><Relationship Id="rId5" Type="http://schemas.openxmlformats.org/officeDocument/2006/relationships/tags" Target="../tags/tag268.xml"/><Relationship Id="rId4" Type="http://schemas.openxmlformats.org/officeDocument/2006/relationships/tags" Target="../tags/tag267.xml"/><Relationship Id="rId3" Type="http://schemas.openxmlformats.org/officeDocument/2006/relationships/tags" Target="../tags/tag266.xml"/><Relationship Id="rId2" Type="http://schemas.openxmlformats.org/officeDocument/2006/relationships/tags" Target="../tags/tag265.xml"/><Relationship Id="rId12" Type="http://schemas.openxmlformats.org/officeDocument/2006/relationships/slideLayout" Target="../slideLayouts/slideLayout17.xml"/><Relationship Id="rId11" Type="http://schemas.openxmlformats.org/officeDocument/2006/relationships/tags" Target="../tags/tag274.xml"/><Relationship Id="rId10" Type="http://schemas.openxmlformats.org/officeDocument/2006/relationships/tags" Target="../tags/tag273.xml"/><Relationship Id="rId1" Type="http://schemas.openxmlformats.org/officeDocument/2006/relationships/tags" Target="../tags/tag264.xml"/></Relationships>
</file>

<file path=ppt/slides/_rels/slide20.xml.rels><?xml version="1.0" encoding="UTF-8" standalone="yes"?>
<Relationships xmlns="http://schemas.openxmlformats.org/package/2006/relationships"><Relationship Id="rId9" Type="http://schemas.openxmlformats.org/officeDocument/2006/relationships/tags" Target="../tags/tag283.xml"/><Relationship Id="rId8" Type="http://schemas.openxmlformats.org/officeDocument/2006/relationships/tags" Target="../tags/tag282.xml"/><Relationship Id="rId7" Type="http://schemas.openxmlformats.org/officeDocument/2006/relationships/tags" Target="../tags/tag281.xml"/><Relationship Id="rId6" Type="http://schemas.openxmlformats.org/officeDocument/2006/relationships/tags" Target="../tags/tag280.xml"/><Relationship Id="rId5" Type="http://schemas.openxmlformats.org/officeDocument/2006/relationships/tags" Target="../tags/tag279.xml"/><Relationship Id="rId4" Type="http://schemas.openxmlformats.org/officeDocument/2006/relationships/tags" Target="../tags/tag278.xml"/><Relationship Id="rId3" Type="http://schemas.openxmlformats.org/officeDocument/2006/relationships/tags" Target="../tags/tag277.xml"/><Relationship Id="rId2" Type="http://schemas.openxmlformats.org/officeDocument/2006/relationships/tags" Target="../tags/tag276.xml"/><Relationship Id="rId13" Type="http://schemas.openxmlformats.org/officeDocument/2006/relationships/slideLayout" Target="../slideLayouts/slideLayout17.xml"/><Relationship Id="rId12" Type="http://schemas.openxmlformats.org/officeDocument/2006/relationships/tags" Target="../tags/tag286.xml"/><Relationship Id="rId11" Type="http://schemas.openxmlformats.org/officeDocument/2006/relationships/tags" Target="../tags/tag285.xml"/><Relationship Id="rId10" Type="http://schemas.openxmlformats.org/officeDocument/2006/relationships/tags" Target="../tags/tag284.xml"/><Relationship Id="rId1" Type="http://schemas.openxmlformats.org/officeDocument/2006/relationships/tags" Target="../tags/tag275.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292.xml"/><Relationship Id="rId6" Type="http://schemas.openxmlformats.org/officeDocument/2006/relationships/image" Target="../media/image6.png"/><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hemeOverride" Target="../theme/themeOverride1.xml"/><Relationship Id="rId7" Type="http://schemas.openxmlformats.org/officeDocument/2006/relationships/tags" Target="../tags/tag296.xml"/><Relationship Id="rId6" Type="http://schemas.openxmlformats.org/officeDocument/2006/relationships/image" Target="../media/image9.emf"/><Relationship Id="rId5" Type="http://schemas.openxmlformats.org/officeDocument/2006/relationships/image" Target="../media/image8.png"/><Relationship Id="rId4" Type="http://schemas.openxmlformats.org/officeDocument/2006/relationships/image" Target="../media/image7.emf"/><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tags" Target="../tags/tag293.xml"/></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303.xml"/><Relationship Id="rId6" Type="http://schemas.openxmlformats.org/officeDocument/2006/relationships/tags" Target="../tags/tag302.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24.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tags" Target="../tags/tag310.xml"/><Relationship Id="rId7" Type="http://schemas.openxmlformats.org/officeDocument/2006/relationships/image" Target="../media/image10.wmf"/><Relationship Id="rId6" Type="http://schemas.openxmlformats.org/officeDocument/2006/relationships/tags" Target="../tags/tag309.xml"/><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1" Type="http://schemas.openxmlformats.org/officeDocument/2006/relationships/slideLayout" Target="../slideLayouts/slideLayout17.xml"/><Relationship Id="rId10" Type="http://schemas.openxmlformats.org/officeDocument/2006/relationships/tags" Target="../tags/tag311.xml"/><Relationship Id="rId1" Type="http://schemas.openxmlformats.org/officeDocument/2006/relationships/tags" Target="../tags/tag304.xml"/></Relationships>
</file>

<file path=ppt/slides/_rels/slide25.xml.rels><?xml version="1.0" encoding="UTF-8" standalone="yes"?>
<Relationships xmlns="http://schemas.openxmlformats.org/package/2006/relationships"><Relationship Id="rId9" Type="http://schemas.openxmlformats.org/officeDocument/2006/relationships/image" Target="../media/image14.emf"/><Relationship Id="rId8" Type="http://schemas.openxmlformats.org/officeDocument/2006/relationships/image" Target="../media/image13.png"/><Relationship Id="rId7" Type="http://schemas.openxmlformats.org/officeDocument/2006/relationships/image" Target="../media/image12.png"/><Relationship Id="rId6" Type="http://schemas.openxmlformats.org/officeDocument/2006/relationships/tags" Target="../tags/tag317.xml"/><Relationship Id="rId5" Type="http://schemas.openxmlformats.org/officeDocument/2006/relationships/tags" Target="../tags/tag316.xml"/><Relationship Id="rId4" Type="http://schemas.openxmlformats.org/officeDocument/2006/relationships/tags" Target="../tags/tag315.xml"/><Relationship Id="rId3" Type="http://schemas.openxmlformats.org/officeDocument/2006/relationships/tags" Target="../tags/tag314.xml"/><Relationship Id="rId2" Type="http://schemas.openxmlformats.org/officeDocument/2006/relationships/tags" Target="../tags/tag313.xml"/><Relationship Id="rId12" Type="http://schemas.openxmlformats.org/officeDocument/2006/relationships/slideLayout" Target="../slideLayouts/slideLayout17.xml"/><Relationship Id="rId11" Type="http://schemas.openxmlformats.org/officeDocument/2006/relationships/tags" Target="../tags/tag318.xml"/><Relationship Id="rId10" Type="http://schemas.openxmlformats.org/officeDocument/2006/relationships/image" Target="../media/image15.emf"/><Relationship Id="rId1" Type="http://schemas.openxmlformats.org/officeDocument/2006/relationships/tags" Target="../tags/tag312.xml"/></Relationships>
</file>

<file path=ppt/slides/_rels/slide26.xml.rels><?xml version="1.0" encoding="UTF-8" standalone="yes"?>
<Relationships xmlns="http://schemas.openxmlformats.org/package/2006/relationships"><Relationship Id="rId9" Type="http://schemas.openxmlformats.org/officeDocument/2006/relationships/image" Target="../media/image18.emf"/><Relationship Id="rId8" Type="http://schemas.openxmlformats.org/officeDocument/2006/relationships/image" Target="../media/image17.emf"/><Relationship Id="rId7" Type="http://schemas.openxmlformats.org/officeDocument/2006/relationships/image" Target="../media/image16.emf"/><Relationship Id="rId6" Type="http://schemas.openxmlformats.org/officeDocument/2006/relationships/tags" Target="../tags/tag324.xml"/><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1" Type="http://schemas.openxmlformats.org/officeDocument/2006/relationships/slideLayout" Target="../slideLayouts/slideLayout17.xml"/><Relationship Id="rId10" Type="http://schemas.openxmlformats.org/officeDocument/2006/relationships/tags" Target="../tags/tag325.xml"/><Relationship Id="rId1" Type="http://schemas.openxmlformats.org/officeDocument/2006/relationships/tags" Target="../tags/tag319.xml"/></Relationships>
</file>

<file path=ppt/slides/_rels/slide27.xml.rels><?xml version="1.0" encoding="UTF-8" standalone="yes"?>
<Relationships xmlns="http://schemas.openxmlformats.org/package/2006/relationships"><Relationship Id="rId9" Type="http://schemas.openxmlformats.org/officeDocument/2006/relationships/tags" Target="../tags/tag334.xml"/><Relationship Id="rId8" Type="http://schemas.openxmlformats.org/officeDocument/2006/relationships/tags" Target="../tags/tag333.xml"/><Relationship Id="rId7" Type="http://schemas.openxmlformats.org/officeDocument/2006/relationships/tags" Target="../tags/tag332.xml"/><Relationship Id="rId6" Type="http://schemas.openxmlformats.org/officeDocument/2006/relationships/tags" Target="../tags/tag331.xml"/><Relationship Id="rId5" Type="http://schemas.openxmlformats.org/officeDocument/2006/relationships/tags" Target="../tags/tag330.xml"/><Relationship Id="rId4" Type="http://schemas.openxmlformats.org/officeDocument/2006/relationships/tags" Target="../tags/tag329.xml"/><Relationship Id="rId3" Type="http://schemas.openxmlformats.org/officeDocument/2006/relationships/tags" Target="../tags/tag328.xml"/><Relationship Id="rId2" Type="http://schemas.openxmlformats.org/officeDocument/2006/relationships/tags" Target="../tags/tag327.xml"/><Relationship Id="rId13" Type="http://schemas.openxmlformats.org/officeDocument/2006/relationships/slideLayout" Target="../slideLayouts/slideLayout17.xml"/><Relationship Id="rId12" Type="http://schemas.openxmlformats.org/officeDocument/2006/relationships/tags" Target="../tags/tag335.xml"/><Relationship Id="rId11" Type="http://schemas.openxmlformats.org/officeDocument/2006/relationships/image" Target="../media/image20.png"/><Relationship Id="rId10" Type="http://schemas.openxmlformats.org/officeDocument/2006/relationships/image" Target="../media/image19.wmf"/><Relationship Id="rId1" Type="http://schemas.openxmlformats.org/officeDocument/2006/relationships/tags" Target="../tags/tag326.xml"/></Relationships>
</file>

<file path=ppt/slides/_rels/slide28.xml.rels><?xml version="1.0" encoding="UTF-8" standalone="yes"?>
<Relationships xmlns="http://schemas.openxmlformats.org/package/2006/relationships"><Relationship Id="rId9" Type="http://schemas.openxmlformats.org/officeDocument/2006/relationships/tags" Target="../tags/tag344.xml"/><Relationship Id="rId8" Type="http://schemas.openxmlformats.org/officeDocument/2006/relationships/tags" Target="../tags/tag343.xml"/><Relationship Id="rId7" Type="http://schemas.openxmlformats.org/officeDocument/2006/relationships/tags" Target="../tags/tag342.xml"/><Relationship Id="rId6" Type="http://schemas.openxmlformats.org/officeDocument/2006/relationships/tags" Target="../tags/tag341.xml"/><Relationship Id="rId5" Type="http://schemas.openxmlformats.org/officeDocument/2006/relationships/tags" Target="../tags/tag340.xml"/><Relationship Id="rId4" Type="http://schemas.openxmlformats.org/officeDocument/2006/relationships/tags" Target="../tags/tag339.xml"/><Relationship Id="rId3" Type="http://schemas.openxmlformats.org/officeDocument/2006/relationships/tags" Target="../tags/tag338.xml"/><Relationship Id="rId2" Type="http://schemas.openxmlformats.org/officeDocument/2006/relationships/tags" Target="../tags/tag337.xml"/><Relationship Id="rId14" Type="http://schemas.openxmlformats.org/officeDocument/2006/relationships/slideLayout" Target="../slideLayouts/slideLayout17.xml"/><Relationship Id="rId13" Type="http://schemas.openxmlformats.org/officeDocument/2006/relationships/tags" Target="../tags/tag345.xml"/><Relationship Id="rId12" Type="http://schemas.openxmlformats.org/officeDocument/2006/relationships/image" Target="../media/image23.emf"/><Relationship Id="rId11" Type="http://schemas.openxmlformats.org/officeDocument/2006/relationships/image" Target="../media/image22.png"/><Relationship Id="rId10" Type="http://schemas.openxmlformats.org/officeDocument/2006/relationships/image" Target="../media/image21.png"/><Relationship Id="rId1" Type="http://schemas.openxmlformats.org/officeDocument/2006/relationships/tags" Target="../tags/tag336.xml"/></Relationships>
</file>

<file path=ppt/slides/_rels/slide29.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52.xml"/><Relationship Id="rId7" Type="http://schemas.openxmlformats.org/officeDocument/2006/relationships/image" Target="../media/image24.emf"/><Relationship Id="rId6" Type="http://schemas.openxmlformats.org/officeDocument/2006/relationships/tags" Target="../tags/tag351.xml"/><Relationship Id="rId5" Type="http://schemas.openxmlformats.org/officeDocument/2006/relationships/tags" Target="../tags/tag350.xml"/><Relationship Id="rId4" Type="http://schemas.openxmlformats.org/officeDocument/2006/relationships/tags" Target="../tags/tag349.xml"/><Relationship Id="rId3" Type="http://schemas.openxmlformats.org/officeDocument/2006/relationships/tags" Target="../tags/tag348.xml"/><Relationship Id="rId2" Type="http://schemas.openxmlformats.org/officeDocument/2006/relationships/tags" Target="../tags/tag347.xml"/><Relationship Id="rId1" Type="http://schemas.openxmlformats.org/officeDocument/2006/relationships/tags" Target="../tags/tag346.xml"/></Relationships>
</file>

<file path=ppt/slides/_rels/slide3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59.xml"/><Relationship Id="rId7" Type="http://schemas.openxmlformats.org/officeDocument/2006/relationships/image" Target="../media/image25.emf"/><Relationship Id="rId6" Type="http://schemas.openxmlformats.org/officeDocument/2006/relationships/tags" Target="../tags/tag358.xml"/><Relationship Id="rId5" Type="http://schemas.openxmlformats.org/officeDocument/2006/relationships/tags" Target="../tags/tag357.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31.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2" Type="http://schemas.openxmlformats.org/officeDocument/2006/relationships/slideLayout" Target="../slideLayouts/slideLayout17.xml"/><Relationship Id="rId11" Type="http://schemas.openxmlformats.org/officeDocument/2006/relationships/tags" Target="../tags/tag368.xml"/><Relationship Id="rId10" Type="http://schemas.openxmlformats.org/officeDocument/2006/relationships/image" Target="../media/image27.png"/><Relationship Id="rId1" Type="http://schemas.openxmlformats.org/officeDocument/2006/relationships/tags" Target="../tags/tag360.xml"/></Relationships>
</file>

<file path=ppt/slides/_rels/slide32.xml.rels><?xml version="1.0" encoding="UTF-8" standalone="yes"?>
<Relationships xmlns="http://schemas.openxmlformats.org/package/2006/relationships"><Relationship Id="rId9" Type="http://schemas.openxmlformats.org/officeDocument/2006/relationships/tags" Target="../tags/tag375.xml"/><Relationship Id="rId8" Type="http://schemas.openxmlformats.org/officeDocument/2006/relationships/image" Target="../media/image29.png"/><Relationship Id="rId7" Type="http://schemas.openxmlformats.org/officeDocument/2006/relationships/tags" Target="../tags/tag374.xml"/><Relationship Id="rId6" Type="http://schemas.openxmlformats.org/officeDocument/2006/relationships/image" Target="../media/image28.png"/><Relationship Id="rId5" Type="http://schemas.openxmlformats.org/officeDocument/2006/relationships/tags" Target="../tags/tag373.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0" Type="http://schemas.openxmlformats.org/officeDocument/2006/relationships/slideLayout" Target="../slideLayouts/slideLayout17.xml"/><Relationship Id="rId1" Type="http://schemas.openxmlformats.org/officeDocument/2006/relationships/tags" Target="../tags/tag369.xml"/></Relationships>
</file>

<file path=ppt/slides/_rels/slide33.xml.rels><?xml version="1.0" encoding="UTF-8" standalone="yes"?>
<Relationships xmlns="http://schemas.openxmlformats.org/package/2006/relationships"><Relationship Id="rId9" Type="http://schemas.openxmlformats.org/officeDocument/2006/relationships/tags" Target="../tags/tag383.xml"/><Relationship Id="rId8" Type="http://schemas.openxmlformats.org/officeDocument/2006/relationships/tags" Target="../tags/tag382.xml"/><Relationship Id="rId7" Type="http://schemas.openxmlformats.org/officeDocument/2006/relationships/image" Target="../media/image30.wmf"/><Relationship Id="rId6" Type="http://schemas.openxmlformats.org/officeDocument/2006/relationships/tags" Target="../tags/tag381.xml"/><Relationship Id="rId5" Type="http://schemas.openxmlformats.org/officeDocument/2006/relationships/tags" Target="../tags/tag380.xml"/><Relationship Id="rId4" Type="http://schemas.openxmlformats.org/officeDocument/2006/relationships/tags" Target="../tags/tag379.xml"/><Relationship Id="rId3" Type="http://schemas.openxmlformats.org/officeDocument/2006/relationships/tags" Target="../tags/tag378.xml"/><Relationship Id="rId2" Type="http://schemas.openxmlformats.org/officeDocument/2006/relationships/tags" Target="../tags/tag377.xml"/><Relationship Id="rId10" Type="http://schemas.openxmlformats.org/officeDocument/2006/relationships/slideLayout" Target="../slideLayouts/slideLayout17.xml"/><Relationship Id="rId1" Type="http://schemas.openxmlformats.org/officeDocument/2006/relationships/tags" Target="../tags/tag376.xml"/></Relationships>
</file>

<file path=ppt/slides/_rels/slide34.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390.xml"/><Relationship Id="rId7" Type="http://schemas.openxmlformats.org/officeDocument/2006/relationships/image" Target="../media/image31.png"/><Relationship Id="rId6" Type="http://schemas.openxmlformats.org/officeDocument/2006/relationships/tags" Target="../tags/tag389.xml"/><Relationship Id="rId5" Type="http://schemas.openxmlformats.org/officeDocument/2006/relationships/tags" Target="../tags/tag388.xml"/><Relationship Id="rId4" Type="http://schemas.openxmlformats.org/officeDocument/2006/relationships/tags" Target="../tags/tag387.xml"/><Relationship Id="rId3" Type="http://schemas.openxmlformats.org/officeDocument/2006/relationships/tags" Target="../tags/tag386.xml"/><Relationship Id="rId2" Type="http://schemas.openxmlformats.org/officeDocument/2006/relationships/tags" Target="../tags/tag385.xml"/><Relationship Id="rId1" Type="http://schemas.openxmlformats.org/officeDocument/2006/relationships/tags" Target="../tags/tag384.xml"/></Relationships>
</file>

<file path=ppt/slides/_rels/slide35.xml.rels><?xml version="1.0" encoding="UTF-8" standalone="yes"?>
<Relationships xmlns="http://schemas.openxmlformats.org/package/2006/relationships"><Relationship Id="rId9" Type="http://schemas.openxmlformats.org/officeDocument/2006/relationships/tags" Target="../tags/tag397.xml"/><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tags" Target="../tags/tag396.xml"/><Relationship Id="rId5" Type="http://schemas.openxmlformats.org/officeDocument/2006/relationships/tags" Target="../tags/tag395.xml"/><Relationship Id="rId4" Type="http://schemas.openxmlformats.org/officeDocument/2006/relationships/tags" Target="../tags/tag394.xml"/><Relationship Id="rId3" Type="http://schemas.openxmlformats.org/officeDocument/2006/relationships/tags" Target="../tags/tag393.xml"/><Relationship Id="rId2" Type="http://schemas.openxmlformats.org/officeDocument/2006/relationships/tags" Target="../tags/tag392.xml"/><Relationship Id="rId10" Type="http://schemas.openxmlformats.org/officeDocument/2006/relationships/slideLayout" Target="../slideLayouts/slideLayout17.xml"/><Relationship Id="rId1" Type="http://schemas.openxmlformats.org/officeDocument/2006/relationships/tags" Target="../tags/tag391.xml"/></Relationships>
</file>

<file path=ppt/slides/_rels/slide36.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03.xml"/><Relationship Id="rId6" Type="http://schemas.openxmlformats.org/officeDocument/2006/relationships/image" Target="../media/image34.png"/><Relationship Id="rId5" Type="http://schemas.openxmlformats.org/officeDocument/2006/relationships/tags" Target="../tags/tag402.xml"/><Relationship Id="rId4" Type="http://schemas.openxmlformats.org/officeDocument/2006/relationships/tags" Target="../tags/tag401.xml"/><Relationship Id="rId3" Type="http://schemas.openxmlformats.org/officeDocument/2006/relationships/tags" Target="../tags/tag400.xml"/><Relationship Id="rId2" Type="http://schemas.openxmlformats.org/officeDocument/2006/relationships/tags" Target="../tags/tag399.xml"/><Relationship Id="rId1" Type="http://schemas.openxmlformats.org/officeDocument/2006/relationships/tags" Target="../tags/tag398.xml"/></Relationships>
</file>

<file path=ppt/slides/_rels/slide37.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 Type="http://schemas.openxmlformats.org/officeDocument/2006/relationships/tags" Target="../tags/tag404.xml"/></Relationships>
</file>

<file path=ppt/slides/_rels/slide38.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16.xml"/><Relationship Id="rId6" Type="http://schemas.openxmlformats.org/officeDocument/2006/relationships/tags" Target="../tags/tag415.xml"/><Relationship Id="rId5" Type="http://schemas.openxmlformats.org/officeDocument/2006/relationships/tags" Target="../tags/tag414.xml"/><Relationship Id="rId4" Type="http://schemas.openxmlformats.org/officeDocument/2006/relationships/tags" Target="../tags/tag413.xml"/><Relationship Id="rId3" Type="http://schemas.openxmlformats.org/officeDocument/2006/relationships/tags" Target="../tags/tag412.xml"/><Relationship Id="rId2" Type="http://schemas.openxmlformats.org/officeDocument/2006/relationships/tags" Target="../tags/tag411.xml"/><Relationship Id="rId1" Type="http://schemas.openxmlformats.org/officeDocument/2006/relationships/tags" Target="../tags/tag410.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23.xml"/><Relationship Id="rId6" Type="http://schemas.openxmlformats.org/officeDocument/2006/relationships/tags" Target="../tags/tag422.xml"/><Relationship Id="rId5" Type="http://schemas.openxmlformats.org/officeDocument/2006/relationships/tags" Target="../tags/tag421.xml"/><Relationship Id="rId4" Type="http://schemas.openxmlformats.org/officeDocument/2006/relationships/tags" Target="../tags/tag420.xml"/><Relationship Id="rId3" Type="http://schemas.openxmlformats.org/officeDocument/2006/relationships/tags" Target="../tags/tag419.xml"/><Relationship Id="rId2" Type="http://schemas.openxmlformats.org/officeDocument/2006/relationships/tags" Target="../tags/tag418.xml"/><Relationship Id="rId1" Type="http://schemas.openxmlformats.org/officeDocument/2006/relationships/tags" Target="../tags/tag417.xml"/></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430.xml"/><Relationship Id="rId7" Type="http://schemas.openxmlformats.org/officeDocument/2006/relationships/image" Target="../media/image35.png"/><Relationship Id="rId6" Type="http://schemas.openxmlformats.org/officeDocument/2006/relationships/tags" Target="../tags/tag429.xml"/><Relationship Id="rId5" Type="http://schemas.openxmlformats.org/officeDocument/2006/relationships/tags" Target="../tags/tag428.xml"/><Relationship Id="rId4" Type="http://schemas.openxmlformats.org/officeDocument/2006/relationships/tags" Target="../tags/tag427.xml"/><Relationship Id="rId3" Type="http://schemas.openxmlformats.org/officeDocument/2006/relationships/tags" Target="../tags/tag426.xml"/><Relationship Id="rId2" Type="http://schemas.openxmlformats.org/officeDocument/2006/relationships/tags" Target="../tags/tag425.xml"/><Relationship Id="rId1" Type="http://schemas.openxmlformats.org/officeDocument/2006/relationships/tags" Target="../tags/tag424.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36.xml"/><Relationship Id="rId6" Type="http://schemas.openxmlformats.org/officeDocument/2006/relationships/image" Target="../media/image36.png"/><Relationship Id="rId5" Type="http://schemas.openxmlformats.org/officeDocument/2006/relationships/tags" Target="../tags/tag435.xml"/><Relationship Id="rId4" Type="http://schemas.openxmlformats.org/officeDocument/2006/relationships/tags" Target="../tags/tag434.xml"/><Relationship Id="rId3" Type="http://schemas.openxmlformats.org/officeDocument/2006/relationships/tags" Target="../tags/tag433.xml"/><Relationship Id="rId2" Type="http://schemas.openxmlformats.org/officeDocument/2006/relationships/tags" Target="../tags/tag432.xml"/><Relationship Id="rId1" Type="http://schemas.openxmlformats.org/officeDocument/2006/relationships/tags" Target="../tags/tag431.xml"/></Relationships>
</file>

<file path=ppt/slides/_rels/slide42.xml.rels><?xml version="1.0" encoding="UTF-8" standalone="yes"?>
<Relationships xmlns="http://schemas.openxmlformats.org/package/2006/relationships"><Relationship Id="rId9" Type="http://schemas.openxmlformats.org/officeDocument/2006/relationships/tags" Target="../tags/tag443.xml"/><Relationship Id="rId8" Type="http://schemas.openxmlformats.org/officeDocument/2006/relationships/image" Target="../media/image38.emf"/><Relationship Id="rId7" Type="http://schemas.openxmlformats.org/officeDocument/2006/relationships/image" Target="../media/image37.png"/><Relationship Id="rId6" Type="http://schemas.openxmlformats.org/officeDocument/2006/relationships/tags" Target="../tags/tag442.xml"/><Relationship Id="rId5" Type="http://schemas.openxmlformats.org/officeDocument/2006/relationships/tags" Target="../tags/tag441.xml"/><Relationship Id="rId4" Type="http://schemas.openxmlformats.org/officeDocument/2006/relationships/tags" Target="../tags/tag440.xml"/><Relationship Id="rId3" Type="http://schemas.openxmlformats.org/officeDocument/2006/relationships/tags" Target="../tags/tag439.xml"/><Relationship Id="rId2" Type="http://schemas.openxmlformats.org/officeDocument/2006/relationships/tags" Target="../tags/tag438.xml"/><Relationship Id="rId10" Type="http://schemas.openxmlformats.org/officeDocument/2006/relationships/slideLayout" Target="../slideLayouts/slideLayout17.xml"/><Relationship Id="rId1" Type="http://schemas.openxmlformats.org/officeDocument/2006/relationships/tags" Target="../tags/tag437.xml"/></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tags" Target="../tags/tag450.xml"/><Relationship Id="rId7" Type="http://schemas.openxmlformats.org/officeDocument/2006/relationships/tags" Target="../tags/tag449.xml"/><Relationship Id="rId6" Type="http://schemas.openxmlformats.org/officeDocument/2006/relationships/image" Target="../media/image39.png"/><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 Type="http://schemas.openxmlformats.org/officeDocument/2006/relationships/tags" Target="../tags/tag445.xml"/><Relationship Id="rId1" Type="http://schemas.openxmlformats.org/officeDocument/2006/relationships/tags" Target="../tags/tag444.xml"/></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1.xml"/><Relationship Id="rId2" Type="http://schemas.openxmlformats.org/officeDocument/2006/relationships/tags" Target="../tags/tag452.xml"/><Relationship Id="rId1" Type="http://schemas.openxmlformats.org/officeDocument/2006/relationships/tags" Target="../tags/tag451.xml"/></Relationships>
</file>

<file path=ppt/slides/_rels/slide45.xml.rels><?xml version="1.0" encoding="UTF-8" standalone="yes"?>
<Relationships xmlns="http://schemas.openxmlformats.org/package/2006/relationships"><Relationship Id="rId9" Type="http://schemas.openxmlformats.org/officeDocument/2006/relationships/tags" Target="../tags/tag461.xml"/><Relationship Id="rId8" Type="http://schemas.openxmlformats.org/officeDocument/2006/relationships/tags" Target="../tags/tag460.xml"/><Relationship Id="rId7" Type="http://schemas.openxmlformats.org/officeDocument/2006/relationships/tags" Target="../tags/tag459.xml"/><Relationship Id="rId6" Type="http://schemas.openxmlformats.org/officeDocument/2006/relationships/tags" Target="../tags/tag458.xml"/><Relationship Id="rId5" Type="http://schemas.openxmlformats.org/officeDocument/2006/relationships/tags" Target="../tags/tag457.xml"/><Relationship Id="rId4" Type="http://schemas.openxmlformats.org/officeDocument/2006/relationships/tags" Target="../tags/tag456.xml"/><Relationship Id="rId3" Type="http://schemas.openxmlformats.org/officeDocument/2006/relationships/tags" Target="../tags/tag455.xml"/><Relationship Id="rId2" Type="http://schemas.openxmlformats.org/officeDocument/2006/relationships/tags" Target="../tags/tag454.xml"/><Relationship Id="rId11" Type="http://schemas.openxmlformats.org/officeDocument/2006/relationships/slideLayout" Target="../slideLayouts/slideLayout17.xml"/><Relationship Id="rId10" Type="http://schemas.openxmlformats.org/officeDocument/2006/relationships/tags" Target="../tags/tag462.xml"/><Relationship Id="rId1" Type="http://schemas.openxmlformats.org/officeDocument/2006/relationships/tags" Target="../tags/tag453.xml"/></Relationships>
</file>

<file path=ppt/slides/_rels/slide46.xml.rels><?xml version="1.0" encoding="UTF-8" standalone="yes"?>
<Relationships xmlns="http://schemas.openxmlformats.org/package/2006/relationships"><Relationship Id="rId9" Type="http://schemas.openxmlformats.org/officeDocument/2006/relationships/tags" Target="../tags/tag471.xml"/><Relationship Id="rId8" Type="http://schemas.openxmlformats.org/officeDocument/2006/relationships/tags" Target="../tags/tag470.xml"/><Relationship Id="rId7" Type="http://schemas.openxmlformats.org/officeDocument/2006/relationships/tags" Target="../tags/tag469.xml"/><Relationship Id="rId6" Type="http://schemas.openxmlformats.org/officeDocument/2006/relationships/tags" Target="../tags/tag468.xml"/><Relationship Id="rId5" Type="http://schemas.openxmlformats.org/officeDocument/2006/relationships/tags" Target="../tags/tag467.xml"/><Relationship Id="rId4" Type="http://schemas.openxmlformats.org/officeDocument/2006/relationships/tags" Target="../tags/tag466.xml"/><Relationship Id="rId3" Type="http://schemas.openxmlformats.org/officeDocument/2006/relationships/tags" Target="../tags/tag465.xml"/><Relationship Id="rId2" Type="http://schemas.openxmlformats.org/officeDocument/2006/relationships/tags" Target="../tags/tag464.xml"/><Relationship Id="rId12" Type="http://schemas.openxmlformats.org/officeDocument/2006/relationships/slideLayout" Target="../slideLayouts/slideLayout17.xml"/><Relationship Id="rId11" Type="http://schemas.openxmlformats.org/officeDocument/2006/relationships/tags" Target="../tags/tag473.xml"/><Relationship Id="rId10" Type="http://schemas.openxmlformats.org/officeDocument/2006/relationships/tags" Target="../tags/tag472.xml"/><Relationship Id="rId1" Type="http://schemas.openxmlformats.org/officeDocument/2006/relationships/tags" Target="../tags/tag463.xml"/></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79.xml"/><Relationship Id="rId6" Type="http://schemas.openxmlformats.org/officeDocument/2006/relationships/image" Target="../media/image40.png"/><Relationship Id="rId5" Type="http://schemas.openxmlformats.org/officeDocument/2006/relationships/tags" Target="../tags/tag478.xml"/><Relationship Id="rId4" Type="http://schemas.openxmlformats.org/officeDocument/2006/relationships/tags" Target="../tags/tag477.xml"/><Relationship Id="rId3" Type="http://schemas.openxmlformats.org/officeDocument/2006/relationships/tags" Target="../tags/tag476.xml"/><Relationship Id="rId2" Type="http://schemas.openxmlformats.org/officeDocument/2006/relationships/tags" Target="../tags/tag475.xml"/><Relationship Id="rId1" Type="http://schemas.openxmlformats.org/officeDocument/2006/relationships/tags" Target="../tags/tag474.xml"/></Relationships>
</file>

<file path=ppt/slides/_rels/slide48.xml.rels><?xml version="1.0" encoding="UTF-8" standalone="yes"?>
<Relationships xmlns="http://schemas.openxmlformats.org/package/2006/relationships"><Relationship Id="rId9" Type="http://schemas.openxmlformats.org/officeDocument/2006/relationships/tags" Target="../tags/tag487.xml"/><Relationship Id="rId8" Type="http://schemas.openxmlformats.org/officeDocument/2006/relationships/image" Target="../media/image41.png"/><Relationship Id="rId7" Type="http://schemas.openxmlformats.org/officeDocument/2006/relationships/tags" Target="../tags/tag486.xml"/><Relationship Id="rId6" Type="http://schemas.openxmlformats.org/officeDocument/2006/relationships/tags" Target="../tags/tag485.xml"/><Relationship Id="rId5" Type="http://schemas.openxmlformats.org/officeDocument/2006/relationships/tags" Target="../tags/tag484.xml"/><Relationship Id="rId4" Type="http://schemas.openxmlformats.org/officeDocument/2006/relationships/tags" Target="../tags/tag483.xml"/><Relationship Id="rId3" Type="http://schemas.openxmlformats.org/officeDocument/2006/relationships/tags" Target="../tags/tag482.xml"/><Relationship Id="rId2" Type="http://schemas.openxmlformats.org/officeDocument/2006/relationships/tags" Target="../tags/tag481.xml"/><Relationship Id="rId10" Type="http://schemas.openxmlformats.org/officeDocument/2006/relationships/slideLayout" Target="../slideLayouts/slideLayout17.xml"/><Relationship Id="rId1" Type="http://schemas.openxmlformats.org/officeDocument/2006/relationships/tags" Target="../tags/tag480.xml"/></Relationships>
</file>

<file path=ppt/slides/_rels/slide49.xml.rels><?xml version="1.0" encoding="UTF-8" standalone="yes"?>
<Relationships xmlns="http://schemas.openxmlformats.org/package/2006/relationships"><Relationship Id="rId8" Type="http://schemas.openxmlformats.org/officeDocument/2006/relationships/slideLayout" Target="../slideLayouts/slideLayout17.xml"/><Relationship Id="rId7" Type="http://schemas.openxmlformats.org/officeDocument/2006/relationships/tags" Target="../tags/tag49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tags" Target="../tags/tag491.xml"/><Relationship Id="rId3" Type="http://schemas.openxmlformats.org/officeDocument/2006/relationships/tags" Target="../tags/tag490.xml"/><Relationship Id="rId2" Type="http://schemas.openxmlformats.org/officeDocument/2006/relationships/tags" Target="../tags/tag489.xml"/><Relationship Id="rId1" Type="http://schemas.openxmlformats.org/officeDocument/2006/relationships/tags" Target="../tags/tag488.xml"/></Relationships>
</file>

<file path=ppt/slides/_rels/slide50.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497.xml"/><Relationship Id="rId5" Type="http://schemas.openxmlformats.org/officeDocument/2006/relationships/image" Target="../media/image44.png"/><Relationship Id="rId4" Type="http://schemas.openxmlformats.org/officeDocument/2006/relationships/tags" Target="../tags/tag496.xml"/><Relationship Id="rId3" Type="http://schemas.openxmlformats.org/officeDocument/2006/relationships/tags" Target="../tags/tag495.xml"/><Relationship Id="rId2" Type="http://schemas.openxmlformats.org/officeDocument/2006/relationships/tags" Target="../tags/tag494.xml"/><Relationship Id="rId1" Type="http://schemas.openxmlformats.org/officeDocument/2006/relationships/tags" Target="../tags/tag493.xml"/></Relationships>
</file>

<file path=ppt/slides/_rels/slide51.xml.rels><?xml version="1.0" encoding="UTF-8" standalone="yes"?>
<Relationships xmlns="http://schemas.openxmlformats.org/package/2006/relationships"><Relationship Id="rId9" Type="http://schemas.openxmlformats.org/officeDocument/2006/relationships/image" Target="../media/image46.png"/><Relationship Id="rId8" Type="http://schemas.openxmlformats.org/officeDocument/2006/relationships/image" Target="../media/image45.png"/><Relationship Id="rId7" Type="http://schemas.openxmlformats.org/officeDocument/2006/relationships/tags" Target="../tags/tag504.xml"/><Relationship Id="rId6" Type="http://schemas.openxmlformats.org/officeDocument/2006/relationships/tags" Target="../tags/tag503.xml"/><Relationship Id="rId5" Type="http://schemas.openxmlformats.org/officeDocument/2006/relationships/tags" Target="../tags/tag502.xml"/><Relationship Id="rId4" Type="http://schemas.openxmlformats.org/officeDocument/2006/relationships/tags" Target="../tags/tag501.xml"/><Relationship Id="rId3" Type="http://schemas.openxmlformats.org/officeDocument/2006/relationships/tags" Target="../tags/tag500.xml"/><Relationship Id="rId2" Type="http://schemas.openxmlformats.org/officeDocument/2006/relationships/tags" Target="../tags/tag499.xml"/><Relationship Id="rId11" Type="http://schemas.openxmlformats.org/officeDocument/2006/relationships/slideLayout" Target="../slideLayouts/slideLayout17.xml"/><Relationship Id="rId10" Type="http://schemas.openxmlformats.org/officeDocument/2006/relationships/tags" Target="../tags/tag505.xml"/><Relationship Id="rId1" Type="http://schemas.openxmlformats.org/officeDocument/2006/relationships/tags" Target="../tags/tag498.xml"/></Relationships>
</file>

<file path=ppt/slides/_rels/slide52.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10.xml"/><Relationship Id="rId5" Type="http://schemas.openxmlformats.org/officeDocument/2006/relationships/image" Target="../media/image47.png"/><Relationship Id="rId4" Type="http://schemas.openxmlformats.org/officeDocument/2006/relationships/tags" Target="../tags/tag509.xml"/><Relationship Id="rId3" Type="http://schemas.openxmlformats.org/officeDocument/2006/relationships/tags" Target="../tags/tag508.xml"/><Relationship Id="rId2" Type="http://schemas.openxmlformats.org/officeDocument/2006/relationships/tags" Target="../tags/tag507.xml"/><Relationship Id="rId1" Type="http://schemas.openxmlformats.org/officeDocument/2006/relationships/tags" Target="../tags/tag506.xml"/></Relationships>
</file>

<file path=ppt/slides/_rels/slide53.xml.rels><?xml version="1.0" encoding="UTF-8" standalone="yes"?>
<Relationships xmlns="http://schemas.openxmlformats.org/package/2006/relationships"><Relationship Id="rId9" Type="http://schemas.openxmlformats.org/officeDocument/2006/relationships/tags" Target="../tags/tag518.xml"/><Relationship Id="rId8" Type="http://schemas.openxmlformats.org/officeDocument/2006/relationships/image" Target="../media/image48.png"/><Relationship Id="rId7" Type="http://schemas.openxmlformats.org/officeDocument/2006/relationships/tags" Target="../tags/tag517.xml"/><Relationship Id="rId6" Type="http://schemas.openxmlformats.org/officeDocument/2006/relationships/tags" Target="../tags/tag516.xml"/><Relationship Id="rId5" Type="http://schemas.openxmlformats.org/officeDocument/2006/relationships/tags" Target="../tags/tag515.xml"/><Relationship Id="rId4" Type="http://schemas.openxmlformats.org/officeDocument/2006/relationships/tags" Target="../tags/tag514.xml"/><Relationship Id="rId3" Type="http://schemas.openxmlformats.org/officeDocument/2006/relationships/tags" Target="../tags/tag513.xml"/><Relationship Id="rId2" Type="http://schemas.openxmlformats.org/officeDocument/2006/relationships/tags" Target="../tags/tag512.xml"/><Relationship Id="rId10" Type="http://schemas.openxmlformats.org/officeDocument/2006/relationships/slideLayout" Target="../slideLayouts/slideLayout17.xml"/><Relationship Id="rId1" Type="http://schemas.openxmlformats.org/officeDocument/2006/relationships/tags" Target="../tags/tag511.xml"/></Relationships>
</file>

<file path=ppt/slides/_rels/slide54.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49.png"/><Relationship Id="rId7" Type="http://schemas.openxmlformats.org/officeDocument/2006/relationships/tags" Target="../tags/tag525.xml"/><Relationship Id="rId6" Type="http://schemas.openxmlformats.org/officeDocument/2006/relationships/tags" Target="../tags/tag524.xml"/><Relationship Id="rId5" Type="http://schemas.openxmlformats.org/officeDocument/2006/relationships/tags" Target="../tags/tag523.xml"/><Relationship Id="rId4" Type="http://schemas.openxmlformats.org/officeDocument/2006/relationships/tags" Target="../tags/tag522.xml"/><Relationship Id="rId3" Type="http://schemas.openxmlformats.org/officeDocument/2006/relationships/tags" Target="../tags/tag521.xml"/><Relationship Id="rId2" Type="http://schemas.openxmlformats.org/officeDocument/2006/relationships/tags" Target="../tags/tag520.xml"/><Relationship Id="rId11" Type="http://schemas.openxmlformats.org/officeDocument/2006/relationships/slideLayout" Target="../slideLayouts/slideLayout17.xml"/><Relationship Id="rId10" Type="http://schemas.openxmlformats.org/officeDocument/2006/relationships/tags" Target="../tags/tag526.xml"/><Relationship Id="rId1" Type="http://schemas.openxmlformats.org/officeDocument/2006/relationships/tags" Target="../tags/tag519.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17.xml"/><Relationship Id="rId6" Type="http://schemas.openxmlformats.org/officeDocument/2006/relationships/tags" Target="../tags/tag531.xml"/><Relationship Id="rId5" Type="http://schemas.openxmlformats.org/officeDocument/2006/relationships/image" Target="../media/image51.png"/><Relationship Id="rId4" Type="http://schemas.openxmlformats.org/officeDocument/2006/relationships/tags" Target="../tags/tag530.xml"/><Relationship Id="rId3" Type="http://schemas.openxmlformats.org/officeDocument/2006/relationships/tags" Target="../tags/tag529.xml"/><Relationship Id="rId2" Type="http://schemas.openxmlformats.org/officeDocument/2006/relationships/tags" Target="../tags/tag528.xml"/><Relationship Id="rId1" Type="http://schemas.openxmlformats.org/officeDocument/2006/relationships/tags" Target="../tags/tag527.xml"/></Relationships>
</file>

<file path=ppt/slides/_rels/slide56.xml.rels><?xml version="1.0" encoding="UTF-8" standalone="yes"?>
<Relationships xmlns="http://schemas.openxmlformats.org/package/2006/relationships"><Relationship Id="rId9" Type="http://schemas.openxmlformats.org/officeDocument/2006/relationships/tags" Target="../tags/tag540.xml"/><Relationship Id="rId8" Type="http://schemas.openxmlformats.org/officeDocument/2006/relationships/tags" Target="../tags/tag539.xml"/><Relationship Id="rId7" Type="http://schemas.openxmlformats.org/officeDocument/2006/relationships/tags" Target="../tags/tag538.xml"/><Relationship Id="rId6" Type="http://schemas.openxmlformats.org/officeDocument/2006/relationships/tags" Target="../tags/tag537.xml"/><Relationship Id="rId5" Type="http://schemas.openxmlformats.org/officeDocument/2006/relationships/tags" Target="../tags/tag536.xml"/><Relationship Id="rId4" Type="http://schemas.openxmlformats.org/officeDocument/2006/relationships/tags" Target="../tags/tag535.xml"/><Relationship Id="rId3" Type="http://schemas.openxmlformats.org/officeDocument/2006/relationships/tags" Target="../tags/tag534.xml"/><Relationship Id="rId2" Type="http://schemas.openxmlformats.org/officeDocument/2006/relationships/tags" Target="../tags/tag533.xml"/><Relationship Id="rId12" Type="http://schemas.openxmlformats.org/officeDocument/2006/relationships/slideLayout" Target="../slideLayouts/slideLayout17.xml"/><Relationship Id="rId11" Type="http://schemas.openxmlformats.org/officeDocument/2006/relationships/tags" Target="../tags/tag542.xml"/><Relationship Id="rId10" Type="http://schemas.openxmlformats.org/officeDocument/2006/relationships/tags" Target="../tags/tag541.xml"/><Relationship Id="rId1" Type="http://schemas.openxmlformats.org/officeDocument/2006/relationships/tags" Target="../tags/tag532.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544.xml"/><Relationship Id="rId1" Type="http://schemas.openxmlformats.org/officeDocument/2006/relationships/tags" Target="../tags/tag5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第 2 章</a:t>
            </a:r>
            <a:endParaRPr lang="zh-CN" altLang="en-US" dirty="0">
              <a:solidFill>
                <a:schemeClr val="accent1"/>
              </a:solidFill>
              <a:sym typeface="Arial" panose="020B0604020202020204" pitchFamily="34" charset="0"/>
            </a:endParaRPr>
          </a:p>
        </p:txBody>
      </p:sp>
      <p:sp>
        <p:nvSpPr>
          <p:cNvPr id="4" name="文本占位符 3"/>
          <p:cNvSpPr>
            <a:spLocks noGrp="1"/>
          </p:cNvSpPr>
          <p:nvPr>
            <p:ph type="body" sz="quarter" idx="13"/>
            <p:custDataLst>
              <p:tags r:id="rId2"/>
            </p:custDataLst>
          </p:nvPr>
        </p:nvSpPr>
        <p:spPr/>
        <p:txBody>
          <a:bodyPr/>
          <a:lstStyle/>
          <a:p>
            <a:r>
              <a:rPr lang="zh-CN" altLang="en-US" dirty="0">
                <a:solidFill>
                  <a:schemeClr val="accent1"/>
                </a:solidFill>
                <a:sym typeface="Arial" panose="020B0604020202020204" pitchFamily="34" charset="0"/>
              </a:rPr>
              <a:t>演讲人</a:t>
            </a:r>
            <a:endParaRPr lang="zh-CN" altLang="en-US" dirty="0">
              <a:solidFill>
                <a:schemeClr val="accent1"/>
              </a:solidFill>
              <a:sym typeface="Arial" panose="020B0604020202020204" pitchFamily="3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关系数据库 ►</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911985" y="1583690"/>
            <a:ext cx="835025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关系数据库是数据库的一种，使用数学的方法处理数据库中的数据。本章主要介绍关系数据库中的</a:t>
            </a:r>
            <a:r>
              <a:rPr lang="zh-CN" altLang="en-US" sz="1800" spc="100" dirty="0">
                <a:solidFill>
                  <a:schemeClr val="accent1"/>
                </a:solidFill>
                <a:effectLst>
                  <a:outerShdw blurRad="38100" dist="25400" dir="5400000" algn="ctr" rotWithShape="0">
                    <a:srgbClr val="6E747A">
                      <a:alpha val="43000"/>
                    </a:srgbClr>
                  </a:outerShdw>
                </a:effectLst>
                <a:uFillTx/>
                <a:latin typeface="微软雅黑" panose="020B0503020204020204" charset="-122"/>
                <a:ea typeface="微软雅黑" panose="020B0503020204020204" charset="-122"/>
                <a:cs typeface="微软雅黑" panose="020B0503020204020204" charset="-122"/>
              </a:rPr>
              <a:t>关系模型、关系代数、关系模式和范式理论</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等相关内容。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数学中关系的概念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06475"/>
            <a:ext cx="11277600" cy="167513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在数学领域中，</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关系是集合代数中的一个基本概念</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，分为二元关系和多元关系，二元关系是多元关系的特例，多元关系是二元关系的推广。关系实际上是笛卡尔积的一个子集，在此先给出笛卡尔积的定义，然后给出多元关系的定义和相关的性质。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4" name="图片 3"/>
          <p:cNvPicPr>
            <a:picLocks noChangeAspect="1"/>
          </p:cNvPicPr>
          <p:nvPr/>
        </p:nvPicPr>
        <p:blipFill>
          <a:blip r:embed="rId6"/>
          <a:stretch>
            <a:fillRect/>
          </a:stretch>
        </p:blipFill>
        <p:spPr>
          <a:xfrm>
            <a:off x="1655445" y="2343150"/>
            <a:ext cx="8639175" cy="2171700"/>
          </a:xfrm>
          <a:prstGeom prst="rect">
            <a:avLst/>
          </a:prstGeom>
        </p:spPr>
      </p:pic>
    </p:spTree>
    <p:custDataLst>
      <p:tags r:id="rId7"/>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数学中关系的概念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860425" y="1079500"/>
            <a:ext cx="10402570" cy="28041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【例2.1】设集合D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={张清玫，刘逸}，D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={计算机专业，信息专业}，D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={李勇，刘晨，王敏}，则集合D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的笛卡尔积为：
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＝{（张清玫，计算机专业，李勇），（张清玫，计算机专业，刘晨），（张清玫，计算机专业，王敏），（张清玫，信息专业，李勇），（张清玫，信息专业，刘晨），（张清玫，信息专业，王敏）， （刘逸，计算机专业，李勇），（刘逸，计算机专业，刘晨），（刘逸，计算机专业，王敏），（刘逸，信息专业，李勇）， （刘逸，信息专业，刘晨），（刘逸，信息专业，王敏）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数学中关系的概念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24990" y="1731010"/>
            <a:ext cx="8594725" cy="1229360"/>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当把集合D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笛卡尔积的每个元组作为一个二维表的每一行时，D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的笛卡尔积又可以用一张二维表表示，如表2-1所示。
表2-1 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的笛卡尔积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11"/>
          <a:stretch>
            <a:fillRect/>
          </a:stretch>
        </p:blipFill>
        <p:spPr>
          <a:xfrm>
            <a:off x="2757170" y="2747645"/>
            <a:ext cx="6677025" cy="2276475"/>
          </a:xfrm>
          <a:prstGeom prst="rect">
            <a:avLst/>
          </a:prstGeom>
        </p:spPr>
      </p:pic>
      <p:sp>
        <p:nvSpPr>
          <p:cNvPr id="8" name="文本框 7"/>
          <p:cNvSpPr txBox="1"/>
          <p:nvPr/>
        </p:nvSpPr>
        <p:spPr>
          <a:xfrm>
            <a:off x="1824990" y="4879975"/>
            <a:ext cx="8594090" cy="935355"/>
          </a:xfrm>
          <a:prstGeom prst="rect">
            <a:avLst/>
          </a:prstGeom>
          <a:noFill/>
          <a:ln w="3175">
            <a:noFill/>
            <a:prstDash val="dash"/>
          </a:ln>
        </p:spPr>
        <p:txBody>
          <a:bodyPr wrap="square" lIns="63500" tIns="25400" rIns="63500" bIns="25400" rtlCol="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从上述具体实例可以看出，D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1</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3</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的</a:t>
            </a:r>
            <a:r>
              <a:rPr lang="zh-CN" altLang="en-US" sz="1800" spc="1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sym typeface="+mn-ea"/>
              </a:rPr>
              <a:t>笛卡尔积只是数学意义上的一个集合</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，它通常无法表达实际的语义。但是笛卡尔积的一个子集通常具有表达某种实际语义的功能，即关系具有某种具体的语义。</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12"/>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数学中关系的概念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457200" y="1079500"/>
            <a:ext cx="11277600" cy="42608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【例2.2】设例2-1中的集合D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=导师集合={张清玫，刘逸}，D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=专业集合={计算机专业，信息专业}，D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=研究生集合={李勇，刘晨，王敏}，则集合D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上的关系R（D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张清玫，计算机专业，李勇），（张清玫，计算机专业，刘晨），（刘逸，信息专业，王敏）}有着明确的语义，即表示导师张清玫属于计算机专业，指导李勇和刘晨2名研究生，导师刘逸属于信息专业，指导王敏1名研究生。此关系的二维表如表2-2所示。
</a:t>
            </a: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表2-2 导师与研究生的关系表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6"/>
          <a:stretch>
            <a:fillRect/>
          </a:stretch>
        </p:blipFill>
        <p:spPr>
          <a:xfrm>
            <a:off x="1412875" y="1079500"/>
            <a:ext cx="8820150" cy="904875"/>
          </a:xfrm>
          <a:prstGeom prst="rect">
            <a:avLst/>
          </a:prstGeom>
        </p:spPr>
      </p:pic>
      <p:pic>
        <p:nvPicPr>
          <p:cNvPr id="4" name="图片 3"/>
          <p:cNvPicPr>
            <a:picLocks noChangeAspect="1"/>
          </p:cNvPicPr>
          <p:nvPr/>
        </p:nvPicPr>
        <p:blipFill>
          <a:blip r:embed="rId7"/>
          <a:stretch>
            <a:fillRect/>
          </a:stretch>
        </p:blipFill>
        <p:spPr>
          <a:xfrm>
            <a:off x="2738120" y="4117975"/>
            <a:ext cx="6715125" cy="847725"/>
          </a:xfrm>
          <a:prstGeom prst="rect">
            <a:avLst/>
          </a:prstGeom>
        </p:spPr>
      </p:pic>
      <p:sp>
        <p:nvSpPr>
          <p:cNvPr id="5" name="文本框 4"/>
          <p:cNvSpPr txBox="1"/>
          <p:nvPr/>
        </p:nvSpPr>
        <p:spPr>
          <a:xfrm>
            <a:off x="509905" y="5031105"/>
            <a:ext cx="11171555" cy="1379220"/>
          </a:xfrm>
          <a:prstGeom prst="rect">
            <a:avLst/>
          </a:prstGeom>
          <a:noFill/>
          <a:ln w="3175">
            <a:noFill/>
            <a:prstDash val="dash"/>
          </a:ln>
        </p:spPr>
        <p:txBody>
          <a:bodyPr wrap="square" lIns="63500" tIns="25400" rIns="63500" bIns="25400" rtlCol="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lvl="0" algn="just">
              <a:lnSpc>
                <a:spcPct val="120000"/>
              </a:lnSpc>
              <a:spcAft>
                <a:spcPts val="800"/>
              </a:spcAft>
              <a:buClrTx/>
              <a:buSzTx/>
              <a:buFontTx/>
            </a:pP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由于D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1</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3</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的笛卡尔积包含所有的元组，因此没有明确的语义。例如，在D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1</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2</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，D</a:t>
            </a:r>
            <a:r>
              <a:rPr lang="zh-CN" altLang="en-US" sz="1800" spc="100" baseline="-250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3</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的笛卡尔积中，同时出现元组（张清玫，计算机专业，李勇）和（刘逸，信息专业，李勇），这两个元组分别表示李勇既是计算机专业张清玫导师的研究生，又是信息专业刘逸导师的研究生，这种情况与实际不符，所以</a:t>
            </a:r>
            <a:r>
              <a:rPr lang="zh-CN" altLang="en-US" sz="1800" spc="10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sym typeface="+mn-ea"/>
              </a:rPr>
              <a:t>笛卡尔积通常没有实际语义</a:t>
            </a:r>
            <a:r>
              <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a:t>
            </a:r>
            <a:endParaRPr lang="zh-CN" altLang="en-US" sz="1800" spc="10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8"/>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1 数学中关系的概念</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212850" y="1290320"/>
            <a:ext cx="9620885" cy="3242310"/>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从关系的定义中可以得出，关系具有如下3条性质：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性质1</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：关系不满足交换律，即R（D1，D2）≠ R（D2，D1）。这可以解释为关系中元组分量的排列顺序是有序的，当分量排列顺序发生改变时，关系也会发生变化，表现了元组的有序性。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性质2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：关系可以是有限集合，也可以是无限集合。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性质3</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：元组的分量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不可以是2阶以上的元组。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2025015" y="1977390"/>
            <a:ext cx="8096885" cy="38169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关系数据库是建立在关系数据模型上的数据库。本节主要介绍关系数据模型组成的3个要素，即</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关系数据结构、关系操作集合和关系完整性约束条件</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关系数据结构</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003300" y="1536700"/>
            <a:ext cx="10186035" cy="409765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在用关系描述关系模型的数据结构时，需要对2.1节中关系的3个性质进行限制和扩充，以满足数据库的需要。在关系数据模型中要求：</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（1）关系是有限集合；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（2）关系的元组是无序的；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（3）元组的分量不能是2阶以上的元组，只能是单个的元素。满足这3个条件的关系构成关系模型的数据结构可以用一个规范化的二维表（</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表中不能再有表</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）来表示。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关系数据结构涉及如下概念：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属性</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：若给关系中的每个D</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（i=1，2，...，n）赋予一个有语义的名字，则把这个名字称为属性，属性的名不能相同。通过给关系集合附加属性名的方法取消关系元组的有序性。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域</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：属性的取值范围称为域，不同属性的域可以相同，也可以不同。</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关系数据结构</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候选码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若关系中的某个属性组的值能唯一地标识一个元组，且不包含更多属性，则称该属性组为候选码。候选码的各个属性称为主属性，不包含在任何候选码中的属性称为非主属性或非码属性。在最简单的情况下，候选码只包含一种属性。在最极端的情况下，候选码包含所有属性，此时称为全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主码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：当前使用的候选码或选定的候选码称为主码。用属性加下划线表示主码。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外码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：若关系R中某个属性组是其他关系的主码，则该属性组称为关系R的外码。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关系模型</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：对关系模型的描述一般表示为：关系名（属性1，属性2，...，属性n）。</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例2.2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导师与研究生之间的关系就是关系数据库的一个数据结构，可以用规范化的二维表（表2-2）来表示。此时的关系可以表示为导师与研究生（导师，专业，研究生），该关系包含导师、专业和研究生3个属性，属性的域值分别为{张清玫，刘逸}，{计算机专业、信息专业}，{李勇、刘晨、王敏}。若研究生没有重名，则研究生属性为主码，否则候选码为全码。这是一个基本关系。表2-3给出了非规范化的二维关系，它不能用来表示关系模型的数据结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7"/>
          <a:stretch>
            <a:fillRect/>
          </a:stretch>
        </p:blipFill>
        <p:spPr>
          <a:xfrm>
            <a:off x="3451860" y="6083300"/>
            <a:ext cx="6753225" cy="847725"/>
          </a:xfrm>
          <a:prstGeom prst="rect">
            <a:avLst/>
          </a:prstGeom>
        </p:spPr>
      </p:pic>
      <p:sp>
        <p:nvSpPr>
          <p:cNvPr id="8" name="文本框 7"/>
          <p:cNvSpPr txBox="1"/>
          <p:nvPr/>
        </p:nvSpPr>
        <p:spPr>
          <a:xfrm>
            <a:off x="4738370" y="5807710"/>
            <a:ext cx="2929890" cy="275590"/>
          </a:xfrm>
          <a:prstGeom prst="rect">
            <a:avLst/>
          </a:prstGeom>
          <a:noFill/>
        </p:spPr>
        <p:txBody>
          <a:bodyPr wrap="square" rtlCol="0" anchor="t">
            <a:spAutoFit/>
          </a:bodyPr>
          <a:p>
            <a:r>
              <a:rPr lang="zh-CN" altLang="en-US" sz="1200"/>
              <a:t>表2-3 非规范化的二维关系</a:t>
            </a:r>
            <a:endParaRPr lang="zh-CN" altLang="en-US" sz="1200"/>
          </a:p>
        </p:txBody>
      </p:sp>
    </p:spTree>
    <p:custDataLst>
      <p:tags r:id="rId8"/>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2.1 关系数据结构</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84960" y="1453515"/>
            <a:ext cx="9022080" cy="4710430"/>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在关系模型中，</a:t>
            </a:r>
            <a:r>
              <a:rPr lang="zh-CN" altLang="en-US" sz="1800" spc="10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uFillTx/>
                <a:latin typeface="微软雅黑" panose="020B0503020204020204" charset="-122"/>
                <a:ea typeface="微软雅黑" panose="020B0503020204020204" charset="-122"/>
                <a:cs typeface="微软雅黑" panose="020B0503020204020204" charset="-122"/>
              </a:rPr>
              <a:t>实体及其之间的联系都用关系来表示</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。例如，学生实体、课程实体和学生与课程之间多对多的联系可以用关系表示如下：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学生实体</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：学生（学号，姓名，年龄，性别，系名，年级）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课程实体</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：课程（课程号，课程名，学分）
学生实体与课程实体之间的</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联系</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：选修（学号，课程号，成绩）</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通过增加一个包含学号和课程号属性的选修关系将学生实体和课程实体之间的多对多联系表示出来。其中，“学号”和“课程号”分别是选修关系的</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外码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，“学号、课程号”组是选修关系的</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主码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以上表示的关系都称为</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基本关系或基本表</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，它是实际存在的表，是实际存储数据的逻辑表示。除此之外，还有查询表和视图表两种表。查询表是查询结果对应的表。视图表是由基本表或其他视图导出的虚表，不对应实际的存储数据。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关系操作</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515620" y="1669415"/>
            <a:ext cx="11160760" cy="4097655"/>
          </a:xfrm>
          <a:prstGeom prst="rect">
            <a:avLst/>
          </a:prstGeom>
          <a:noFill/>
          <a:ln w="3175">
            <a:noFill/>
            <a:prstDash val="dash"/>
          </a:ln>
        </p:spPr>
        <p:txBody>
          <a:bodyPr wrap="square" lIns="63500" tIns="25400" rIns="63500" bIns="25400" anchor="ctr" anchorCtr="0">
            <a:normAutofit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关系数据模型中常用的关系操作包括</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查询操作和更新操</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作两大部分，其中，更新操作又分为插入操作、删除操作和修改操作。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查询操作</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是关系数据库的一个主要功能。用来描述查询操作功能的方式有很多，早期主要使用关系代数和关系演算描述查询功能，现在使用结构化查询语言SQL（Structured Query Language）来描述。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关系代数和关系演算</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分别使用关系运算和谓词运算来描述查询功能，它们都是抽象的查询语言，且具有完全相同的查询描述能力。虽然抽象的关系代数和关系演算语言与具体关系数据库管理系统中实现的实际语言并不完全一致，但它们是评估实际系统中查询语言能力的标准或基础。关系数据库管理系统的查询语言除了提供关系代数或关系演算的功能外，还提供许多附加的功能，如聚集函数、关系赋值、算术运算等，这使得应用程序具备强大的查询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2.2 关系操作</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144610"/>
            <a:ext cx="7664123" cy="3939912"/>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QL是介于关系代数和关系演算之间的结构化查询语言，不仅具有查询功能，还具有数据定义、数据更新和数据控制功能，是集数据定义、数据操作和数据控制于一体的关系数据语言。SQL充分体现了关系数据语言的特点和优点，是关系数据库的标准语言。</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关系数据语言中，关系操作采用集合操作的方式，即操作的对象是集合，操作的结果也是集合。这种方式称为一次一集合的方式。相应地，非关系数据模型的操作方式为一次一记录的方式。数据存储路径的选择完全由关系数据库管理系统优化机制来完成，不必向数据库管理员申请为其建立特殊的存储路径。因此，关系数据语言是高度非过程化的集合操作语言，具有完备的表达能力，功能强大，能够嵌入高级语言中使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2.3 关系的完整性</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53150" y="2369659"/>
            <a:ext cx="766412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的完整性指关系的完整性规则，即对关系的某种约束条件。关系的完整性包括实体完整性、参照完整性和用户定义的完整性。实体完整性和参照完整性是关系模型必须满足的完整性约束条件，被称为关系的两个不变性，由关系系统自动支持。用户定义的完整性是应用领域应遵循的约束条件，体现在具体领域中语义的约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实体完整性规则</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（Entity Integrity）</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852170" y="1687195"/>
            <a:ext cx="10617200" cy="44767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规则2-1：</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实体完整性规则</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。若属性（一个或一组）A是基本关系R的主属性，则所有元组对应主属性A的分量都不能取空值，也称属性A不能取空值。</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按照实体完整性规则的规定，</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基本关系主码不能取空值</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。例如，在选修关系：选修（学号，课程，成绩）中，若“学号、课程号”组为主码，则“学号”和“课程号”两个属性都不能取空值。</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对实体完整性规则的说明如下：
（1）实体完整性规则是针对基本关系而言的。一个基本关系通常对应现实世界的一个实体集。
（2）现实世界中的实体是可区分的，即具有某种唯一性的标识，这个标识在关系数据模型中用主码表示。若主码为空，则说明存在某个不可标识的实体，这与现实世界的情况相矛盾。</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参照完整性</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（Referential Integrity）</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955040" y="1738630"/>
            <a:ext cx="10125710" cy="40976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参照完整性（Referential Integrity）</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在现实世界中，实体与实体之间往往存在某种联系，而实体以及实体之间的联系在关系模型中都用关系来表示，这就存在关系与关系之间的引用问题。通过定义外码和主码将不同的关系联系起来，外码与主码之间的引用规则称为参照完整性规则。</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规则2-2</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：参照完整性规则。若属性（或属性组）F是基本关系R的外码，它与基本关系S的主码K</a:t>
            </a:r>
            <a:r>
              <a:rPr lang="zh-CN" altLang="en-US" sz="1800" spc="100" baseline="-250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S</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相对应（基本关系</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R与S</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可以是相同的关系），则对于R中每个元组在F上的值，要么取空值，要么等于S中某个元组的主码。其中，关系R称为参照关系，关系S称为被参照关系（目标关系）。显然，参照关系R的外码F和被参照关系S的主码Ks必须取自同一个域。</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参照完整性</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（Referential Integrity）</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964565" y="1536700"/>
            <a:ext cx="10436225" cy="514921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【例2.3】学生实体和专业实体可以用下面的关系来表示：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学生（</a:t>
            </a:r>
            <a:r>
              <a:rPr lang="zh-CN" altLang="en-US" sz="1800" u="sng"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学号</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，姓名，性别，</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专业号，年龄）
专业（</a:t>
            </a:r>
            <a:r>
              <a:rPr lang="zh-CN" altLang="en-US" sz="1800" u="sng"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专业号</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，专业名）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在这两个关系中，</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“专业号”是学生关系的外码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专业关系的主码，用于描述学生实体与专业实体之间的一对一的联系。学生关系中的元组在“专业号”属性的取值只能是空值或非空值。当取空值时，表示该学生还没分配专业；当取非空值时，这个值必须是专业关系中某个元组在“专业号”属性上的分量，表示该学生必须被分配到一个已存在的专业中，否则没有意义。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【例2.4】若为学生关系再加一个“班长”属性，则可如下表示：
学生-班长（</a:t>
            </a:r>
            <a:r>
              <a:rPr lang="zh-CN" altLang="en-US" sz="1800" u="sng"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学号</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，姓名，性别，专业号，年龄，班长）</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在此关系中，</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“学号”是主码，“班长”是外码。</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虽然“学号”和“班长”的属性名不同，但是它们必须取自同一个“学号”的属性域。当“班长”属性值为空值时，表示该班还没选班长；当“班长”属性值非空时，此值必须是某元组在“学号”属性上的分量。“学号”主码和“班长”外码用于描述学生-班长实体内部之间的联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2 关系数据模型</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用户定义的完整性</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（User-Defined Integrity）</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551940" y="1536700"/>
            <a:ext cx="8587105" cy="422910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用户定义的完整性（User-Defined Integrity）</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用户定义的完整性是指针对某一具体关系数据库的约束条件。它反映某一具体应用所涉及的数据必须满足的语义要求。例如，某个属性必须取唯一的值、某个非主属性不能取空值、某个属性的取值在0~100之间等。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关系模型应提供定义和检验这类完整性的机制，以便用统一的系统方法处理它们，而不由应用程序承担这种功能。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关系代数是对关系的一种运算。在关系数据库系统中，部分关系运算构成一种抽象的查询语言，完成对数据库中数据的查询功能。这些运算包括一些传统的集合运算和专门的关系运算。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3.1 传统的集合运算</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6"/>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7"/>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custDataLst>
              <p:tags r:id="rId8"/>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0"/>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11"/>
            </p:custDataLst>
          </p:nvPr>
        </p:nvSpPr>
        <p:spPr>
          <a:xfrm>
            <a:off x="2270760" y="2332990"/>
            <a:ext cx="7778115" cy="34899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在数据库系统中，用到的集合运算仅包括集合的并、差、交和笛卡尔积4种。现定义如下：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设n阶关系R和S，若R和S对应的属性取自相同的域，则R与S的并、差和交分别定义为：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2"/>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传统的集合运算</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0" name="图片 9"/>
          <p:cNvPicPr>
            <a:picLocks noChangeAspect="1"/>
          </p:cNvPicPr>
          <p:nvPr/>
        </p:nvPicPr>
        <p:blipFill>
          <a:blip r:embed="rId6"/>
          <a:stretch>
            <a:fillRect/>
          </a:stretch>
        </p:blipFill>
        <p:spPr>
          <a:xfrm>
            <a:off x="2498725" y="1456055"/>
            <a:ext cx="7227570" cy="5328920"/>
          </a:xfrm>
          <a:prstGeom prst="rect">
            <a:avLst/>
          </a:prstGeom>
        </p:spPr>
      </p:pic>
      <p:cxnSp>
        <p:nvCxnSpPr>
          <p:cNvPr id="4" name="直接连接符 3"/>
          <p:cNvCxnSpPr/>
          <p:nvPr/>
        </p:nvCxnSpPr>
        <p:spPr>
          <a:xfrm flipH="1">
            <a:off x="3333115" y="3518535"/>
            <a:ext cx="68580" cy="223520"/>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7"/>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传统的集合运算</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文本框 3"/>
          <p:cNvSpPr txBox="1"/>
          <p:nvPr/>
        </p:nvSpPr>
        <p:spPr>
          <a:xfrm>
            <a:off x="456565" y="1536700"/>
            <a:ext cx="11278870" cy="645160"/>
          </a:xfrm>
          <a:prstGeom prst="rect">
            <a:avLst/>
          </a:prstGeom>
          <a:noFill/>
        </p:spPr>
        <p:txBody>
          <a:bodyPr wrap="square" rtlCol="0" anchor="t">
            <a:spAutoFit/>
          </a:bodyPr>
          <a:p>
            <a:r>
              <a:rPr lang="zh-CN" altLang="en-US"/>
              <a:t>【例2.5】若关系R和S如图2-1（a）和（b）所示，则关系R和S的并、交、差和笛卡尔积分别如图2-2（c）、（d）、（e）和（f）所示。</a:t>
            </a:r>
            <a:endParaRPr lang="zh-CN" altLang="en-US"/>
          </a:p>
        </p:txBody>
      </p:sp>
      <p:pic>
        <p:nvPicPr>
          <p:cNvPr id="5" name="图片 4"/>
          <p:cNvPicPr>
            <a:picLocks noChangeAspect="1"/>
          </p:cNvPicPr>
          <p:nvPr/>
        </p:nvPicPr>
        <p:blipFill>
          <a:blip r:embed="rId4"/>
          <a:stretch>
            <a:fillRect/>
          </a:stretch>
        </p:blipFill>
        <p:spPr>
          <a:xfrm>
            <a:off x="3081655" y="1993900"/>
            <a:ext cx="7630795" cy="1012190"/>
          </a:xfrm>
          <a:prstGeom prst="rect">
            <a:avLst/>
          </a:prstGeom>
        </p:spPr>
      </p:pic>
      <p:sp>
        <p:nvSpPr>
          <p:cNvPr id="6" name="文本框 5"/>
          <p:cNvSpPr txBox="1"/>
          <p:nvPr/>
        </p:nvSpPr>
        <p:spPr>
          <a:xfrm>
            <a:off x="4074160" y="2757805"/>
            <a:ext cx="6096000" cy="245110"/>
          </a:xfrm>
          <a:prstGeom prst="rect">
            <a:avLst/>
          </a:prstGeom>
          <a:noFill/>
        </p:spPr>
        <p:txBody>
          <a:bodyPr wrap="square" rtlCol="0" anchor="t">
            <a:spAutoFit/>
          </a:bodyPr>
          <a:p>
            <a:r>
              <a:rPr lang="zh-CN" altLang="en-US" sz="1000"/>
              <a:t>（a）</a:t>
            </a:r>
            <a:r>
              <a:rPr lang="en-US" altLang="zh-CN" sz="1000"/>
              <a:t>                                                                                          </a:t>
            </a:r>
            <a:r>
              <a:rPr lang="zh-CN" altLang="en-US" sz="1000"/>
              <a:t>（b）</a:t>
            </a:r>
            <a:endParaRPr lang="zh-CN" altLang="en-US" sz="1000"/>
          </a:p>
        </p:txBody>
      </p:sp>
      <p:pic>
        <p:nvPicPr>
          <p:cNvPr id="12" name="图片 11"/>
          <p:cNvPicPr>
            <a:picLocks noChangeAspect="1"/>
          </p:cNvPicPr>
          <p:nvPr/>
        </p:nvPicPr>
        <p:blipFill>
          <a:blip r:embed="rId5"/>
          <a:stretch>
            <a:fillRect/>
          </a:stretch>
        </p:blipFill>
        <p:spPr>
          <a:xfrm>
            <a:off x="3301365" y="2956560"/>
            <a:ext cx="7641590" cy="1630045"/>
          </a:xfrm>
          <a:prstGeom prst="rect">
            <a:avLst/>
          </a:prstGeom>
        </p:spPr>
      </p:pic>
      <p:pic>
        <p:nvPicPr>
          <p:cNvPr id="13" name="图片 12"/>
          <p:cNvPicPr>
            <a:picLocks noChangeAspect="1"/>
          </p:cNvPicPr>
          <p:nvPr/>
        </p:nvPicPr>
        <p:blipFill>
          <a:blip r:embed="rId6"/>
          <a:stretch>
            <a:fillRect/>
          </a:stretch>
        </p:blipFill>
        <p:spPr>
          <a:xfrm>
            <a:off x="3381375" y="4690745"/>
            <a:ext cx="6638925" cy="1800225"/>
          </a:xfrm>
          <a:prstGeom prst="rect">
            <a:avLst/>
          </a:prstGeom>
        </p:spPr>
      </p:pic>
      <p:sp>
        <p:nvSpPr>
          <p:cNvPr id="14" name="文本框 13"/>
          <p:cNvSpPr txBox="1"/>
          <p:nvPr/>
        </p:nvSpPr>
        <p:spPr>
          <a:xfrm>
            <a:off x="5160645" y="6323965"/>
            <a:ext cx="6096000" cy="275590"/>
          </a:xfrm>
          <a:prstGeom prst="rect">
            <a:avLst/>
          </a:prstGeom>
          <a:noFill/>
        </p:spPr>
        <p:txBody>
          <a:bodyPr wrap="square" rtlCol="0" anchor="t">
            <a:spAutoFit/>
          </a:bodyPr>
          <a:p>
            <a:r>
              <a:rPr lang="zh-CN" altLang="en-US" sz="1200"/>
              <a:t>（f）</a:t>
            </a:r>
            <a:endParaRPr lang="zh-CN" altLang="en-US" sz="1200"/>
          </a:p>
        </p:txBody>
      </p:sp>
      <p:sp>
        <p:nvSpPr>
          <p:cNvPr id="15" name="文本框 14"/>
          <p:cNvSpPr txBox="1"/>
          <p:nvPr/>
        </p:nvSpPr>
        <p:spPr>
          <a:xfrm>
            <a:off x="5336540" y="6595110"/>
            <a:ext cx="2995930" cy="306705"/>
          </a:xfrm>
          <a:prstGeom prst="rect">
            <a:avLst/>
          </a:prstGeom>
          <a:noFill/>
        </p:spPr>
        <p:txBody>
          <a:bodyPr wrap="square" rtlCol="0" anchor="t">
            <a:spAutoFit/>
          </a:bodyPr>
          <a:p>
            <a:r>
              <a:rPr lang="zh-CN" altLang="en-US" sz="1400"/>
              <a:t>图2-1  传统集合运算举例</a:t>
            </a:r>
            <a:endParaRPr lang="zh-CN" altLang="en-US" sz="1400"/>
          </a:p>
        </p:txBody>
      </p:sp>
    </p:spTree>
    <p:custDataLst>
      <p:tags r:id="rId7"/>
    </p:custData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3.2 专门的关系运算</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988820" y="2493645"/>
            <a:ext cx="787781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专门的关系代数运算包括</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选择、投影、链接、除运算</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等，现分别介绍如下：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7"/>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选择（Selecting）</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descr="/data/temp/43bb61d4-1176-11ee-b65e-5a15cddff801.jpg43bb61d4-1176-11ee-b65e-5a15cddff801"/>
          <p:cNvPicPr>
            <a:picLocks noChangeAspect="1"/>
          </p:cNvPicPr>
          <p:nvPr>
            <p:custDataLst>
              <p:tags r:id="rId6"/>
            </p:custDataLst>
          </p:nvPr>
        </p:nvPicPr>
        <p:blipFill rotWithShape="1">
          <a:blip r:embed="rId7"/>
          <a:srcRect/>
          <a:stretch>
            <a:fillRect/>
          </a:stretch>
        </p:blipFill>
        <p:spPr>
          <a:xfrm>
            <a:off x="783803" y="2403233"/>
            <a:ext cx="3551313" cy="3255494"/>
          </a:xfrm>
          <a:custGeom>
            <a:avLst/>
            <a:gdLst/>
            <a:ahLst/>
            <a:cxnLst>
              <a:cxn ang="3">
                <a:pos x="hc" y="t"/>
              </a:cxn>
              <a:cxn ang="cd2">
                <a:pos x="l" y="vc"/>
              </a:cxn>
              <a:cxn ang="cd4">
                <a:pos x="hc" y="b"/>
              </a:cxn>
              <a:cxn ang="0">
                <a:pos x="r" y="vc"/>
              </a:cxn>
            </a:cxnLst>
            <a:rect l="l" t="t" r="r" b="b"/>
            <a:pathLst>
              <a:path w="4320" h="2160">
                <a:moveTo>
                  <a:pt x="0" y="0"/>
                </a:moveTo>
                <a:lnTo>
                  <a:pt x="4320" y="0"/>
                </a:lnTo>
                <a:lnTo>
                  <a:pt x="4320" y="2160"/>
                </a:lnTo>
                <a:lnTo>
                  <a:pt x="0" y="2160"/>
                </a:lnTo>
                <a:close/>
              </a:path>
            </a:pathLst>
          </a:custGeom>
        </p:spPr>
      </p:pic>
      <p:sp>
        <p:nvSpPr>
          <p:cNvPr id="5" name="Title 6"/>
          <p:cNvSpPr txBox="1"/>
          <p:nvPr>
            <p:custDataLst>
              <p:tags r:id="rId8"/>
            </p:custDataLst>
          </p:nvPr>
        </p:nvSpPr>
        <p:spPr>
          <a:xfrm>
            <a:off x="4335145" y="1914525"/>
            <a:ext cx="7098030" cy="440055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关系R的选择运算又称限制运算，它把关系R上满足某种关系或逻辑表达式F的元组选择出来组成一个新的关系，记作：</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其中，t为元组，F为取值真或假的关系表达式或逻辑表达式。选择运算实际上是选择关系R上某些行的运算。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9"/>
          <a:stretch>
            <a:fillRect/>
          </a:stretch>
        </p:blipFill>
        <p:spPr>
          <a:xfrm>
            <a:off x="5447665" y="3962400"/>
            <a:ext cx="2447925" cy="304800"/>
          </a:xfrm>
          <a:prstGeom prst="rect">
            <a:avLst/>
          </a:prstGeom>
        </p:spPr>
      </p:pic>
    </p:spTree>
    <p:custDataLst>
      <p:tags r:id="rId10"/>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选择</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（Selecting）</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880745" y="1536700"/>
            <a:ext cx="10103485" cy="53219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【例2.6】设有一个学生-课程数据库，包括学生关系Student、课程关系Course和选课关系SC，如图2-2所示。现要查询信息系的全体学生和年龄小于20岁的学生。
查询信息系的全体学生可以表示为：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其中，下标5为Sdept属性的序号，查询结果如图2-3（a）所示。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查询年龄小于20岁的学生可以表示为：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查询结果如图2-3（b）所示。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7"/>
          <a:stretch>
            <a:fillRect/>
          </a:stretch>
        </p:blipFill>
        <p:spPr>
          <a:xfrm>
            <a:off x="3270885" y="2642870"/>
            <a:ext cx="3400425" cy="266700"/>
          </a:xfrm>
          <a:prstGeom prst="rect">
            <a:avLst/>
          </a:prstGeom>
        </p:spPr>
      </p:pic>
      <p:pic>
        <p:nvPicPr>
          <p:cNvPr id="10" name="图片 9"/>
          <p:cNvPicPr>
            <a:picLocks noChangeAspect="1"/>
          </p:cNvPicPr>
          <p:nvPr/>
        </p:nvPicPr>
        <p:blipFill>
          <a:blip r:embed="rId8"/>
          <a:stretch>
            <a:fillRect/>
          </a:stretch>
        </p:blipFill>
        <p:spPr>
          <a:xfrm>
            <a:off x="3270885" y="3953510"/>
            <a:ext cx="3105150" cy="314325"/>
          </a:xfrm>
          <a:prstGeom prst="rect">
            <a:avLst/>
          </a:prstGeom>
        </p:spPr>
      </p:pic>
      <p:pic>
        <p:nvPicPr>
          <p:cNvPr id="13" name="图片 12"/>
          <p:cNvPicPr>
            <a:picLocks noChangeAspect="1"/>
          </p:cNvPicPr>
          <p:nvPr/>
        </p:nvPicPr>
        <p:blipFill>
          <a:blip r:embed="rId9"/>
          <a:stretch>
            <a:fillRect/>
          </a:stretch>
        </p:blipFill>
        <p:spPr>
          <a:xfrm>
            <a:off x="337185" y="5147945"/>
            <a:ext cx="6038850" cy="1323975"/>
          </a:xfrm>
          <a:prstGeom prst="rect">
            <a:avLst/>
          </a:prstGeom>
        </p:spPr>
      </p:pic>
      <p:pic>
        <p:nvPicPr>
          <p:cNvPr id="14" name="图片 13"/>
          <p:cNvPicPr>
            <a:picLocks noChangeAspect="1"/>
          </p:cNvPicPr>
          <p:nvPr/>
        </p:nvPicPr>
        <p:blipFill>
          <a:blip r:embed="rId10"/>
          <a:stretch>
            <a:fillRect/>
          </a:stretch>
        </p:blipFill>
        <p:spPr>
          <a:xfrm>
            <a:off x="5403850" y="5134610"/>
            <a:ext cx="6048375" cy="1800225"/>
          </a:xfrm>
          <a:prstGeom prst="rect">
            <a:avLst/>
          </a:prstGeom>
        </p:spPr>
      </p:pic>
      <p:sp>
        <p:nvSpPr>
          <p:cNvPr id="15" name="文本框 14"/>
          <p:cNvSpPr txBox="1"/>
          <p:nvPr/>
        </p:nvSpPr>
        <p:spPr>
          <a:xfrm>
            <a:off x="801370" y="4766310"/>
            <a:ext cx="6096000" cy="368300"/>
          </a:xfrm>
          <a:prstGeom prst="rect">
            <a:avLst/>
          </a:prstGeom>
          <a:noFill/>
        </p:spPr>
        <p:txBody>
          <a:bodyPr wrap="square" rtlCol="0" anchor="t">
            <a:spAutoFit/>
          </a:bodyPr>
          <a:p>
            <a:r>
              <a:rPr lang="zh-CN" altLang="en-US"/>
              <a:t>Student</a:t>
            </a:r>
            <a:endParaRPr lang="zh-CN" altLang="en-US"/>
          </a:p>
        </p:txBody>
      </p:sp>
      <p:sp>
        <p:nvSpPr>
          <p:cNvPr id="16" name="文本框 15"/>
          <p:cNvSpPr txBox="1"/>
          <p:nvPr/>
        </p:nvSpPr>
        <p:spPr>
          <a:xfrm>
            <a:off x="5956935" y="4766310"/>
            <a:ext cx="6096000" cy="368300"/>
          </a:xfrm>
          <a:prstGeom prst="rect">
            <a:avLst/>
          </a:prstGeom>
          <a:noFill/>
        </p:spPr>
        <p:txBody>
          <a:bodyPr wrap="square" rtlCol="0" anchor="t">
            <a:spAutoFit/>
          </a:bodyPr>
          <a:p>
            <a:r>
              <a:rPr lang="zh-CN" altLang="en-US"/>
              <a:t>Course</a:t>
            </a:r>
            <a:endParaRPr lang="zh-CN" altLang="en-US"/>
          </a:p>
        </p:txBody>
      </p:sp>
      <p:sp>
        <p:nvSpPr>
          <p:cNvPr id="17" name="文本框 16"/>
          <p:cNvSpPr txBox="1"/>
          <p:nvPr/>
        </p:nvSpPr>
        <p:spPr>
          <a:xfrm>
            <a:off x="1838960" y="6355715"/>
            <a:ext cx="2918460" cy="275590"/>
          </a:xfrm>
          <a:prstGeom prst="rect">
            <a:avLst/>
          </a:prstGeom>
          <a:noFill/>
        </p:spPr>
        <p:txBody>
          <a:bodyPr wrap="square" rtlCol="0" anchor="t">
            <a:spAutoFit/>
          </a:bodyPr>
          <a:p>
            <a:r>
              <a:rPr lang="zh-CN" altLang="en-US" sz="1200"/>
              <a:t>（a）</a:t>
            </a:r>
            <a:endParaRPr lang="zh-CN" altLang="en-US" sz="1200"/>
          </a:p>
        </p:txBody>
      </p:sp>
      <p:sp>
        <p:nvSpPr>
          <p:cNvPr id="18" name="文本框 17"/>
          <p:cNvSpPr txBox="1"/>
          <p:nvPr/>
        </p:nvSpPr>
        <p:spPr>
          <a:xfrm>
            <a:off x="7507605" y="6677025"/>
            <a:ext cx="1161415" cy="275590"/>
          </a:xfrm>
          <a:prstGeom prst="rect">
            <a:avLst/>
          </a:prstGeom>
          <a:noFill/>
        </p:spPr>
        <p:txBody>
          <a:bodyPr wrap="square" rtlCol="0" anchor="t">
            <a:spAutoFit/>
          </a:bodyPr>
          <a:p>
            <a:r>
              <a:rPr lang="zh-CN" altLang="en-US" sz="1200"/>
              <a:t>（b）</a:t>
            </a:r>
            <a:endParaRPr lang="zh-CN" altLang="en-US" sz="1200"/>
          </a:p>
        </p:txBody>
      </p:sp>
    </p:spTree>
    <p:custDataLst>
      <p:tags r:id="rId11"/>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选择（Selecting）</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任意多边形: 形状 27"/>
          <p:cNvSpPr/>
          <p:nvPr>
            <p:custDataLst>
              <p:tags r:id="rId6"/>
            </p:custDataLst>
          </p:nvPr>
        </p:nvSpPr>
        <p:spPr>
          <a:xfrm rot="10800000">
            <a:off x="9792410" y="2292280"/>
            <a:ext cx="865958" cy="500156"/>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1534" h="886">
                <a:moveTo>
                  <a:pt x="372" y="0"/>
                </a:moveTo>
                <a:lnTo>
                  <a:pt x="725" y="0"/>
                </a:lnTo>
                <a:lnTo>
                  <a:pt x="514" y="886"/>
                </a:lnTo>
                <a:lnTo>
                  <a:pt x="0" y="886"/>
                </a:lnTo>
                <a:lnTo>
                  <a:pt x="372" y="0"/>
                </a:lnTo>
                <a:close/>
                <a:moveTo>
                  <a:pt x="1181" y="0"/>
                </a:moveTo>
                <a:lnTo>
                  <a:pt x="1534" y="0"/>
                </a:lnTo>
                <a:lnTo>
                  <a:pt x="1323" y="886"/>
                </a:lnTo>
                <a:lnTo>
                  <a:pt x="809" y="886"/>
                </a:lnTo>
                <a:lnTo>
                  <a:pt x="1181" y="0"/>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solidFill>
                <a:schemeClr val="lt1"/>
              </a:solidFill>
              <a:latin typeface="微软雅黑" panose="020B0503020204020204" charset="-122"/>
              <a:ea typeface="微软雅黑" panose="020B0503020204020204" charset="-122"/>
            </a:endParaRPr>
          </a:p>
        </p:txBody>
      </p:sp>
      <p:pic>
        <p:nvPicPr>
          <p:cNvPr id="10" name="图片 9"/>
          <p:cNvPicPr>
            <a:picLocks noChangeAspect="1"/>
          </p:cNvPicPr>
          <p:nvPr/>
        </p:nvPicPr>
        <p:blipFill>
          <a:blip r:embed="rId7"/>
          <a:stretch>
            <a:fillRect/>
          </a:stretch>
        </p:blipFill>
        <p:spPr>
          <a:xfrm>
            <a:off x="738505" y="1741170"/>
            <a:ext cx="6029325" cy="1800225"/>
          </a:xfrm>
          <a:prstGeom prst="rect">
            <a:avLst/>
          </a:prstGeom>
        </p:spPr>
      </p:pic>
      <p:sp>
        <p:nvSpPr>
          <p:cNvPr id="12" name="文本框 11"/>
          <p:cNvSpPr txBox="1"/>
          <p:nvPr/>
        </p:nvSpPr>
        <p:spPr>
          <a:xfrm>
            <a:off x="1304925" y="1384300"/>
            <a:ext cx="6096000" cy="368300"/>
          </a:xfrm>
          <a:prstGeom prst="rect">
            <a:avLst/>
          </a:prstGeom>
          <a:noFill/>
        </p:spPr>
        <p:txBody>
          <a:bodyPr wrap="square" rtlCol="0" anchor="t">
            <a:spAutoFit/>
          </a:bodyPr>
          <a:p>
            <a:r>
              <a:rPr lang="zh-CN" altLang="en-US"/>
              <a:t>SC</a:t>
            </a:r>
            <a:endParaRPr lang="zh-CN" altLang="en-US"/>
          </a:p>
        </p:txBody>
      </p:sp>
      <p:sp>
        <p:nvSpPr>
          <p:cNvPr id="13" name="文本框 12"/>
          <p:cNvSpPr txBox="1"/>
          <p:nvPr/>
        </p:nvSpPr>
        <p:spPr>
          <a:xfrm>
            <a:off x="2308225" y="3291205"/>
            <a:ext cx="1276985" cy="275590"/>
          </a:xfrm>
          <a:prstGeom prst="rect">
            <a:avLst/>
          </a:prstGeom>
          <a:noFill/>
        </p:spPr>
        <p:txBody>
          <a:bodyPr wrap="square" rtlCol="0" anchor="t">
            <a:spAutoFit/>
          </a:bodyPr>
          <a:p>
            <a:r>
              <a:rPr lang="zh-CN" altLang="en-US" sz="1200"/>
              <a:t>（c）</a:t>
            </a:r>
            <a:endParaRPr lang="zh-CN" altLang="en-US" sz="1200"/>
          </a:p>
        </p:txBody>
      </p:sp>
      <p:sp>
        <p:nvSpPr>
          <p:cNvPr id="14" name="文本框 13"/>
          <p:cNvSpPr txBox="1"/>
          <p:nvPr/>
        </p:nvSpPr>
        <p:spPr>
          <a:xfrm>
            <a:off x="2884805" y="3541395"/>
            <a:ext cx="6096000" cy="368300"/>
          </a:xfrm>
          <a:prstGeom prst="rect">
            <a:avLst/>
          </a:prstGeom>
          <a:noFill/>
        </p:spPr>
        <p:txBody>
          <a:bodyPr wrap="square" rtlCol="0" anchor="t">
            <a:spAutoFit/>
          </a:bodyPr>
          <a:p>
            <a:r>
              <a:rPr lang="zh-CN" altLang="en-US"/>
              <a:t>图2-2  学生-课程数据库</a:t>
            </a:r>
            <a:endParaRPr lang="zh-CN" altLang="en-US"/>
          </a:p>
        </p:txBody>
      </p:sp>
      <p:pic>
        <p:nvPicPr>
          <p:cNvPr id="15" name="图片 14"/>
          <p:cNvPicPr>
            <a:picLocks noChangeAspect="1"/>
          </p:cNvPicPr>
          <p:nvPr/>
        </p:nvPicPr>
        <p:blipFill>
          <a:blip r:embed="rId8"/>
          <a:stretch>
            <a:fillRect/>
          </a:stretch>
        </p:blipFill>
        <p:spPr>
          <a:xfrm>
            <a:off x="728980" y="4380865"/>
            <a:ext cx="6038850" cy="685800"/>
          </a:xfrm>
          <a:prstGeom prst="rect">
            <a:avLst/>
          </a:prstGeom>
        </p:spPr>
      </p:pic>
      <p:pic>
        <p:nvPicPr>
          <p:cNvPr id="16" name="图片 15"/>
          <p:cNvPicPr>
            <a:picLocks noChangeAspect="1"/>
          </p:cNvPicPr>
          <p:nvPr/>
        </p:nvPicPr>
        <p:blipFill>
          <a:blip r:embed="rId9"/>
          <a:stretch>
            <a:fillRect/>
          </a:stretch>
        </p:blipFill>
        <p:spPr>
          <a:xfrm>
            <a:off x="5332095" y="4380865"/>
            <a:ext cx="6038850" cy="1000125"/>
          </a:xfrm>
          <a:prstGeom prst="rect">
            <a:avLst/>
          </a:prstGeom>
        </p:spPr>
      </p:pic>
      <p:sp>
        <p:nvSpPr>
          <p:cNvPr id="17" name="文本框 16"/>
          <p:cNvSpPr txBox="1"/>
          <p:nvPr/>
        </p:nvSpPr>
        <p:spPr>
          <a:xfrm>
            <a:off x="2308225" y="4932045"/>
            <a:ext cx="1084580" cy="368300"/>
          </a:xfrm>
          <a:prstGeom prst="rect">
            <a:avLst/>
          </a:prstGeom>
          <a:noFill/>
        </p:spPr>
        <p:txBody>
          <a:bodyPr wrap="square" rtlCol="0" anchor="t">
            <a:spAutoFit/>
          </a:bodyPr>
          <a:p>
            <a:pPr lvl="0" algn="l">
              <a:buClrTx/>
              <a:buSzTx/>
              <a:buFontTx/>
            </a:pPr>
            <a:r>
              <a:rPr lang="zh-CN" altLang="en-US" sz="1200">
                <a:sym typeface="+mn-ea"/>
              </a:rPr>
              <a:t>（</a:t>
            </a:r>
            <a:r>
              <a:rPr lang="zh-CN" altLang="en-US" sz="1200">
                <a:sym typeface="+mn-ea"/>
              </a:rPr>
              <a:t>a</a:t>
            </a:r>
            <a:r>
              <a:rPr lang="zh-CN" altLang="en-US" sz="1200">
                <a:sym typeface="+mn-ea"/>
              </a:rPr>
              <a:t>）</a:t>
            </a:r>
            <a:endParaRPr lang="zh-CN" altLang="en-US" sz="1200">
              <a:sym typeface="+mn-ea"/>
            </a:endParaRPr>
          </a:p>
        </p:txBody>
      </p:sp>
      <p:sp>
        <p:nvSpPr>
          <p:cNvPr id="19" name="文本框 18"/>
          <p:cNvSpPr txBox="1"/>
          <p:nvPr/>
        </p:nvSpPr>
        <p:spPr>
          <a:xfrm>
            <a:off x="7291705" y="5204460"/>
            <a:ext cx="1545590" cy="275590"/>
          </a:xfrm>
          <a:prstGeom prst="rect">
            <a:avLst/>
          </a:prstGeom>
          <a:noFill/>
        </p:spPr>
        <p:txBody>
          <a:bodyPr wrap="square" rtlCol="0" anchor="t">
            <a:spAutoFit/>
          </a:bodyPr>
          <a:p>
            <a:r>
              <a:rPr lang="zh-CN" altLang="en-US" sz="1200"/>
              <a:t>（b）</a:t>
            </a:r>
            <a:endParaRPr lang="zh-CN" altLang="en-US" sz="1200"/>
          </a:p>
        </p:txBody>
      </p:sp>
      <p:sp>
        <p:nvSpPr>
          <p:cNvPr id="20" name="文本框 19"/>
          <p:cNvSpPr txBox="1"/>
          <p:nvPr/>
        </p:nvSpPr>
        <p:spPr>
          <a:xfrm>
            <a:off x="4246880" y="5698490"/>
            <a:ext cx="2285365" cy="368300"/>
          </a:xfrm>
          <a:prstGeom prst="rect">
            <a:avLst/>
          </a:prstGeom>
          <a:noFill/>
        </p:spPr>
        <p:txBody>
          <a:bodyPr wrap="square" rtlCol="0" anchor="t">
            <a:spAutoFit/>
          </a:bodyPr>
          <a:p>
            <a:r>
              <a:rPr lang="zh-CN" altLang="en-US"/>
              <a:t>图2-3  选择运算结果</a:t>
            </a:r>
            <a:endParaRPr lang="zh-CN" altLang="en-US"/>
          </a:p>
        </p:txBody>
      </p:sp>
    </p:spTree>
    <p:custDataLst>
      <p:tags r:id="rId10"/>
    </p:custData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8"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投影</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（Projection）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矩形 3"/>
          <p:cNvSpPr/>
          <p:nvPr>
            <p:custDataLst>
              <p:tags r:id="rId6"/>
            </p:custDataLst>
          </p:nvPr>
        </p:nvSpPr>
        <p:spPr>
          <a:xfrm>
            <a:off x="1219200" y="3375256"/>
            <a:ext cx="9753678" cy="2167484"/>
          </a:xfrm>
          <a:prstGeom prst="rect">
            <a:avLst/>
          </a:prstGeom>
          <a:pattFill prst="dkDnDiag">
            <a:fgClr>
              <a:schemeClr val="accent1">
                <a:lumMod val="20000"/>
                <a:lumOff val="80000"/>
              </a:schemeClr>
            </a:fgClr>
            <a:bgClr>
              <a:schemeClr val="l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lt1"/>
              </a:solidFill>
              <a:latin typeface="微软雅黑" panose="020B0503020204020204" charset="-122"/>
              <a:ea typeface="微软雅黑" panose="020B0503020204020204" charset="-122"/>
            </a:endParaRPr>
          </a:p>
        </p:txBody>
      </p:sp>
      <p:sp>
        <p:nvSpPr>
          <p:cNvPr id="5" name="任意多边形: 形状 27"/>
          <p:cNvSpPr/>
          <p:nvPr>
            <p:custDataLst>
              <p:tags r:id="rId7"/>
            </p:custDataLst>
          </p:nvPr>
        </p:nvSpPr>
        <p:spPr>
          <a:xfrm rot="10800000">
            <a:off x="9791982" y="2292209"/>
            <a:ext cx="865858" cy="500098"/>
          </a:xfrm>
          <a:custGeom>
            <a:avLst/>
            <a:gdLst>
              <a:gd name="connsiteX0" fmla="*/ 174788 w 340237"/>
              <a:gd name="connsiteY0" fmla="*/ 0 h 415819"/>
              <a:gd name="connsiteX1" fmla="*/ 340237 w 340237"/>
              <a:gd name="connsiteY1" fmla="*/ 0 h 415819"/>
              <a:gd name="connsiteX2" fmla="*/ 241322 w 340237"/>
              <a:gd name="connsiteY2" fmla="*/ 415819 h 415819"/>
              <a:gd name="connsiteX3" fmla="*/ 0 w 340237"/>
              <a:gd name="connsiteY3" fmla="*/ 415819 h 415819"/>
            </a:gdLst>
            <a:ahLst/>
            <a:cxnLst>
              <a:cxn ang="0">
                <a:pos x="connsiteX0" y="connsiteY0"/>
              </a:cxn>
              <a:cxn ang="0">
                <a:pos x="connsiteX1" y="connsiteY1"/>
              </a:cxn>
              <a:cxn ang="0">
                <a:pos x="connsiteX2" y="connsiteY2"/>
              </a:cxn>
              <a:cxn ang="0">
                <a:pos x="connsiteX3" y="connsiteY3"/>
              </a:cxn>
            </a:cxnLst>
            <a:rect l="l" t="t" r="r" b="b"/>
            <a:pathLst>
              <a:path w="1534" h="886">
                <a:moveTo>
                  <a:pt x="372" y="0"/>
                </a:moveTo>
                <a:lnTo>
                  <a:pt x="725" y="0"/>
                </a:lnTo>
                <a:lnTo>
                  <a:pt x="514" y="886"/>
                </a:lnTo>
                <a:lnTo>
                  <a:pt x="0" y="886"/>
                </a:lnTo>
                <a:lnTo>
                  <a:pt x="372" y="0"/>
                </a:lnTo>
                <a:close/>
                <a:moveTo>
                  <a:pt x="1181" y="0"/>
                </a:moveTo>
                <a:lnTo>
                  <a:pt x="1534" y="0"/>
                </a:lnTo>
                <a:lnTo>
                  <a:pt x="1323" y="886"/>
                </a:lnTo>
                <a:lnTo>
                  <a:pt x="809" y="886"/>
                </a:lnTo>
                <a:lnTo>
                  <a:pt x="1181" y="0"/>
                </a:lnTo>
                <a:close/>
              </a:path>
            </a:pathLst>
          </a:cu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1350">
              <a:solidFill>
                <a:schemeClr val="lt1"/>
              </a:solidFill>
              <a:latin typeface="微软雅黑" panose="020B0503020204020204" charset="-122"/>
              <a:ea typeface="微软雅黑" panose="020B0503020204020204" charset="-122"/>
            </a:endParaRPr>
          </a:p>
        </p:txBody>
      </p:sp>
      <p:sp>
        <p:nvSpPr>
          <p:cNvPr id="6" name="Title 6"/>
          <p:cNvSpPr txBox="1"/>
          <p:nvPr>
            <p:custDataLst>
              <p:tags r:id="rId8"/>
            </p:custDataLst>
          </p:nvPr>
        </p:nvSpPr>
        <p:spPr>
          <a:xfrm>
            <a:off x="1219166" y="5197190"/>
            <a:ext cx="9753668" cy="1356112"/>
          </a:xfrm>
          <a:prstGeom prst="rect">
            <a:avLst/>
          </a:prstGeom>
          <a:noFill/>
          <a:ln w="3175">
            <a:noFill/>
            <a:prstDash val="dash"/>
          </a:ln>
        </p:spPr>
        <p:txBody>
          <a:bodyPr wrap="square" lIns="63500" tIns="25400" rIns="63500" bIns="25400" anchor="t"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关系R的投影是从R中选择出若干个属性列组成的新关系，记作：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ctr"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其中，A为R中的属性列，t[A]为属性列是A的分量组成的元组。投影运算实际是选择关系R上某些列的运算。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7" name="图片 6" descr="/data/temp/43edf4e9-1176-11ee-bc24-42fbe6673ad9.jpg43edf4e9-1176-11ee-bc24-42fbe6673ad9"/>
          <p:cNvPicPr>
            <a:picLocks noChangeAspect="1"/>
          </p:cNvPicPr>
          <p:nvPr>
            <p:custDataLst>
              <p:tags r:id="rId9"/>
            </p:custDataLst>
          </p:nvPr>
        </p:nvPicPr>
        <p:blipFill rotWithShape="1">
          <a:blip r:embed="rId10"/>
          <a:srcRect/>
          <a:stretch>
            <a:fillRect/>
          </a:stretch>
        </p:blipFill>
        <p:spPr>
          <a:xfrm>
            <a:off x="4533336" y="1676509"/>
            <a:ext cx="3125329" cy="3125712"/>
          </a:xfrm>
          <a:custGeom>
            <a:avLst/>
            <a:gdLst/>
            <a:ahLst/>
            <a:cxnLst>
              <a:cxn ang="3">
                <a:pos x="hc" y="t"/>
              </a:cxn>
              <a:cxn ang="cd2">
                <a:pos x="l" y="vc"/>
              </a:cxn>
              <a:cxn ang="cd4">
                <a:pos x="hc" y="b"/>
              </a:cxn>
              <a:cxn ang="0">
                <a:pos x="r" y="vc"/>
              </a:cxn>
            </a:cxnLst>
            <a:rect l="l" t="t" r="r" b="b"/>
            <a:pathLst>
              <a:path w="8160" h="6000">
                <a:moveTo>
                  <a:pt x="0" y="0"/>
                </a:moveTo>
                <a:lnTo>
                  <a:pt x="8160" y="0"/>
                </a:lnTo>
                <a:lnTo>
                  <a:pt x="8160" y="6000"/>
                </a:lnTo>
                <a:lnTo>
                  <a:pt x="0" y="6000"/>
                </a:lnTo>
                <a:lnTo>
                  <a:pt x="0" y="0"/>
                </a:lnTo>
                <a:close/>
              </a:path>
            </a:pathLst>
          </a:custGeom>
        </p:spPr>
      </p:pic>
      <p:pic>
        <p:nvPicPr>
          <p:cNvPr id="10" name="图片 9"/>
          <p:cNvPicPr>
            <a:picLocks noChangeAspect="1"/>
          </p:cNvPicPr>
          <p:nvPr/>
        </p:nvPicPr>
        <p:blipFill>
          <a:blip r:embed="rId11"/>
          <a:stretch>
            <a:fillRect/>
          </a:stretch>
        </p:blipFill>
        <p:spPr>
          <a:xfrm>
            <a:off x="5354320" y="5542280"/>
            <a:ext cx="1790700" cy="381000"/>
          </a:xfrm>
          <a:prstGeom prst="rect">
            <a:avLst/>
          </a:prstGeom>
        </p:spPr>
      </p:pic>
    </p:spTree>
    <p:custDataLst>
      <p:tags r:id="rId12"/>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投影</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（Projection）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图文框 6"/>
          <p:cNvSpPr/>
          <p:nvPr>
            <p:custDataLst>
              <p:tags r:id="rId6"/>
            </p:custDataLst>
          </p:nvPr>
        </p:nvSpPr>
        <p:spPr>
          <a:xfrm>
            <a:off x="1528445" y="1536700"/>
            <a:ext cx="9116060" cy="5367020"/>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7"/>
            </p:custDataLst>
          </p:nvPr>
        </p:nvSpPr>
        <p:spPr>
          <a:xfrm rot="10800000" flipH="1" flipV="1">
            <a:off x="2020574" y="1413510"/>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8"/>
            </p:custDataLst>
          </p:nvPr>
        </p:nvSpPr>
        <p:spPr>
          <a:xfrm rot="10800000" flipH="1" flipV="1">
            <a:off x="1886507" y="1371600"/>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4" name="Title 6"/>
          <p:cNvSpPr txBox="1"/>
          <p:nvPr>
            <p:custDataLst>
              <p:tags r:id="rId9"/>
            </p:custDataLst>
          </p:nvPr>
        </p:nvSpPr>
        <p:spPr>
          <a:xfrm>
            <a:off x="2020570" y="1859915"/>
            <a:ext cx="8293100" cy="237045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【例2.7】对例2-6学生-课程数据库，现要查询学生的姓名和所在的系或查询有哪些系。
查询学生的姓名和所在的系实际上是求关系学生姓名和所在系两个属性的投影，可以表示为：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12" name="图片 11"/>
          <p:cNvPicPr>
            <a:picLocks noChangeAspect="1"/>
          </p:cNvPicPr>
          <p:nvPr/>
        </p:nvPicPr>
        <p:blipFill>
          <a:blip r:embed="rId10"/>
          <a:stretch>
            <a:fillRect/>
          </a:stretch>
        </p:blipFill>
        <p:spPr>
          <a:xfrm>
            <a:off x="4144645" y="3925570"/>
            <a:ext cx="3171825" cy="304800"/>
          </a:xfrm>
          <a:prstGeom prst="rect">
            <a:avLst/>
          </a:prstGeom>
        </p:spPr>
      </p:pic>
      <p:sp>
        <p:nvSpPr>
          <p:cNvPr id="13" name="文本框 12"/>
          <p:cNvSpPr txBox="1"/>
          <p:nvPr/>
        </p:nvSpPr>
        <p:spPr>
          <a:xfrm>
            <a:off x="2020570" y="4411980"/>
            <a:ext cx="8293100" cy="645160"/>
          </a:xfrm>
          <a:prstGeom prst="rect">
            <a:avLst/>
          </a:prstGeom>
          <a:noFill/>
        </p:spPr>
        <p:txBody>
          <a:bodyPr wrap="square" rtlCol="0" anchor="t">
            <a:spAutoFit/>
          </a:bodyPr>
          <a:p>
            <a:r>
              <a:rPr lang="zh-CN" altLang="en-US"/>
              <a:t>查询结果如图2-4（a）所示。</a:t>
            </a:r>
            <a:endParaRPr lang="zh-CN" altLang="en-US"/>
          </a:p>
          <a:p>
            <a:r>
              <a:rPr lang="zh-CN" altLang="en-US"/>
              <a:t>查询有哪些系，即求Student关系所在系属性的投影，可以表示为：</a:t>
            </a:r>
            <a:endParaRPr lang="zh-CN" altLang="en-US"/>
          </a:p>
        </p:txBody>
      </p:sp>
      <p:pic>
        <p:nvPicPr>
          <p:cNvPr id="14" name="图片 13"/>
          <p:cNvPicPr>
            <a:picLocks noChangeAspect="1"/>
          </p:cNvPicPr>
          <p:nvPr/>
        </p:nvPicPr>
        <p:blipFill>
          <a:blip r:embed="rId11"/>
          <a:stretch>
            <a:fillRect/>
          </a:stretch>
        </p:blipFill>
        <p:spPr>
          <a:xfrm>
            <a:off x="4144645" y="5120640"/>
            <a:ext cx="2847975" cy="286385"/>
          </a:xfrm>
          <a:prstGeom prst="rect">
            <a:avLst/>
          </a:prstGeom>
        </p:spPr>
      </p:pic>
      <p:sp>
        <p:nvSpPr>
          <p:cNvPr id="15" name="文本框 14"/>
          <p:cNvSpPr txBox="1"/>
          <p:nvPr/>
        </p:nvSpPr>
        <p:spPr>
          <a:xfrm>
            <a:off x="2020570" y="5631815"/>
            <a:ext cx="6096000" cy="368300"/>
          </a:xfrm>
          <a:prstGeom prst="rect">
            <a:avLst/>
          </a:prstGeom>
          <a:noFill/>
        </p:spPr>
        <p:txBody>
          <a:bodyPr wrap="square" rtlCol="0" anchor="t">
            <a:spAutoFit/>
          </a:bodyPr>
          <a:p>
            <a:r>
              <a:rPr lang="zh-CN" altLang="en-US"/>
              <a:t>查询结果如图2-4（b）所示。</a:t>
            </a:r>
            <a:endParaRPr lang="zh-CN" altLang="en-US"/>
          </a:p>
        </p:txBody>
      </p:sp>
      <p:pic>
        <p:nvPicPr>
          <p:cNvPr id="16" name="图片 15"/>
          <p:cNvPicPr>
            <a:picLocks noChangeAspect="1"/>
          </p:cNvPicPr>
          <p:nvPr/>
        </p:nvPicPr>
        <p:blipFill>
          <a:blip r:embed="rId12"/>
          <a:stretch>
            <a:fillRect/>
          </a:stretch>
        </p:blipFill>
        <p:spPr>
          <a:xfrm>
            <a:off x="4879975" y="5480050"/>
            <a:ext cx="5600700" cy="1162050"/>
          </a:xfrm>
          <a:prstGeom prst="rect">
            <a:avLst/>
          </a:prstGeom>
        </p:spPr>
      </p:pic>
      <p:sp>
        <p:nvSpPr>
          <p:cNvPr id="17" name="文本框 16"/>
          <p:cNvSpPr txBox="1"/>
          <p:nvPr/>
        </p:nvSpPr>
        <p:spPr>
          <a:xfrm>
            <a:off x="5984875" y="6390005"/>
            <a:ext cx="3524250" cy="460375"/>
          </a:xfrm>
          <a:prstGeom prst="rect">
            <a:avLst/>
          </a:prstGeom>
          <a:noFill/>
        </p:spPr>
        <p:txBody>
          <a:bodyPr wrap="square" rtlCol="0" anchor="t">
            <a:spAutoFit/>
          </a:bodyPr>
          <a:p>
            <a:r>
              <a:rPr lang="zh-CN" altLang="en-US" sz="1200"/>
              <a:t>（a）                               </a:t>
            </a:r>
            <a:r>
              <a:rPr lang="en-US" altLang="zh-CN" sz="1200"/>
              <a:t>                 </a:t>
            </a:r>
            <a:r>
              <a:rPr lang="zh-CN" altLang="en-US" sz="1200"/>
              <a:t>（b）</a:t>
            </a:r>
            <a:endParaRPr lang="zh-CN" altLang="en-US" sz="1200"/>
          </a:p>
          <a:p>
            <a:r>
              <a:rPr lang="en-US" altLang="zh-CN" sz="1200"/>
              <a:t>                       </a:t>
            </a:r>
            <a:r>
              <a:rPr lang="zh-CN" altLang="en-US" sz="1200"/>
              <a:t>图2-4  投影运算结果</a:t>
            </a:r>
            <a:endParaRPr lang="zh-CN" altLang="en-US" sz="1200"/>
          </a:p>
        </p:txBody>
      </p:sp>
    </p:spTree>
    <p:custDataLst>
      <p:tags r:id="rId13"/>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连接</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（Join）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Title 6"/>
          <p:cNvSpPr txBox="1"/>
          <p:nvPr>
            <p:custDataLst>
              <p:tags r:id="rId6"/>
            </p:custDataLst>
          </p:nvPr>
        </p:nvSpPr>
        <p:spPr>
          <a:xfrm>
            <a:off x="1021080" y="1653540"/>
            <a:ext cx="10149840" cy="505079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设关系R和S，A和B分别为关系R和S阶数相等且可以进行比较的属性组，θ是比较运算符，则关系R和S的连接运算可以表示为如下形式：</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即连接运算是从关系R和S的笛卡尔积R×S中选取属性组A和B上的分量满足比较关系θ（=、&lt;、&lt;=、&gt;、&gt;=、!=）的元组。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7"/>
          <a:stretch>
            <a:fillRect/>
          </a:stretch>
        </p:blipFill>
        <p:spPr>
          <a:xfrm>
            <a:off x="2296160" y="3878580"/>
            <a:ext cx="7923530" cy="600710"/>
          </a:xfrm>
          <a:prstGeom prst="rect">
            <a:avLst/>
          </a:prstGeom>
        </p:spPr>
      </p:pic>
    </p:spTree>
    <p:custDataLst>
      <p:tags r:id="rId8"/>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连接</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（Join）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160780" y="1993900"/>
            <a:ext cx="9870440" cy="3101340"/>
          </a:xfrm>
          <a:prstGeom prst="rect">
            <a:avLst/>
          </a:prstGeom>
          <a:noFill/>
          <a:ln w="3175">
            <a:noFill/>
            <a:prstDash val="dash"/>
          </a:ln>
        </p:spPr>
        <p:txBody>
          <a:bodyPr wrap="square" lIns="63500" tIns="25400" rIns="63500" bIns="25400" anchor="t"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连接分为等值连接和非等值连接。等值连接是比较运算符θ取“=”的连接，其他连接都称为非等值连接。等值连接又分为自然连接和外连接。将两个关系具有相同属性且按该属性进行等值连接，并去掉结果重复属性列的连接称为自然连接。自然连接是等值连接的一种特殊的形式。等值连接和自然连接的形式可分别表示如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一般连接操作是从行的角度进行运算。但自然连接需要取消重复列，所以自然连接是从行和列的角度进行运算。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8" name="图片 7"/>
          <p:cNvPicPr>
            <a:picLocks noChangeAspect="1"/>
          </p:cNvPicPr>
          <p:nvPr/>
        </p:nvPicPr>
        <p:blipFill>
          <a:blip r:embed="rId7"/>
          <a:stretch>
            <a:fillRect/>
          </a:stretch>
        </p:blipFill>
        <p:spPr>
          <a:xfrm>
            <a:off x="2083435" y="3307715"/>
            <a:ext cx="6791960" cy="1029970"/>
          </a:xfrm>
          <a:prstGeom prst="rect">
            <a:avLst/>
          </a:prstGeom>
        </p:spPr>
      </p:pic>
    </p:spTree>
    <p:custDataLst>
      <p:tags r:id="rId8"/>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连接（Join）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图文框 6"/>
          <p:cNvSpPr/>
          <p:nvPr>
            <p:custDataLst>
              <p:tags r:id="rId6"/>
            </p:custDataLst>
          </p:nvPr>
        </p:nvSpPr>
        <p:spPr>
          <a:xfrm>
            <a:off x="788670" y="1454150"/>
            <a:ext cx="10699115" cy="5271135"/>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7"/>
            </p:custDataLst>
          </p:nvPr>
        </p:nvSpPr>
        <p:spPr>
          <a:xfrm rot="10800000" flipH="1" flipV="1">
            <a:off x="1165860" y="1306195"/>
            <a:ext cx="955040" cy="68897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8"/>
            </p:custDataLst>
          </p:nvPr>
        </p:nvSpPr>
        <p:spPr>
          <a:xfrm rot="10800000" flipH="1" flipV="1">
            <a:off x="1318895" y="1371600"/>
            <a:ext cx="955040" cy="68897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9"/>
          <a:stretch>
            <a:fillRect/>
          </a:stretch>
        </p:blipFill>
        <p:spPr>
          <a:xfrm>
            <a:off x="2525395" y="1648460"/>
            <a:ext cx="8772525" cy="1181100"/>
          </a:xfrm>
          <a:prstGeom prst="rect">
            <a:avLst/>
          </a:prstGeom>
        </p:spPr>
      </p:pic>
      <p:pic>
        <p:nvPicPr>
          <p:cNvPr id="14" name="图片 13"/>
          <p:cNvPicPr>
            <a:picLocks noChangeAspect="1"/>
          </p:cNvPicPr>
          <p:nvPr/>
        </p:nvPicPr>
        <p:blipFill>
          <a:blip r:embed="rId10"/>
          <a:stretch>
            <a:fillRect/>
          </a:stretch>
        </p:blipFill>
        <p:spPr>
          <a:xfrm>
            <a:off x="3023870" y="2829560"/>
            <a:ext cx="7255510" cy="3795395"/>
          </a:xfrm>
          <a:prstGeom prst="rect">
            <a:avLst/>
          </a:prstGeom>
        </p:spPr>
      </p:pic>
    </p:spTree>
    <p:custDataLst>
      <p:tags r:id="rId11"/>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连接（Join）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文本框 7"/>
          <p:cNvSpPr txBox="1"/>
          <p:nvPr/>
        </p:nvSpPr>
        <p:spPr>
          <a:xfrm>
            <a:off x="1146810" y="1649730"/>
            <a:ext cx="9898380" cy="1198880"/>
          </a:xfrm>
          <a:prstGeom prst="rect">
            <a:avLst/>
          </a:prstGeom>
          <a:noFill/>
        </p:spPr>
        <p:txBody>
          <a:bodyPr wrap="square" rtlCol="0" anchor="t">
            <a:spAutoFit/>
          </a:bodyPr>
          <a:p>
            <a:pPr algn="just"/>
            <a:r>
              <a:rPr lang="zh-CN" altLang="en-US"/>
              <a:t>在</a:t>
            </a:r>
            <a:r>
              <a:rPr lang="zh-CN" alt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自然连接</a:t>
            </a:r>
            <a:r>
              <a:rPr lang="zh-CN" altLang="en-US"/>
              <a:t>中，选择两个关系在公共属性上值相等的元组构成新的关系。如果把舍弃的元组保留在结果关系中，而在其他属性上填空值，这种连接就称为外连接。如果只保留关系R中左边要舍弃的元组，就叫</a:t>
            </a:r>
            <a:r>
              <a:rPr lang="zh-CN" alt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左外连接</a:t>
            </a:r>
            <a:r>
              <a:rPr lang="zh-CN" altLang="en-US"/>
              <a:t>，如果保留关系S中右边要舍弃的元组，就叫</a:t>
            </a:r>
            <a:r>
              <a:rPr lang="zh-CN" altLang="en-US">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右外连接</a:t>
            </a:r>
            <a:r>
              <a:rPr lang="zh-CN" altLang="en-US"/>
              <a:t>，如图2-6（a）、（b）、（c）所示。</a:t>
            </a:r>
            <a:endParaRPr lang="zh-CN" altLang="en-US"/>
          </a:p>
        </p:txBody>
      </p:sp>
      <p:pic>
        <p:nvPicPr>
          <p:cNvPr id="9" name="图片 8"/>
          <p:cNvPicPr>
            <a:picLocks noChangeAspect="1"/>
          </p:cNvPicPr>
          <p:nvPr/>
        </p:nvPicPr>
        <p:blipFill>
          <a:blip r:embed="rId6"/>
          <a:stretch>
            <a:fillRect/>
          </a:stretch>
        </p:blipFill>
        <p:spPr>
          <a:xfrm>
            <a:off x="1619250" y="3114040"/>
            <a:ext cx="8753475" cy="2600325"/>
          </a:xfrm>
          <a:prstGeom prst="rect">
            <a:avLst/>
          </a:prstGeom>
        </p:spPr>
      </p:pic>
      <p:pic>
        <p:nvPicPr>
          <p:cNvPr id="10" name="图片 9"/>
          <p:cNvPicPr>
            <a:picLocks noChangeAspect="1"/>
          </p:cNvPicPr>
          <p:nvPr>
            <p:custDataLst>
              <p:tags r:id="rId7"/>
            </p:custDataLst>
          </p:nvPr>
        </p:nvPicPr>
        <p:blipFill>
          <a:blip r:embed="rId8"/>
          <a:stretch>
            <a:fillRect/>
          </a:stretch>
        </p:blipFill>
        <p:spPr>
          <a:xfrm>
            <a:off x="1146810" y="3019425"/>
            <a:ext cx="3173095" cy="2005330"/>
          </a:xfrm>
          <a:prstGeom prst="rect">
            <a:avLst/>
          </a:prstGeom>
        </p:spPr>
      </p:pic>
    </p:spTree>
    <p:custDataLst>
      <p:tags r:id="rId9"/>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除运算</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（Division）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 name="图片 4" descr="/data/temp/443e265f-1176-11ee-82c8-e22f9fbfe80f.jpg443e265f-1176-11ee-82c8-e22f9fbfe80f"/>
          <p:cNvPicPr>
            <a:picLocks noChangeAspect="1"/>
          </p:cNvPicPr>
          <p:nvPr>
            <p:custDataLst>
              <p:tags r:id="rId6"/>
            </p:custDataLst>
          </p:nvPr>
        </p:nvPicPr>
        <p:blipFill rotWithShape="1">
          <a:blip r:embed="rId7"/>
          <a:srcRect/>
          <a:stretch>
            <a:fillRect/>
          </a:stretch>
        </p:blipFill>
        <p:spPr>
          <a:xfrm>
            <a:off x="2975449" y="3112902"/>
            <a:ext cx="5397188" cy="632699"/>
          </a:xfrm>
          <a:custGeom>
            <a:avLst/>
            <a:gdLst/>
            <a:ahLst/>
            <a:cxnLst>
              <a:cxn ang="3">
                <a:pos x="hc" y="t"/>
              </a:cxn>
              <a:cxn ang="cd2">
                <a:pos x="l" y="vc"/>
              </a:cxn>
              <a:cxn ang="cd4">
                <a:pos x="hc" y="b"/>
              </a:cxn>
              <a:cxn ang="0">
                <a:pos x="r" y="vc"/>
              </a:cxn>
            </a:cxnLst>
            <a:rect l="l" t="t" r="r" b="b"/>
            <a:pathLst>
              <a:path w="12480" h="3120">
                <a:moveTo>
                  <a:pt x="0" y="0"/>
                </a:moveTo>
                <a:lnTo>
                  <a:pt x="12480" y="0"/>
                </a:lnTo>
                <a:lnTo>
                  <a:pt x="12480" y="3120"/>
                </a:lnTo>
                <a:lnTo>
                  <a:pt x="0" y="3120"/>
                </a:lnTo>
                <a:lnTo>
                  <a:pt x="0" y="0"/>
                </a:lnTo>
                <a:close/>
              </a:path>
            </a:pathLst>
          </a:custGeom>
        </p:spPr>
      </p:pic>
      <p:sp>
        <p:nvSpPr>
          <p:cNvPr id="6" name="Title 6"/>
          <p:cNvSpPr txBox="1"/>
          <p:nvPr>
            <p:custDataLst>
              <p:tags r:id="rId8"/>
            </p:custDataLst>
          </p:nvPr>
        </p:nvSpPr>
        <p:spPr>
          <a:xfrm>
            <a:off x="1413510" y="1609725"/>
            <a:ext cx="9425305" cy="2645410"/>
          </a:xfrm>
          <a:prstGeom prst="rect">
            <a:avLst/>
          </a:prstGeom>
          <a:noFill/>
          <a:ln w="3175">
            <a:noFill/>
            <a:prstDash val="dash"/>
          </a:ln>
        </p:spPr>
        <p:txBody>
          <a:bodyPr wrap="square" lIns="63500" tIns="25400" rIns="63500" bIns="25400" anchor="t"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给定关系R（X，Y）和S（Y，Z），其中X、Y、Z为属性组。R中的Y和S中的Y可以有不同的属性名，但必须取自相同的域。
R与S的除运算是R中满足下列条件的元组在X属性上的投影，即元组在X上的分量值x的象集Y</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x</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包含S在Y上投影的集合，记作：</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9"/>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除运算（Division）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89230" y="1370965"/>
            <a:ext cx="11642090" cy="5487035"/>
          </a:xfrm>
          <a:prstGeom prst="rect">
            <a:avLst/>
          </a:prstGeom>
          <a:noFill/>
          <a:ln w="3175">
            <a:noFill/>
            <a:prstDash val="dash"/>
          </a:ln>
        </p:spPr>
        <p:txBody>
          <a:bodyPr wrap="square" lIns="63500" tIns="25400" rIns="63500" bIns="25400" anchor="ctr" anchorCtr="0">
            <a:normAutofit fontScale="8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【例2.9】设关系R（A，B，C）和S（B，C，D）分别如图2-7（a）和（b）所示，则R÷S的结果如图2-7（c）所示。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0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altLang="zh-CN"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在关系R和S中，属性X=A，属性Y={B，C}，属性X的分量就是A的分量，因此可以取{a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}4个值。
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的象集Y</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的象集Y</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7</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a3的象集Ya3={（b4,c6）}。</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0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的象集Y</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a4</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6</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0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S在Y=（B，C）上的投影π</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Y</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）,（b</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3</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0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显然，只有a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的象集Y</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包含S在Y属性组的投影π</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Y</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（S），所以R÷S={a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5" name="图片 4"/>
          <p:cNvPicPr>
            <a:picLocks noChangeAspect="1"/>
          </p:cNvPicPr>
          <p:nvPr/>
        </p:nvPicPr>
        <p:blipFill>
          <a:blip r:embed="rId7"/>
          <a:stretch>
            <a:fillRect/>
          </a:stretch>
        </p:blipFill>
        <p:spPr>
          <a:xfrm>
            <a:off x="1776730" y="1837690"/>
            <a:ext cx="8380730" cy="2919730"/>
          </a:xfrm>
          <a:prstGeom prst="rect">
            <a:avLst/>
          </a:prstGeom>
        </p:spPr>
      </p:pic>
    </p:spTree>
    <p:custDataLst>
      <p:tags r:id="rId8"/>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除运算</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（Division）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930275" y="1480185"/>
            <a:ext cx="9676765" cy="155257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下面以</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微软雅黑" panose="020B0503020204020204" charset="-122"/>
                <a:ea typeface="微软雅黑" panose="020B0503020204020204" charset="-122"/>
                <a:cs typeface="微软雅黑" panose="020B0503020204020204" charset="-122"/>
              </a:rPr>
              <a:t>学生-课程库</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为例给出几个综合应用多种代数运算进行查询的事例。
【例2.10】查询至少选修1号课程和3号课程的学生号码。
首先建立一个临时关系K：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7"/>
          <a:stretch>
            <a:fillRect/>
          </a:stretch>
        </p:blipFill>
        <p:spPr>
          <a:xfrm>
            <a:off x="6010910" y="2978785"/>
            <a:ext cx="4371975" cy="1619250"/>
          </a:xfrm>
          <a:prstGeom prst="rect">
            <a:avLst/>
          </a:prstGeom>
        </p:spPr>
      </p:pic>
      <p:sp>
        <p:nvSpPr>
          <p:cNvPr id="8" name="文本框 7"/>
          <p:cNvSpPr txBox="1"/>
          <p:nvPr/>
        </p:nvSpPr>
        <p:spPr>
          <a:xfrm>
            <a:off x="866775" y="4744720"/>
            <a:ext cx="10010140" cy="922020"/>
          </a:xfrm>
          <a:prstGeom prst="rect">
            <a:avLst/>
          </a:prstGeom>
          <a:noFill/>
        </p:spPr>
        <p:txBody>
          <a:bodyPr wrap="square" rtlCol="0" anchor="t">
            <a:spAutoFit/>
          </a:bodyPr>
          <a:p>
            <a:r>
              <a:rPr lang="zh-CN" altLang="en-US"/>
              <a:t>查询结果为{20160001，20160002}。</a:t>
            </a:r>
            <a:endParaRPr lang="zh-CN" altLang="en-US"/>
          </a:p>
          <a:p>
            <a:r>
              <a:rPr lang="zh-CN" altLang="en-US"/>
              <a:t>求解过程为，先对SC关系在（Sno，Cno）属性上进行投影，然后逐一求出每一个学生（Sno）的象集是否包含K。</a:t>
            </a:r>
            <a:endParaRPr lang="zh-CN" altLang="en-US"/>
          </a:p>
        </p:txBody>
      </p:sp>
      <p:pic>
        <p:nvPicPr>
          <p:cNvPr id="9" name="图片 8"/>
          <p:cNvPicPr>
            <a:picLocks noChangeAspect="1"/>
          </p:cNvPicPr>
          <p:nvPr/>
        </p:nvPicPr>
        <p:blipFill>
          <a:blip r:embed="rId8"/>
          <a:stretch>
            <a:fillRect/>
          </a:stretch>
        </p:blipFill>
        <p:spPr>
          <a:xfrm>
            <a:off x="457200" y="3032760"/>
            <a:ext cx="6029325" cy="1800225"/>
          </a:xfrm>
          <a:prstGeom prst="rect">
            <a:avLst/>
          </a:prstGeom>
        </p:spPr>
      </p:pic>
    </p:spTree>
    <p:custDataLst>
      <p:tags r:id="rId9"/>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3 关系代数</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除运算（Division）</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4" name="图片 3"/>
          <p:cNvPicPr>
            <a:picLocks noChangeAspect="1"/>
          </p:cNvPicPr>
          <p:nvPr/>
        </p:nvPicPr>
        <p:blipFill>
          <a:blip r:embed="rId6"/>
          <a:stretch>
            <a:fillRect/>
          </a:stretch>
        </p:blipFill>
        <p:spPr>
          <a:xfrm>
            <a:off x="2766695" y="1814830"/>
            <a:ext cx="6657975" cy="4314825"/>
          </a:xfrm>
          <a:prstGeom prst="rect">
            <a:avLst/>
          </a:prstGeom>
        </p:spPr>
      </p:pic>
    </p:spTree>
    <p:custDataLst>
      <p:tags r:id="rId7"/>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2408055" y="1290308"/>
            <a:ext cx="7318740"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在1.3节模式概念的基础上，本节主要介绍关系数据库中设计关系模式应遵守的规则，包括关系模式的</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形式定义、决定关系模式属性的依赖关系和在不同依赖关系下设计关系模式应该遵守的准则</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等内容。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6"/>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4.1</a:t>
            </a:r>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r>
              <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rPr>
              <a:t>关系模式与属性依赖</a:t>
            </a:r>
            <a:endParaRPr dirty="0" err="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155" y="153668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关系数据库中，关系和关系模式是两个非常重要的概念。关系是元组的集合，用一张二维表来表示。而关系模式是对关系元组逻辑结构和特征的描述，用于描述元组的属性、属性的域值、属性与域值之间的映像以及属性之间的依赖关系。因此，关系模式是型，关系则是关系模式的一个值，即实例。关系模式与关系是型与值之间的关系。关系模式的形式化定义如下：
定义2-3：关系模式是一个4元组，记作：
</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R（U，D，DOM，F）
其中，R为关系名；
</a:t>
            </a: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U</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为组成关系R的属性集，当属性集为A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时，U={A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D</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为属性集U中属性A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，...，A</a:t>
            </a:r>
            <a:r>
              <a:rPr lang="zh-CN" altLang="en-US" sz="1800" spc="100" baseline="-250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n</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的域；</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DOM</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为属性到域的映射；</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r>
              <a:rPr lang="zh-CN" altLang="en-US" sz="1800" spc="10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uFillTx/>
                <a:latin typeface="Times New Roman" panose="02020603050405020304" charset="0"/>
                <a:ea typeface="微软雅黑" panose="020B0503020204020204" charset="-122"/>
                <a:cs typeface="Times New Roman" panose="02020603050405020304" charset="0"/>
              </a:rPr>
              <a:t>F</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为属性U上的一组数据之间的依赖关系。</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关系模式与属性依赖</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457200" y="1536700"/>
            <a:ext cx="11277600" cy="449643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在关系模式设计中，由于数据之间的依赖关系F决定了一个关系数据库中关系模式的个数和结构，因此先把关系模式看成是二元组R（U，F）。</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数据依赖实际上是一个关系内部属性与属性之间的约束关系。这种约束关系是通过属性间值的相等与否体现出来的数据间相关的联系。它是现实世界属性间相互联系的抽象化，是数据内在的性质，是语义的体现。数据依赖主要有函数依赖和多值依赖。</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
定义2-4：设R（U）是属性集U上的关系模式。X，Y是U的子集。若对于R（U）的任意一个可能的关系r，r中不可能存在两个元组在X上的属性值相等，而在Y上的属性值不等，则称X函数确定Y或Y函数依赖于X，记作X→Y。</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spTree>
    <p:custDataLst>
      <p:tags r:id="rId7"/>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关系模式与属性依赖</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 name="Title 6"/>
          <p:cNvSpPr txBox="1"/>
          <p:nvPr>
            <p:custDataLst>
              <p:tags r:id="rId6"/>
            </p:custDataLst>
          </p:nvPr>
        </p:nvSpPr>
        <p:spPr>
          <a:xfrm>
            <a:off x="1010285" y="1536065"/>
            <a:ext cx="10024110" cy="446341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函数依赖是语义范畴的概念。只能根据语义来确定一个函数的依赖。例如，姓名→年龄这个函数依赖只有在没有同名人的条件下成立，否则年龄就不再函数依赖于姓名。</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注意，函数依赖不是指关系模式R的某个或某些关系满足的约束条件，而是指R的一切关系均要满足的约束条件。
</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下面介绍一些术语和记号。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pic>
        <p:nvPicPr>
          <p:cNvPr id="5" name="图片 4"/>
          <p:cNvPicPr>
            <a:picLocks noChangeAspect="1"/>
          </p:cNvPicPr>
          <p:nvPr/>
        </p:nvPicPr>
        <p:blipFill>
          <a:blip r:embed="rId7"/>
          <a:stretch>
            <a:fillRect/>
          </a:stretch>
        </p:blipFill>
        <p:spPr>
          <a:xfrm>
            <a:off x="1412875" y="4810760"/>
            <a:ext cx="7882890" cy="1922145"/>
          </a:xfrm>
          <a:prstGeom prst="rect">
            <a:avLst/>
          </a:prstGeom>
        </p:spPr>
      </p:pic>
    </p:spTree>
    <p:custDataLst>
      <p:tags r:id="rId8"/>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关系模式与属性依赖</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 name="图片 4"/>
          <p:cNvPicPr>
            <a:picLocks noChangeAspect="1"/>
          </p:cNvPicPr>
          <p:nvPr/>
        </p:nvPicPr>
        <p:blipFill>
          <a:blip r:embed="rId6"/>
          <a:stretch>
            <a:fillRect/>
          </a:stretch>
        </p:blipFill>
        <p:spPr>
          <a:xfrm>
            <a:off x="1584325" y="2614295"/>
            <a:ext cx="8867775" cy="1628775"/>
          </a:xfrm>
          <a:prstGeom prst="rect">
            <a:avLst/>
          </a:prstGeom>
        </p:spPr>
      </p:pic>
    </p:spTree>
    <p:custDataLst>
      <p:tags r:id="rId7"/>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关系模式与属性依赖</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矩形 9"/>
          <p:cNvSpPr/>
          <p:nvPr>
            <p:custDataLst>
              <p:tags r:id="rId6"/>
            </p:custDataLst>
          </p:nvPr>
        </p:nvSpPr>
        <p:spPr>
          <a:xfrm>
            <a:off x="1219200" y="5446285"/>
            <a:ext cx="9753600" cy="243842"/>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015">
              <a:solidFill>
                <a:schemeClr val="lt1"/>
              </a:solidFill>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7"/>
          <a:stretch>
            <a:fillRect/>
          </a:stretch>
        </p:blipFill>
        <p:spPr>
          <a:xfrm>
            <a:off x="1729105" y="1993900"/>
            <a:ext cx="8734425" cy="647700"/>
          </a:xfrm>
          <a:prstGeom prst="rect">
            <a:avLst/>
          </a:prstGeom>
        </p:spPr>
      </p:pic>
      <p:sp>
        <p:nvSpPr>
          <p:cNvPr id="12" name="文本框 11"/>
          <p:cNvSpPr txBox="1"/>
          <p:nvPr/>
        </p:nvSpPr>
        <p:spPr>
          <a:xfrm>
            <a:off x="1642110" y="3157855"/>
            <a:ext cx="9010650" cy="583565"/>
          </a:xfrm>
          <a:prstGeom prst="rect">
            <a:avLst/>
          </a:prstGeom>
          <a:noFill/>
        </p:spPr>
        <p:txBody>
          <a:bodyPr wrap="square" rtlCol="0" anchor="t">
            <a:spAutoFit/>
          </a:bodyPr>
          <a:p>
            <a:r>
              <a:rPr lang="zh-CN" altLang="en-US" sz="1600"/>
              <a:t>候选码是关系模式中一个重要的概念。在这之前已经给出了有关候选码的定义，这里用函数依赖的概念定义等价的候选码。</a:t>
            </a:r>
            <a:endParaRPr lang="zh-CN" altLang="en-US" sz="1600"/>
          </a:p>
        </p:txBody>
      </p:sp>
      <p:pic>
        <p:nvPicPr>
          <p:cNvPr id="13" name="图片 12"/>
          <p:cNvPicPr>
            <a:picLocks noChangeAspect="1"/>
          </p:cNvPicPr>
          <p:nvPr/>
        </p:nvPicPr>
        <p:blipFill>
          <a:blip r:embed="rId8"/>
          <a:stretch>
            <a:fillRect/>
          </a:stretch>
        </p:blipFill>
        <p:spPr>
          <a:xfrm>
            <a:off x="4225925" y="2507615"/>
            <a:ext cx="746760" cy="442595"/>
          </a:xfrm>
          <a:prstGeom prst="rect">
            <a:avLst/>
          </a:prstGeom>
        </p:spPr>
      </p:pic>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 关系模式和范式理论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5"/>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4.1 关系模式与属性依赖</a:t>
            </a:r>
            <a:endParaRPr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 name="图片 7"/>
          <p:cNvPicPr>
            <a:picLocks noChangeAspect="1"/>
          </p:cNvPicPr>
          <p:nvPr/>
        </p:nvPicPr>
        <p:blipFill>
          <a:blip r:embed="rId6"/>
          <a:stretch>
            <a:fillRect/>
          </a:stretch>
        </p:blipFill>
        <p:spPr>
          <a:xfrm>
            <a:off x="1609725" y="2033270"/>
            <a:ext cx="8972550" cy="2790825"/>
          </a:xfrm>
          <a:prstGeom prst="rect">
            <a:avLst/>
          </a:prstGeom>
        </p:spPr>
      </p:pic>
      <p:sp>
        <p:nvSpPr>
          <p:cNvPr id="4" name="副标题"/>
          <p:cNvSpPr txBox="1"/>
          <p:nvPr>
            <p:custDataLst>
              <p:tags r:id="rId7"/>
            </p:custDataLst>
          </p:nvPr>
        </p:nvSpPr>
        <p:spPr>
          <a:xfrm>
            <a:off x="1085850" y="5023485"/>
            <a:ext cx="9591040" cy="636905"/>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fontScale="70000"/>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Times New Roman" panose="02020603050405020304" charset="0"/>
                <a:ea typeface="微软雅黑" panose="020B0503020204020204" charset="-122"/>
                <a:cs typeface="Times New Roman" panose="02020603050405020304" charset="0"/>
                <a:sym typeface="微软雅黑" panose="020B0503020204020204" charset="-122"/>
              </a:rPr>
              <a:t>设R(U)是属性集U上的一个关系模式。X，Y，Z是U的子集,并且Z=U-X-Y。关系模式R(U)中多值依赖X→→Y成立，当且仅当对R(U)的任一关系r,给定的一对(x，z)值有一组Y的值，这组值仅仅决定于x值而与z值无关。</a:t>
            </a:r>
            <a:endParaRPr dirty="0" err="1">
              <a:solidFill>
                <a:schemeClr val="dk1"/>
              </a:solidFill>
              <a:latin typeface="Times New Roman" panose="02020603050405020304" charset="0"/>
              <a:ea typeface="微软雅黑" panose="020B0503020204020204" charset="-122"/>
              <a:cs typeface="Times New Roman" panose="02020603050405020304" charset="0"/>
              <a:sym typeface="微软雅黑" panose="020B0503020204020204" charset="-122"/>
            </a:endParaRPr>
          </a:p>
        </p:txBody>
      </p:sp>
    </p:spTree>
    <p:custDataLst>
      <p:tags r:id="rId8"/>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dirty="0">
                <a:solidFill>
                  <a:schemeClr val="accent1"/>
                </a:solidFill>
                <a:sym typeface="Arial" panose="020B0604020202020204" pitchFamily="34" charset="0"/>
              </a:rPr>
              <a:t>2.4.2 范式理论</a:t>
            </a:r>
            <a:endParaRPr lang="zh-CN" altLang="en-US" dirty="0">
              <a:solidFill>
                <a:schemeClr val="accent1"/>
              </a:solidFill>
              <a:sym typeface="Arial" panose="020B0604020202020204" pitchFamily="34" charset="0"/>
            </a:endParaRPr>
          </a:p>
        </p:txBody>
      </p:sp>
    </p:spTree>
    <p:custDataLst>
      <p:tags r:id="rId2"/>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rPr>
              <a:t>4.2 范式理论</a:t>
            </a:r>
            <a:endParaRPr lang="zh-CN" dirty="0" err="1">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 name="组合 1"/>
          <p:cNvGrpSpPr/>
          <p:nvPr>
            <p:custDataLst>
              <p:tags r:id="rId5"/>
            </p:custDataLst>
          </p:nvPr>
        </p:nvGrpSpPr>
        <p:grpSpPr>
          <a:xfrm>
            <a:off x="9070975" y="4519930"/>
            <a:ext cx="2352040" cy="2245995"/>
            <a:chOff x="5975" y="2815"/>
            <a:chExt cx="7783" cy="7537"/>
          </a:xfrm>
        </p:grpSpPr>
        <p:sp>
          <p:nvSpPr>
            <p:cNvPr id="4" name="椭圆 3"/>
            <p:cNvSpPr/>
            <p:nvPr>
              <p:custDataLst>
                <p:tags r:id="rId6"/>
              </p:custDataLst>
            </p:nvPr>
          </p:nvSpPr>
          <p:spPr>
            <a:xfrm>
              <a:off x="6474" y="3068"/>
              <a:ext cx="7285" cy="7285"/>
            </a:xfrm>
            <a:prstGeom prst="ellips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8" name="椭圆 7"/>
            <p:cNvSpPr/>
            <p:nvPr>
              <p:custDataLst>
                <p:tags r:id="rId7"/>
              </p:custDataLst>
            </p:nvPr>
          </p:nvSpPr>
          <p:spPr>
            <a:xfrm>
              <a:off x="5975" y="3769"/>
              <a:ext cx="6358" cy="6359"/>
            </a:xfrm>
            <a:prstGeom prst="ellips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sp>
          <p:nvSpPr>
            <p:cNvPr id="12" name="椭圆 11"/>
            <p:cNvSpPr/>
            <p:nvPr>
              <p:custDataLst>
                <p:tags r:id="rId8"/>
              </p:custDataLst>
            </p:nvPr>
          </p:nvSpPr>
          <p:spPr>
            <a:xfrm>
              <a:off x="6097" y="2815"/>
              <a:ext cx="6358" cy="6359"/>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ea typeface="微软雅黑" panose="020B0503020204020204" charset="-122"/>
              </a:endParaRPr>
            </a:p>
          </p:txBody>
        </p:sp>
      </p:grpSp>
      <p:sp>
        <p:nvSpPr>
          <p:cNvPr id="5" name="Title 6"/>
          <p:cNvSpPr txBox="1"/>
          <p:nvPr>
            <p:custDataLst>
              <p:tags r:id="rId9"/>
            </p:custDataLst>
          </p:nvPr>
        </p:nvSpPr>
        <p:spPr>
          <a:xfrm>
            <a:off x="2153920" y="1384935"/>
            <a:ext cx="6673215" cy="4533265"/>
          </a:xfrm>
          <a:prstGeom prst="rect">
            <a:avLst/>
          </a:prstGeom>
          <a:noFill/>
          <a:ln w="3175">
            <a:noFill/>
            <a:prstDash val="dash"/>
          </a:ln>
        </p:spPr>
        <p:txBody>
          <a:bodyPr wrap="square" lIns="63500" tIns="25400" rIns="63500" bIns="25400" anchor="ctr" anchorCtr="0">
            <a:normAutofit fontScale="9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在关系数据库设计中，所有数据的逻辑结构及其相互联系都由关系模式来表达，因此关系模式的结构是否合理直接影响关系数据库的性能。</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数据库设计中，首先需要解决的问题是如何根据实际问题的需要来构造合适的数据模式，即需要设计关系模式的个数和每个关系模式的属性等，也就是关系数据库的逻辑设计问题。为了满足实际问题的需求，在任何数据库设计中都要遵循一定的规则，这些规则在关系数据库中被称为范式。范式实际上是关系数据库中的关系必须满足的条件。根据满足不同层次的条件，</a:t>
            </a: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目前范式可以分为8种</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依次为第一范式（1NF）、第二范式（2NF）、第三范式（3NF）、BCNF、第四范式（4NF）、第五范式（5NF）、DKNF、第六范式（6NF）。满足最低要求的范式是1NF，在1NF的基础上进一步满足更多要求的范式称为2NF，以此类推。各个范式之间的关系为6NF DKNF 5NF 4NF BCNF 3NF2NF1NF。本节主要介绍函数依赖的前4个范式和多值依赖的4NF，其他范式可以参考相关文献。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1NF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rgbClr val="FF0000"/>
                </a:solidFill>
                <a:uFillTx/>
                <a:latin typeface="微软雅黑" panose="020B0503020204020204" charset="-122"/>
                <a:ea typeface="微软雅黑" panose="020B0503020204020204" charset="-122"/>
                <a:cs typeface="微软雅黑" panose="020B0503020204020204" charset="-122"/>
              </a:rPr>
              <a:t>在一个关系模式中，关系对应一张二维表，如果表中的每个分量都是不可分的数据项，就称这个关系模式为第一范式。</a:t>
            </a: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【例2.14】有关系模式：联系人（姓名，性别，电话）。
在实际应用中，如果一个联系人有家庭电话和公司电话，这种表结构设计就不符合 1NF的要求。要符合 1NF的要求，只需把电话属性拆分为家庭电话和公司电话两个属性即可，关系模式为：联系人（姓名，性别，家庭电话，公司电话）。</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2NF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1" name="Title 6"/>
          <p:cNvSpPr txBox="1"/>
          <p:nvPr>
            <p:custDataLst>
              <p:tags r:id="rId5"/>
            </p:custDataLst>
          </p:nvPr>
        </p:nvSpPr>
        <p:spPr>
          <a:xfrm>
            <a:off x="1737995" y="927100"/>
            <a:ext cx="8715375" cy="249936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定义2-9</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：若R</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Symbol" panose="05050102010706020507" charset="0"/>
              </a:rPr>
              <a:t></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1NF，且每一个非主属性完全函数依赖于主码，则R</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sym typeface="Symbol" panose="05050102010706020507" charset="0"/>
              </a:rPr>
              <a:t></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2NF。
【</a:t>
            </a:r>
            <a:r>
              <a:rPr lang="zh-CN" altLang="en-US" sz="1800" spc="100" dirty="0">
                <a:ln w="3175">
                  <a:noFill/>
                  <a:prstDash val="dash"/>
                </a:ln>
                <a:solidFill>
                  <a:srgbClr val="FF0000"/>
                </a:solidFill>
                <a:uFillTx/>
                <a:latin typeface="Times New Roman" panose="02020603050405020304" charset="0"/>
                <a:ea typeface="微软雅黑" panose="020B0503020204020204" charset="-122"/>
                <a:cs typeface="Times New Roman" panose="02020603050405020304" charset="0"/>
              </a:rPr>
              <a:t>例2.15</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】设有关系模式：S-L-G（Sno，Sdept，Sloc，Cno，Grade）。
其中，Sloc为学生的住处，并且每个系的学生住在同一个地方；（Sn</a:t>
            </a:r>
            <a:r>
              <a:rPr altLang="zh-CN"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o</a:t>
            </a:r>
            <a:r>
              <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rPr>
              <a:t>，Cno）为S-L-G的主码。函数依赖关系有：</a:t>
            </a: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a:p>
            <a:pPr algn="l" fontAlgn="auto">
              <a:lnSpc>
                <a:spcPct val="120000"/>
              </a:lnSpc>
              <a:spcAft>
                <a:spcPts val="800"/>
              </a:spcAft>
            </a:pPr>
            <a:endParaRPr lang="zh-CN" altLang="en-US" sz="1800" spc="100" dirty="0">
              <a:ln w="3175">
                <a:noFill/>
                <a:prstDash val="dash"/>
              </a:ln>
              <a:solidFill>
                <a:schemeClr val="dk1">
                  <a:lumMod val="75000"/>
                  <a:lumOff val="25000"/>
                </a:schemeClr>
              </a:solidFill>
              <a:uFillTx/>
              <a:latin typeface="Times New Roman" panose="02020603050405020304" charset="0"/>
              <a:ea typeface="微软雅黑" panose="020B0503020204020204" charset="-122"/>
              <a:cs typeface="Times New Roman" panose="02020603050405020304" charset="0"/>
            </a:endParaRPr>
          </a:p>
        </p:txBody>
      </p:sp>
      <p:pic>
        <p:nvPicPr>
          <p:cNvPr id="8" name="图片 7"/>
          <p:cNvPicPr>
            <a:picLocks noChangeAspect="1"/>
          </p:cNvPicPr>
          <p:nvPr/>
        </p:nvPicPr>
        <p:blipFill>
          <a:blip r:embed="rId6"/>
          <a:stretch>
            <a:fillRect/>
          </a:stretch>
        </p:blipFill>
        <p:spPr>
          <a:xfrm>
            <a:off x="1985010" y="2776855"/>
            <a:ext cx="7990205" cy="3847465"/>
          </a:xfrm>
          <a:prstGeom prst="rect">
            <a:avLst/>
          </a:prstGeom>
        </p:spPr>
      </p:pic>
    </p:spTree>
    <p:custDataLst>
      <p:tags r:id="rId7"/>
    </p:custData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2NF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17" name="矩形 16"/>
          <p:cNvSpPr/>
          <p:nvPr>
            <p:custDataLst>
              <p:tags r:id="rId5"/>
            </p:custDataLst>
          </p:nvPr>
        </p:nvSpPr>
        <p:spPr>
          <a:xfrm>
            <a:off x="1769780" y="1456267"/>
            <a:ext cx="2489694" cy="4741333"/>
          </a:xfrm>
          <a:prstGeom prst="rect">
            <a:avLst/>
          </a:prstGeom>
          <a:noFill/>
          <a:ln w="19050">
            <a:solidFill>
              <a:srgbClr val="FFFFFF"/>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20000"/>
              </a:lnSpc>
            </a:pPr>
            <a:endParaRPr lang="zh-CN" altLang="en-US">
              <a:solidFill>
                <a:schemeClr val="lt1"/>
              </a:solidFill>
              <a:latin typeface="微软雅黑" panose="020B0503020204020204" charset="-122"/>
              <a:ea typeface="微软雅黑" panose="020B0503020204020204" charset="-122"/>
              <a:sym typeface="Arial" panose="020B0604020202020204" pitchFamily="34" charset="0"/>
            </a:endParaRPr>
          </a:p>
        </p:txBody>
      </p:sp>
      <p:sp>
        <p:nvSpPr>
          <p:cNvPr id="19" name="任意多边形: 形状 6"/>
          <p:cNvSpPr>
            <a:spLocks noChangeAspect="1"/>
          </p:cNvSpPr>
          <p:nvPr>
            <p:custDataLst>
              <p:tags r:id="rId6"/>
            </p:custDataLst>
          </p:nvPr>
        </p:nvSpPr>
        <p:spPr>
          <a:xfrm rot="10800000">
            <a:off x="2537161" y="4867650"/>
            <a:ext cx="354888" cy="720584"/>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2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2"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chemeClr val="lt1">
              <a:alpha val="3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Arial" panose="020B0604020202020204" pitchFamily="34" charset="0"/>
            </a:endParaRPr>
          </a:p>
        </p:txBody>
      </p:sp>
      <p:sp>
        <p:nvSpPr>
          <p:cNvPr id="20" name="任意多边形: 形状 7"/>
          <p:cNvSpPr>
            <a:spLocks noChangeAspect="1"/>
          </p:cNvSpPr>
          <p:nvPr>
            <p:custDataLst>
              <p:tags r:id="rId7"/>
            </p:custDataLst>
          </p:nvPr>
        </p:nvSpPr>
        <p:spPr>
          <a:xfrm rot="10800000">
            <a:off x="2066761" y="4867650"/>
            <a:ext cx="354888" cy="720584"/>
          </a:xfrm>
          <a:custGeom>
            <a:avLst/>
            <a:gdLst>
              <a:gd name="connsiteX0" fmla="*/ 0 w 311295"/>
              <a:gd name="connsiteY0" fmla="*/ 0 h 631688"/>
              <a:gd name="connsiteX1" fmla="*/ 311295 w 311295"/>
              <a:gd name="connsiteY1" fmla="*/ 0 h 631688"/>
              <a:gd name="connsiteX2" fmla="*/ 311295 w 311295"/>
              <a:gd name="connsiteY2" fmla="*/ 278573 h 631688"/>
              <a:gd name="connsiteX3" fmla="*/ 92015 w 311295"/>
              <a:gd name="connsiteY3" fmla="*/ 631688 h 631688"/>
              <a:gd name="connsiteX4" fmla="*/ 80961 w 311295"/>
              <a:gd name="connsiteY4" fmla="*/ 613739 h 631688"/>
              <a:gd name="connsiteX5" fmla="*/ 33054 w 311295"/>
              <a:gd name="connsiteY5" fmla="*/ 568483 h 631688"/>
              <a:gd name="connsiteX6" fmla="*/ 20355 w 311295"/>
              <a:gd name="connsiteY6" fmla="*/ 561364 h 631688"/>
              <a:gd name="connsiteX7" fmla="*/ 150652 w 311295"/>
              <a:gd name="connsiteY7" fmla="*/ 311295 h 631688"/>
              <a:gd name="connsiteX8" fmla="*/ 0 w 311295"/>
              <a:gd name="connsiteY8" fmla="*/ 311295 h 631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295" h="631688">
                <a:moveTo>
                  <a:pt x="0" y="0"/>
                </a:moveTo>
                <a:lnTo>
                  <a:pt x="311295" y="0"/>
                </a:lnTo>
                <a:lnTo>
                  <a:pt x="311295" y="278573"/>
                </a:lnTo>
                <a:cubicBezTo>
                  <a:pt x="300365" y="511936"/>
                  <a:pt x="92393" y="629207"/>
                  <a:pt x="92015" y="631688"/>
                </a:cubicBezTo>
                <a:lnTo>
                  <a:pt x="80961" y="613739"/>
                </a:lnTo>
                <a:cubicBezTo>
                  <a:pt x="67726" y="597568"/>
                  <a:pt x="51617" y="582153"/>
                  <a:pt x="33054" y="568483"/>
                </a:cubicBezTo>
                <a:lnTo>
                  <a:pt x="20355" y="561364"/>
                </a:lnTo>
                <a:cubicBezTo>
                  <a:pt x="21645" y="561467"/>
                  <a:pt x="135315" y="475631"/>
                  <a:pt x="150652" y="311295"/>
                </a:cubicBezTo>
                <a:lnTo>
                  <a:pt x="0" y="311295"/>
                </a:lnTo>
                <a:close/>
              </a:path>
            </a:pathLst>
          </a:custGeom>
          <a:solidFill>
            <a:schemeClr val="lt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20000"/>
              </a:lnSpc>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sym typeface="Arial" panose="020B0604020202020204" pitchFamily="34" charset="0"/>
            </a:endParaRPr>
          </a:p>
        </p:txBody>
      </p:sp>
      <p:pic>
        <p:nvPicPr>
          <p:cNvPr id="2" name="图片 1"/>
          <p:cNvPicPr>
            <a:picLocks noChangeAspect="1"/>
          </p:cNvPicPr>
          <p:nvPr/>
        </p:nvPicPr>
        <p:blipFill>
          <a:blip r:embed="rId8"/>
          <a:stretch>
            <a:fillRect/>
          </a:stretch>
        </p:blipFill>
        <p:spPr>
          <a:xfrm>
            <a:off x="1557655" y="1024890"/>
            <a:ext cx="9077325" cy="5781675"/>
          </a:xfrm>
          <a:prstGeom prst="rect">
            <a:avLst/>
          </a:prstGeom>
        </p:spPr>
      </p:pic>
    </p:spTree>
    <p:custDataLst>
      <p:tags r:id="rId9"/>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2NF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2" name="图片 1"/>
          <p:cNvPicPr>
            <a:picLocks noChangeAspect="1"/>
          </p:cNvPicPr>
          <p:nvPr/>
        </p:nvPicPr>
        <p:blipFill>
          <a:blip r:embed="rId5"/>
          <a:stretch>
            <a:fillRect/>
          </a:stretch>
        </p:blipFill>
        <p:spPr>
          <a:xfrm>
            <a:off x="1579245" y="1079500"/>
            <a:ext cx="8677275" cy="2314575"/>
          </a:xfrm>
          <a:prstGeom prst="rect">
            <a:avLst/>
          </a:prstGeom>
        </p:spPr>
      </p:pic>
      <p:pic>
        <p:nvPicPr>
          <p:cNvPr id="5" name="图片 4"/>
          <p:cNvPicPr>
            <a:picLocks noChangeAspect="1"/>
          </p:cNvPicPr>
          <p:nvPr/>
        </p:nvPicPr>
        <p:blipFill>
          <a:blip r:embed="rId6"/>
          <a:stretch>
            <a:fillRect/>
          </a:stretch>
        </p:blipFill>
        <p:spPr>
          <a:xfrm>
            <a:off x="1579245" y="3487420"/>
            <a:ext cx="8210550" cy="3143250"/>
          </a:xfrm>
          <a:prstGeom prst="rect">
            <a:avLst/>
          </a:prstGeom>
        </p:spPr>
      </p:pic>
    </p:spTree>
    <p:custDataLst>
      <p:tags r:id="rId7"/>
    </p:custData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3NF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p:nvPicPr>
        <p:blipFill>
          <a:blip r:embed="rId5"/>
          <a:stretch>
            <a:fillRect/>
          </a:stretch>
        </p:blipFill>
        <p:spPr>
          <a:xfrm>
            <a:off x="1647825" y="1271270"/>
            <a:ext cx="8896350" cy="4314825"/>
          </a:xfrm>
          <a:prstGeom prst="rect">
            <a:avLst/>
          </a:prstGeom>
        </p:spPr>
      </p:pic>
    </p:spTree>
    <p:custDataLst>
      <p:tags r:id="rId6"/>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550549" y="21971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BCNF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7" name="图文框 6"/>
          <p:cNvSpPr/>
          <p:nvPr>
            <p:custDataLst>
              <p:tags r:id="rId5"/>
            </p:custDataLst>
          </p:nvPr>
        </p:nvSpPr>
        <p:spPr>
          <a:xfrm>
            <a:off x="848360" y="1605280"/>
            <a:ext cx="10453370" cy="4982210"/>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6"/>
            </p:custDataLst>
          </p:nvPr>
        </p:nvSpPr>
        <p:spPr>
          <a:xfrm rot="10800000" flipH="1" flipV="1">
            <a:off x="1248414" y="1447165"/>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7"/>
            </p:custDataLst>
          </p:nvPr>
        </p:nvSpPr>
        <p:spPr>
          <a:xfrm rot="10800000" flipH="1" flipV="1">
            <a:off x="1137842" y="1447165"/>
            <a:ext cx="805944" cy="635817"/>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8"/>
          <a:stretch>
            <a:fillRect/>
          </a:stretch>
        </p:blipFill>
        <p:spPr>
          <a:xfrm>
            <a:off x="2117725" y="1772285"/>
            <a:ext cx="8839200" cy="3467100"/>
          </a:xfrm>
          <a:prstGeom prst="rect">
            <a:avLst/>
          </a:prstGeom>
        </p:spPr>
      </p:pic>
      <p:pic>
        <p:nvPicPr>
          <p:cNvPr id="14" name="图片 13"/>
          <p:cNvPicPr>
            <a:picLocks noChangeAspect="1"/>
          </p:cNvPicPr>
          <p:nvPr/>
        </p:nvPicPr>
        <p:blipFill>
          <a:blip r:embed="rId9"/>
          <a:stretch>
            <a:fillRect/>
          </a:stretch>
        </p:blipFill>
        <p:spPr>
          <a:xfrm>
            <a:off x="2203450" y="5417185"/>
            <a:ext cx="8667750" cy="657225"/>
          </a:xfrm>
          <a:prstGeom prst="rect">
            <a:avLst/>
          </a:prstGeom>
        </p:spPr>
      </p:pic>
    </p:spTree>
    <p:custDataLst>
      <p:tags r:id="rId10"/>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7"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81154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4"/>
            </p:custDataLst>
          </p:nvPr>
        </p:nvSpPr>
        <p:spPr>
          <a:xfrm>
            <a:off x="457204" y="150502"/>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scene3d>
              <a:camera prst="orthographicFront"/>
              <a:lightRig rig="threePt" dir="t"/>
            </a:scene3d>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微软雅黑" panose="020B0503020204020204" charset="-122"/>
              </a:rPr>
              <a:t>BCNF</a:t>
            </a:r>
            <a:endParaRPr dirty="0" err="1">
              <a:solidFill>
                <a:schemeClr val="tx1"/>
              </a:solidFill>
              <a:effectLst>
                <a:outerShdw blurRad="38100" dist="19050" dir="2700000" algn="tl" rotWithShape="0">
                  <a:schemeClr val="dk1">
                    <a:alpha val="40000"/>
                  </a:schemeClr>
                </a:outerShdw>
              </a:effectLst>
              <a:latin typeface="微软雅黑" panose="020B0503020204020204" charset="-122"/>
              <a:ea typeface="微软雅黑" panose="020B0503020204020204" charset="-122"/>
              <a:sym typeface="微软雅黑" panose="020B0503020204020204" charset="-122"/>
            </a:endParaRPr>
          </a:p>
        </p:txBody>
      </p:sp>
      <p:pic>
        <p:nvPicPr>
          <p:cNvPr id="9" name="图片 8"/>
          <p:cNvPicPr>
            <a:picLocks noChangeAspect="1"/>
          </p:cNvPicPr>
          <p:nvPr/>
        </p:nvPicPr>
        <p:blipFill>
          <a:blip r:embed="rId5"/>
          <a:stretch>
            <a:fillRect/>
          </a:stretch>
        </p:blipFill>
        <p:spPr>
          <a:xfrm>
            <a:off x="1642745" y="1276350"/>
            <a:ext cx="8905875" cy="4305300"/>
          </a:xfrm>
          <a:prstGeom prst="rect">
            <a:avLst/>
          </a:prstGeom>
        </p:spPr>
      </p:pic>
    </p:spTree>
    <p:custDataLst>
      <p:tags r:id="rId6"/>
    </p:custData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11" name="直接连接符 10"/>
          <p:cNvCxnSpPr/>
          <p:nvPr>
            <p:custDataLst>
              <p:tags r:id="rId3"/>
            </p:custDataLst>
          </p:nvPr>
        </p:nvCxnSpPr>
        <p:spPr>
          <a:xfrm>
            <a:off x="457204" y="955686"/>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dirty="0" err="1">
                <a:solidFill>
                  <a:schemeClr val="dk1"/>
                </a:solidFill>
                <a:sym typeface="微软雅黑" panose="020B0503020204020204" charset="-122"/>
              </a:rPr>
              <a:t>BCNF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7" name="图文框 6"/>
          <p:cNvSpPr/>
          <p:nvPr>
            <p:custDataLst>
              <p:tags r:id="rId5"/>
            </p:custDataLst>
          </p:nvPr>
        </p:nvSpPr>
        <p:spPr>
          <a:xfrm>
            <a:off x="678180" y="1162050"/>
            <a:ext cx="10624185" cy="5474970"/>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6"/>
            </p:custDataLst>
          </p:nvPr>
        </p:nvSpPr>
        <p:spPr>
          <a:xfrm rot="10800000" flipH="1" flipV="1">
            <a:off x="745490" y="955675"/>
            <a:ext cx="927100" cy="7315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9" name="任意多边形: 形状 19"/>
          <p:cNvSpPr>
            <a:spLocks noChangeAspect="1"/>
          </p:cNvSpPr>
          <p:nvPr>
            <p:custDataLst>
              <p:tags r:id="rId7"/>
            </p:custDataLst>
          </p:nvPr>
        </p:nvSpPr>
        <p:spPr>
          <a:xfrm rot="10800000" flipH="1" flipV="1">
            <a:off x="677545" y="955675"/>
            <a:ext cx="927100" cy="731520"/>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8"/>
          <a:stretch>
            <a:fillRect/>
          </a:stretch>
        </p:blipFill>
        <p:spPr>
          <a:xfrm>
            <a:off x="2657475" y="1237615"/>
            <a:ext cx="7341235" cy="5340985"/>
          </a:xfrm>
          <a:prstGeom prst="rect">
            <a:avLst/>
          </a:prstGeom>
        </p:spPr>
      </p:pic>
    </p:spTree>
    <p:custDataLst>
      <p:tags r:id="rId9"/>
    </p:custData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10"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4NF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7" name="图文框 6"/>
          <p:cNvSpPr/>
          <p:nvPr>
            <p:custDataLst>
              <p:tags r:id="rId5"/>
            </p:custDataLst>
          </p:nvPr>
        </p:nvSpPr>
        <p:spPr>
          <a:xfrm>
            <a:off x="1163595" y="1354178"/>
            <a:ext cx="9864896" cy="5199067"/>
          </a:xfrm>
          <a:prstGeom prst="frame">
            <a:avLst>
              <a:gd name="adj1" fmla="val 1004"/>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b="1">
              <a:solidFill>
                <a:schemeClr val="lt1"/>
              </a:solidFill>
              <a:latin typeface="微软雅黑" panose="020B0503020204020204" charset="-122"/>
              <a:ea typeface="微软雅黑" panose="020B0503020204020204" charset="-122"/>
            </a:endParaRPr>
          </a:p>
        </p:txBody>
      </p:sp>
      <p:sp>
        <p:nvSpPr>
          <p:cNvPr id="8" name="任意多边形: 形状 20"/>
          <p:cNvSpPr>
            <a:spLocks noChangeAspect="1"/>
          </p:cNvSpPr>
          <p:nvPr>
            <p:custDataLst>
              <p:tags r:id="rId6"/>
            </p:custDataLst>
          </p:nvPr>
        </p:nvSpPr>
        <p:spPr>
          <a:xfrm rot="10800000" flipH="1" flipV="1">
            <a:off x="1638502" y="1219200"/>
            <a:ext cx="881501" cy="69542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1385" y="0"/>
                </a:moveTo>
                <a:lnTo>
                  <a:pt x="1410" y="36"/>
                </a:lnTo>
                <a:cubicBezTo>
                  <a:pt x="1439" y="68"/>
                  <a:pt x="1474" y="98"/>
                  <a:pt x="1515" y="125"/>
                </a:cubicBezTo>
                <a:lnTo>
                  <a:pt x="1542" y="139"/>
                </a:lnTo>
                <a:cubicBezTo>
                  <a:pt x="1540" y="139"/>
                  <a:pt x="1291" y="309"/>
                  <a:pt x="1257" y="635"/>
                </a:cubicBezTo>
                <a:lnTo>
                  <a:pt x="1587" y="635"/>
                </a:lnTo>
                <a:lnTo>
                  <a:pt x="1587" y="1252"/>
                </a:lnTo>
                <a:lnTo>
                  <a:pt x="905" y="1252"/>
                </a:lnTo>
                <a:lnTo>
                  <a:pt x="905" y="700"/>
                </a:lnTo>
                <a:cubicBezTo>
                  <a:pt x="929" y="237"/>
                  <a:pt x="1385" y="5"/>
                  <a:pt x="1385" y="0"/>
                </a:cubicBezTo>
                <a:close/>
                <a:moveTo>
                  <a:pt x="480" y="0"/>
                </a:moveTo>
                <a:lnTo>
                  <a:pt x="505" y="36"/>
                </a:lnTo>
                <a:cubicBezTo>
                  <a:pt x="534" y="68"/>
                  <a:pt x="569" y="98"/>
                  <a:pt x="610" y="125"/>
                </a:cubicBezTo>
                <a:lnTo>
                  <a:pt x="637" y="139"/>
                </a:lnTo>
                <a:cubicBezTo>
                  <a:pt x="635" y="139"/>
                  <a:pt x="386" y="309"/>
                  <a:pt x="352" y="635"/>
                </a:cubicBezTo>
                <a:lnTo>
                  <a:pt x="682" y="635"/>
                </a:lnTo>
                <a:lnTo>
                  <a:pt x="682" y="1252"/>
                </a:lnTo>
                <a:lnTo>
                  <a:pt x="0" y="1252"/>
                </a:lnTo>
                <a:lnTo>
                  <a:pt x="0" y="700"/>
                </a:lnTo>
                <a:cubicBezTo>
                  <a:pt x="24" y="237"/>
                  <a:pt x="480" y="5"/>
                  <a:pt x="480" y="0"/>
                </a:cubicBezTo>
                <a:close/>
              </a:path>
            </a:pathLst>
          </a:custGeom>
          <a:solidFill>
            <a:schemeClr val="accent1">
              <a:alpha val="15000"/>
            </a:schemeClr>
          </a:solidFill>
          <a:ln w="31750" cap="rnd">
            <a:no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sp>
        <p:nvSpPr>
          <p:cNvPr id="2" name="任意多边形: 形状 19"/>
          <p:cNvSpPr>
            <a:spLocks noChangeAspect="1"/>
          </p:cNvSpPr>
          <p:nvPr>
            <p:custDataLst>
              <p:tags r:id="rId7"/>
            </p:custDataLst>
          </p:nvPr>
        </p:nvSpPr>
        <p:spPr>
          <a:xfrm rot="10800000" flipH="1" flipV="1">
            <a:off x="1480754" y="1219200"/>
            <a:ext cx="881501" cy="695425"/>
          </a:xfrm>
          <a:custGeom>
            <a:avLst/>
            <a:gdLst>
              <a:gd name="connsiteX0" fmla="*/ 207995 w 295275"/>
              <a:gd name="connsiteY0" fmla="*/ 0 h 599179"/>
              <a:gd name="connsiteX1" fmla="*/ 218480 w 295275"/>
              <a:gd name="connsiteY1" fmla="*/ 17025 h 599179"/>
              <a:gd name="connsiteX2" fmla="*/ 263922 w 295275"/>
              <a:gd name="connsiteY2" fmla="*/ 59952 h 599179"/>
              <a:gd name="connsiteX3" fmla="*/ 275967 w 295275"/>
              <a:gd name="connsiteY3" fmla="*/ 66705 h 599179"/>
              <a:gd name="connsiteX4" fmla="*/ 258864 w 295275"/>
              <a:gd name="connsiteY4" fmla="*/ 77309 h 599179"/>
              <a:gd name="connsiteX5" fmla="*/ 164932 w 295275"/>
              <a:gd name="connsiteY5" fmla="*/ 229252 h 599179"/>
              <a:gd name="connsiteX6" fmla="*/ 145322 w 295275"/>
              <a:gd name="connsiteY6" fmla="*/ 303904 h 599179"/>
              <a:gd name="connsiteX7" fmla="*/ 295275 w 295275"/>
              <a:gd name="connsiteY7" fmla="*/ 303904 h 599179"/>
              <a:gd name="connsiteX8" fmla="*/ 295275 w 295275"/>
              <a:gd name="connsiteY8" fmla="*/ 599179 h 599179"/>
              <a:gd name="connsiteX9" fmla="*/ 0 w 295275"/>
              <a:gd name="connsiteY9" fmla="*/ 599179 h 599179"/>
              <a:gd name="connsiteX10" fmla="*/ 0 w 295275"/>
              <a:gd name="connsiteY10" fmla="*/ 303904 h 599179"/>
              <a:gd name="connsiteX11" fmla="*/ 5952 w 295275"/>
              <a:gd name="connsiteY11" fmla="*/ 269304 h 599179"/>
              <a:gd name="connsiteX12" fmla="*/ 204540 w 295275"/>
              <a:gd name="connsiteY12" fmla="*/ 547 h 599179"/>
              <a:gd name="connsiteX0-1" fmla="*/ 207995 w 295275"/>
              <a:gd name="connsiteY0-2" fmla="*/ 0 h 599179"/>
              <a:gd name="connsiteX1-3" fmla="*/ 218480 w 295275"/>
              <a:gd name="connsiteY1-4" fmla="*/ 17025 h 599179"/>
              <a:gd name="connsiteX2-5" fmla="*/ 263922 w 295275"/>
              <a:gd name="connsiteY2-6" fmla="*/ 59952 h 599179"/>
              <a:gd name="connsiteX3-7" fmla="*/ 275967 w 295275"/>
              <a:gd name="connsiteY3-8" fmla="*/ 66705 h 599179"/>
              <a:gd name="connsiteX4-9" fmla="*/ 258864 w 295275"/>
              <a:gd name="connsiteY4-10" fmla="*/ 77309 h 599179"/>
              <a:gd name="connsiteX5-11" fmla="*/ 164932 w 295275"/>
              <a:gd name="connsiteY5-12" fmla="*/ 229252 h 599179"/>
              <a:gd name="connsiteX6-13" fmla="*/ 152376 w 295275"/>
              <a:gd name="connsiteY6-14" fmla="*/ 303904 h 599179"/>
              <a:gd name="connsiteX7-15" fmla="*/ 295275 w 295275"/>
              <a:gd name="connsiteY7-16" fmla="*/ 303904 h 599179"/>
              <a:gd name="connsiteX8-17" fmla="*/ 295275 w 295275"/>
              <a:gd name="connsiteY8-18" fmla="*/ 599179 h 599179"/>
              <a:gd name="connsiteX9-19" fmla="*/ 0 w 295275"/>
              <a:gd name="connsiteY9-20" fmla="*/ 599179 h 599179"/>
              <a:gd name="connsiteX10-21" fmla="*/ 0 w 295275"/>
              <a:gd name="connsiteY10-22" fmla="*/ 303904 h 599179"/>
              <a:gd name="connsiteX11-23" fmla="*/ 5952 w 295275"/>
              <a:gd name="connsiteY11-24" fmla="*/ 269304 h 599179"/>
              <a:gd name="connsiteX12-25" fmla="*/ 204540 w 295275"/>
              <a:gd name="connsiteY12-26" fmla="*/ 547 h 599179"/>
              <a:gd name="connsiteX13" fmla="*/ 207995 w 295275"/>
              <a:gd name="connsiteY13" fmla="*/ 0 h 599179"/>
              <a:gd name="connsiteX0-27" fmla="*/ 207995 w 295275"/>
              <a:gd name="connsiteY0-28" fmla="*/ 0 h 599179"/>
              <a:gd name="connsiteX1-29" fmla="*/ 218480 w 295275"/>
              <a:gd name="connsiteY1-30" fmla="*/ 17025 h 599179"/>
              <a:gd name="connsiteX2-31" fmla="*/ 263922 w 295275"/>
              <a:gd name="connsiteY2-32" fmla="*/ 59952 h 599179"/>
              <a:gd name="connsiteX3-33" fmla="*/ 275967 w 295275"/>
              <a:gd name="connsiteY3-34" fmla="*/ 66705 h 599179"/>
              <a:gd name="connsiteX4-35" fmla="*/ 258864 w 295275"/>
              <a:gd name="connsiteY4-36" fmla="*/ 77309 h 599179"/>
              <a:gd name="connsiteX5-37" fmla="*/ 164932 w 295275"/>
              <a:gd name="connsiteY5-38" fmla="*/ 229252 h 599179"/>
              <a:gd name="connsiteX6-39" fmla="*/ 152376 w 295275"/>
              <a:gd name="connsiteY6-40" fmla="*/ 303904 h 599179"/>
              <a:gd name="connsiteX7-41" fmla="*/ 295275 w 295275"/>
              <a:gd name="connsiteY7-42" fmla="*/ 303904 h 599179"/>
              <a:gd name="connsiteX8-43" fmla="*/ 295275 w 295275"/>
              <a:gd name="connsiteY8-44" fmla="*/ 599179 h 599179"/>
              <a:gd name="connsiteX9-45" fmla="*/ 0 w 295275"/>
              <a:gd name="connsiteY9-46" fmla="*/ 599179 h 599179"/>
              <a:gd name="connsiteX10-47" fmla="*/ 0 w 295275"/>
              <a:gd name="connsiteY10-48" fmla="*/ 303904 h 599179"/>
              <a:gd name="connsiteX11-49" fmla="*/ 5952 w 295275"/>
              <a:gd name="connsiteY11-50" fmla="*/ 269304 h 599179"/>
              <a:gd name="connsiteX12-51" fmla="*/ 204540 w 295275"/>
              <a:gd name="connsiteY12-52" fmla="*/ 547 h 599179"/>
              <a:gd name="connsiteX13-53" fmla="*/ 207995 w 295275"/>
              <a:gd name="connsiteY13-54" fmla="*/ 0 h 599179"/>
              <a:gd name="connsiteX0-55" fmla="*/ 207995 w 295275"/>
              <a:gd name="connsiteY0-56" fmla="*/ 0 h 599179"/>
              <a:gd name="connsiteX1-57" fmla="*/ 218480 w 295275"/>
              <a:gd name="connsiteY1-58" fmla="*/ 17025 h 599179"/>
              <a:gd name="connsiteX2-59" fmla="*/ 263922 w 295275"/>
              <a:gd name="connsiteY2-60" fmla="*/ 59952 h 599179"/>
              <a:gd name="connsiteX3-61" fmla="*/ 275967 w 295275"/>
              <a:gd name="connsiteY3-62" fmla="*/ 66705 h 599179"/>
              <a:gd name="connsiteX4-63" fmla="*/ 258864 w 295275"/>
              <a:gd name="connsiteY4-64" fmla="*/ 77309 h 599179"/>
              <a:gd name="connsiteX5-65" fmla="*/ 164932 w 295275"/>
              <a:gd name="connsiteY5-66" fmla="*/ 229252 h 599179"/>
              <a:gd name="connsiteX6-67" fmla="*/ 152376 w 295275"/>
              <a:gd name="connsiteY6-68" fmla="*/ 303904 h 599179"/>
              <a:gd name="connsiteX7-69" fmla="*/ 295275 w 295275"/>
              <a:gd name="connsiteY7-70" fmla="*/ 303904 h 599179"/>
              <a:gd name="connsiteX8-71" fmla="*/ 295275 w 295275"/>
              <a:gd name="connsiteY8-72" fmla="*/ 599179 h 599179"/>
              <a:gd name="connsiteX9-73" fmla="*/ 0 w 295275"/>
              <a:gd name="connsiteY9-74" fmla="*/ 599179 h 599179"/>
              <a:gd name="connsiteX10-75" fmla="*/ 0 w 295275"/>
              <a:gd name="connsiteY10-76" fmla="*/ 303904 h 599179"/>
              <a:gd name="connsiteX11-77" fmla="*/ 5952 w 295275"/>
              <a:gd name="connsiteY11-78" fmla="*/ 269304 h 599179"/>
              <a:gd name="connsiteX12-79" fmla="*/ 204540 w 295275"/>
              <a:gd name="connsiteY12-80" fmla="*/ 547 h 599179"/>
              <a:gd name="connsiteX13-81" fmla="*/ 207995 w 295275"/>
              <a:gd name="connsiteY13-82" fmla="*/ 0 h 599179"/>
              <a:gd name="connsiteX0-83" fmla="*/ 207995 w 295275"/>
              <a:gd name="connsiteY0-84" fmla="*/ 0 h 599179"/>
              <a:gd name="connsiteX1-85" fmla="*/ 218480 w 295275"/>
              <a:gd name="connsiteY1-86" fmla="*/ 17025 h 599179"/>
              <a:gd name="connsiteX2-87" fmla="*/ 263922 w 295275"/>
              <a:gd name="connsiteY2-88" fmla="*/ 59952 h 599179"/>
              <a:gd name="connsiteX3-89" fmla="*/ 275967 w 295275"/>
              <a:gd name="connsiteY3-90" fmla="*/ 66705 h 599179"/>
              <a:gd name="connsiteX4-91" fmla="*/ 258864 w 295275"/>
              <a:gd name="connsiteY4-92" fmla="*/ 77309 h 599179"/>
              <a:gd name="connsiteX5-93" fmla="*/ 152376 w 295275"/>
              <a:gd name="connsiteY5-94" fmla="*/ 303904 h 599179"/>
              <a:gd name="connsiteX6-95" fmla="*/ 295275 w 295275"/>
              <a:gd name="connsiteY6-96" fmla="*/ 303904 h 599179"/>
              <a:gd name="connsiteX7-97" fmla="*/ 295275 w 295275"/>
              <a:gd name="connsiteY7-98" fmla="*/ 599179 h 599179"/>
              <a:gd name="connsiteX8-99" fmla="*/ 0 w 295275"/>
              <a:gd name="connsiteY8-100" fmla="*/ 599179 h 599179"/>
              <a:gd name="connsiteX9-101" fmla="*/ 0 w 295275"/>
              <a:gd name="connsiteY9-102" fmla="*/ 303904 h 599179"/>
              <a:gd name="connsiteX10-103" fmla="*/ 5952 w 295275"/>
              <a:gd name="connsiteY10-104" fmla="*/ 269304 h 599179"/>
              <a:gd name="connsiteX11-105" fmla="*/ 204540 w 295275"/>
              <a:gd name="connsiteY11-106" fmla="*/ 547 h 599179"/>
              <a:gd name="connsiteX12-107" fmla="*/ 207995 w 295275"/>
              <a:gd name="connsiteY12-108" fmla="*/ 0 h 599179"/>
              <a:gd name="connsiteX0-109" fmla="*/ 207995 w 295275"/>
              <a:gd name="connsiteY0-110" fmla="*/ 0 h 599179"/>
              <a:gd name="connsiteX1-111" fmla="*/ 218480 w 295275"/>
              <a:gd name="connsiteY1-112" fmla="*/ 17025 h 599179"/>
              <a:gd name="connsiteX2-113" fmla="*/ 263922 w 295275"/>
              <a:gd name="connsiteY2-114" fmla="*/ 59952 h 599179"/>
              <a:gd name="connsiteX3-115" fmla="*/ 275967 w 295275"/>
              <a:gd name="connsiteY3-116" fmla="*/ 66705 h 599179"/>
              <a:gd name="connsiteX4-117" fmla="*/ 258864 w 295275"/>
              <a:gd name="connsiteY4-118" fmla="*/ 77309 h 599179"/>
              <a:gd name="connsiteX5-119" fmla="*/ 152376 w 295275"/>
              <a:gd name="connsiteY5-120" fmla="*/ 303904 h 599179"/>
              <a:gd name="connsiteX6-121" fmla="*/ 295275 w 295275"/>
              <a:gd name="connsiteY6-122" fmla="*/ 303904 h 599179"/>
              <a:gd name="connsiteX7-123" fmla="*/ 295275 w 295275"/>
              <a:gd name="connsiteY7-124" fmla="*/ 599179 h 599179"/>
              <a:gd name="connsiteX8-125" fmla="*/ 0 w 295275"/>
              <a:gd name="connsiteY8-126" fmla="*/ 599179 h 599179"/>
              <a:gd name="connsiteX9-127" fmla="*/ 0 w 295275"/>
              <a:gd name="connsiteY9-128" fmla="*/ 303904 h 599179"/>
              <a:gd name="connsiteX10-129" fmla="*/ 5952 w 295275"/>
              <a:gd name="connsiteY10-130" fmla="*/ 269304 h 599179"/>
              <a:gd name="connsiteX11-131" fmla="*/ 204540 w 295275"/>
              <a:gd name="connsiteY11-132" fmla="*/ 547 h 599179"/>
              <a:gd name="connsiteX12-133" fmla="*/ 207995 w 295275"/>
              <a:gd name="connsiteY12-134" fmla="*/ 0 h 599179"/>
              <a:gd name="connsiteX0-135" fmla="*/ 207995 w 295275"/>
              <a:gd name="connsiteY0-136" fmla="*/ 0 h 599179"/>
              <a:gd name="connsiteX1-137" fmla="*/ 218480 w 295275"/>
              <a:gd name="connsiteY1-138" fmla="*/ 17025 h 599179"/>
              <a:gd name="connsiteX2-139" fmla="*/ 263922 w 295275"/>
              <a:gd name="connsiteY2-140" fmla="*/ 59952 h 599179"/>
              <a:gd name="connsiteX3-141" fmla="*/ 275967 w 295275"/>
              <a:gd name="connsiteY3-142" fmla="*/ 66705 h 599179"/>
              <a:gd name="connsiteX4-143" fmla="*/ 152376 w 295275"/>
              <a:gd name="connsiteY4-144" fmla="*/ 303904 h 599179"/>
              <a:gd name="connsiteX5-145" fmla="*/ 295275 w 295275"/>
              <a:gd name="connsiteY5-146" fmla="*/ 303904 h 599179"/>
              <a:gd name="connsiteX6-147" fmla="*/ 295275 w 295275"/>
              <a:gd name="connsiteY6-148" fmla="*/ 599179 h 599179"/>
              <a:gd name="connsiteX7-149" fmla="*/ 0 w 295275"/>
              <a:gd name="connsiteY7-150" fmla="*/ 599179 h 599179"/>
              <a:gd name="connsiteX8-151" fmla="*/ 0 w 295275"/>
              <a:gd name="connsiteY8-152" fmla="*/ 303904 h 599179"/>
              <a:gd name="connsiteX9-153" fmla="*/ 5952 w 295275"/>
              <a:gd name="connsiteY9-154" fmla="*/ 269304 h 599179"/>
              <a:gd name="connsiteX10-155" fmla="*/ 204540 w 295275"/>
              <a:gd name="connsiteY10-156" fmla="*/ 547 h 599179"/>
              <a:gd name="connsiteX11-157" fmla="*/ 207995 w 295275"/>
              <a:gd name="connsiteY11-158" fmla="*/ 0 h 599179"/>
              <a:gd name="connsiteX0-159" fmla="*/ 207995 w 295275"/>
              <a:gd name="connsiteY0-160" fmla="*/ 0 h 599179"/>
              <a:gd name="connsiteX1-161" fmla="*/ 218480 w 295275"/>
              <a:gd name="connsiteY1-162" fmla="*/ 17025 h 599179"/>
              <a:gd name="connsiteX2-163" fmla="*/ 263922 w 295275"/>
              <a:gd name="connsiteY2-164" fmla="*/ 59952 h 599179"/>
              <a:gd name="connsiteX3-165" fmla="*/ 275967 w 295275"/>
              <a:gd name="connsiteY3-166" fmla="*/ 66705 h 599179"/>
              <a:gd name="connsiteX4-167" fmla="*/ 152376 w 295275"/>
              <a:gd name="connsiteY4-168" fmla="*/ 303904 h 599179"/>
              <a:gd name="connsiteX5-169" fmla="*/ 295275 w 295275"/>
              <a:gd name="connsiteY5-170" fmla="*/ 303904 h 599179"/>
              <a:gd name="connsiteX6-171" fmla="*/ 295275 w 295275"/>
              <a:gd name="connsiteY6-172" fmla="*/ 599179 h 599179"/>
              <a:gd name="connsiteX7-173" fmla="*/ 0 w 295275"/>
              <a:gd name="connsiteY7-174" fmla="*/ 599179 h 599179"/>
              <a:gd name="connsiteX8-175" fmla="*/ 0 w 295275"/>
              <a:gd name="connsiteY8-176" fmla="*/ 303904 h 599179"/>
              <a:gd name="connsiteX9-177" fmla="*/ 5952 w 295275"/>
              <a:gd name="connsiteY9-178" fmla="*/ 269304 h 599179"/>
              <a:gd name="connsiteX10-179" fmla="*/ 204540 w 295275"/>
              <a:gd name="connsiteY10-180" fmla="*/ 547 h 599179"/>
              <a:gd name="connsiteX11-181" fmla="*/ 207995 w 295275"/>
              <a:gd name="connsiteY11-182" fmla="*/ 0 h 599179"/>
              <a:gd name="connsiteX0-183" fmla="*/ 207995 w 295275"/>
              <a:gd name="connsiteY0-184" fmla="*/ 0 h 599179"/>
              <a:gd name="connsiteX1-185" fmla="*/ 218480 w 295275"/>
              <a:gd name="connsiteY1-186" fmla="*/ 17025 h 599179"/>
              <a:gd name="connsiteX2-187" fmla="*/ 263922 w 295275"/>
              <a:gd name="connsiteY2-188" fmla="*/ 59952 h 599179"/>
              <a:gd name="connsiteX3-189" fmla="*/ 275967 w 295275"/>
              <a:gd name="connsiteY3-190" fmla="*/ 66705 h 599179"/>
              <a:gd name="connsiteX4-191" fmla="*/ 152376 w 295275"/>
              <a:gd name="connsiteY4-192" fmla="*/ 303904 h 599179"/>
              <a:gd name="connsiteX5-193" fmla="*/ 295275 w 295275"/>
              <a:gd name="connsiteY5-194" fmla="*/ 303904 h 599179"/>
              <a:gd name="connsiteX6-195" fmla="*/ 295275 w 295275"/>
              <a:gd name="connsiteY6-196" fmla="*/ 599179 h 599179"/>
              <a:gd name="connsiteX7-197" fmla="*/ 0 w 295275"/>
              <a:gd name="connsiteY7-198" fmla="*/ 599179 h 599179"/>
              <a:gd name="connsiteX8-199" fmla="*/ 0 w 295275"/>
              <a:gd name="connsiteY8-200" fmla="*/ 303904 h 599179"/>
              <a:gd name="connsiteX9-201" fmla="*/ 5952 w 295275"/>
              <a:gd name="connsiteY9-202" fmla="*/ 269304 h 599179"/>
              <a:gd name="connsiteX10-203" fmla="*/ 204540 w 295275"/>
              <a:gd name="connsiteY10-204" fmla="*/ 547 h 599179"/>
              <a:gd name="connsiteX11-205" fmla="*/ 207995 w 295275"/>
              <a:gd name="connsiteY11-206" fmla="*/ 0 h 599179"/>
              <a:gd name="connsiteX0-207" fmla="*/ 207995 w 295275"/>
              <a:gd name="connsiteY0-208" fmla="*/ 0 h 599179"/>
              <a:gd name="connsiteX1-209" fmla="*/ 218480 w 295275"/>
              <a:gd name="connsiteY1-210" fmla="*/ 17025 h 599179"/>
              <a:gd name="connsiteX2-211" fmla="*/ 263922 w 295275"/>
              <a:gd name="connsiteY2-212" fmla="*/ 59952 h 599179"/>
              <a:gd name="connsiteX3-213" fmla="*/ 275967 w 295275"/>
              <a:gd name="connsiteY3-214" fmla="*/ 66705 h 599179"/>
              <a:gd name="connsiteX4-215" fmla="*/ 152376 w 295275"/>
              <a:gd name="connsiteY4-216" fmla="*/ 303904 h 599179"/>
              <a:gd name="connsiteX5-217" fmla="*/ 295275 w 295275"/>
              <a:gd name="connsiteY5-218" fmla="*/ 303904 h 599179"/>
              <a:gd name="connsiteX6-219" fmla="*/ 295275 w 295275"/>
              <a:gd name="connsiteY6-220" fmla="*/ 599179 h 599179"/>
              <a:gd name="connsiteX7-221" fmla="*/ 0 w 295275"/>
              <a:gd name="connsiteY7-222" fmla="*/ 599179 h 599179"/>
              <a:gd name="connsiteX8-223" fmla="*/ 0 w 295275"/>
              <a:gd name="connsiteY8-224" fmla="*/ 303904 h 599179"/>
              <a:gd name="connsiteX9-225" fmla="*/ 5952 w 295275"/>
              <a:gd name="connsiteY9-226" fmla="*/ 269304 h 599179"/>
              <a:gd name="connsiteX10-227" fmla="*/ 204540 w 295275"/>
              <a:gd name="connsiteY10-228" fmla="*/ 547 h 599179"/>
              <a:gd name="connsiteX11-229" fmla="*/ 207995 w 295275"/>
              <a:gd name="connsiteY11-230" fmla="*/ 0 h 599179"/>
              <a:gd name="connsiteX0-231" fmla="*/ 207995 w 295275"/>
              <a:gd name="connsiteY0-232" fmla="*/ 0 h 599179"/>
              <a:gd name="connsiteX1-233" fmla="*/ 218480 w 295275"/>
              <a:gd name="connsiteY1-234" fmla="*/ 17025 h 599179"/>
              <a:gd name="connsiteX2-235" fmla="*/ 263922 w 295275"/>
              <a:gd name="connsiteY2-236" fmla="*/ 59952 h 599179"/>
              <a:gd name="connsiteX3-237" fmla="*/ 275967 w 295275"/>
              <a:gd name="connsiteY3-238" fmla="*/ 66705 h 599179"/>
              <a:gd name="connsiteX4-239" fmla="*/ 152376 w 295275"/>
              <a:gd name="connsiteY4-240" fmla="*/ 303904 h 599179"/>
              <a:gd name="connsiteX5-241" fmla="*/ 295275 w 295275"/>
              <a:gd name="connsiteY5-242" fmla="*/ 303904 h 599179"/>
              <a:gd name="connsiteX6-243" fmla="*/ 295275 w 295275"/>
              <a:gd name="connsiteY6-244" fmla="*/ 599179 h 599179"/>
              <a:gd name="connsiteX7-245" fmla="*/ 0 w 295275"/>
              <a:gd name="connsiteY7-246" fmla="*/ 599179 h 599179"/>
              <a:gd name="connsiteX8-247" fmla="*/ 0 w 295275"/>
              <a:gd name="connsiteY8-248" fmla="*/ 303904 h 599179"/>
              <a:gd name="connsiteX9-249" fmla="*/ 204540 w 295275"/>
              <a:gd name="connsiteY9-250" fmla="*/ 547 h 599179"/>
              <a:gd name="connsiteX10-251" fmla="*/ 207995 w 295275"/>
              <a:gd name="connsiteY10-252" fmla="*/ 0 h 599179"/>
              <a:gd name="connsiteX0-253" fmla="*/ 207995 w 295275"/>
              <a:gd name="connsiteY0-254" fmla="*/ 0 h 599179"/>
              <a:gd name="connsiteX1-255" fmla="*/ 218480 w 295275"/>
              <a:gd name="connsiteY1-256" fmla="*/ 17025 h 599179"/>
              <a:gd name="connsiteX2-257" fmla="*/ 263922 w 295275"/>
              <a:gd name="connsiteY2-258" fmla="*/ 59952 h 599179"/>
              <a:gd name="connsiteX3-259" fmla="*/ 275967 w 295275"/>
              <a:gd name="connsiteY3-260" fmla="*/ 66705 h 599179"/>
              <a:gd name="connsiteX4-261" fmla="*/ 152376 w 295275"/>
              <a:gd name="connsiteY4-262" fmla="*/ 303904 h 599179"/>
              <a:gd name="connsiteX5-263" fmla="*/ 295275 w 295275"/>
              <a:gd name="connsiteY5-264" fmla="*/ 303904 h 599179"/>
              <a:gd name="connsiteX6-265" fmla="*/ 295275 w 295275"/>
              <a:gd name="connsiteY6-266" fmla="*/ 599179 h 599179"/>
              <a:gd name="connsiteX7-267" fmla="*/ 0 w 295275"/>
              <a:gd name="connsiteY7-268" fmla="*/ 599179 h 599179"/>
              <a:gd name="connsiteX8-269" fmla="*/ 0 w 295275"/>
              <a:gd name="connsiteY8-270" fmla="*/ 303904 h 599179"/>
              <a:gd name="connsiteX9-271" fmla="*/ 204540 w 295275"/>
              <a:gd name="connsiteY9-272" fmla="*/ 547 h 599179"/>
              <a:gd name="connsiteX10-273" fmla="*/ 207995 w 295275"/>
              <a:gd name="connsiteY10-274" fmla="*/ 0 h 599179"/>
              <a:gd name="connsiteX0-275" fmla="*/ 207995 w 295275"/>
              <a:gd name="connsiteY0-276" fmla="*/ 0 h 599179"/>
              <a:gd name="connsiteX1-277" fmla="*/ 218480 w 295275"/>
              <a:gd name="connsiteY1-278" fmla="*/ 17025 h 599179"/>
              <a:gd name="connsiteX2-279" fmla="*/ 263922 w 295275"/>
              <a:gd name="connsiteY2-280" fmla="*/ 59952 h 599179"/>
              <a:gd name="connsiteX3-281" fmla="*/ 275967 w 295275"/>
              <a:gd name="connsiteY3-282" fmla="*/ 66705 h 599179"/>
              <a:gd name="connsiteX4-283" fmla="*/ 152376 w 295275"/>
              <a:gd name="connsiteY4-284" fmla="*/ 303904 h 599179"/>
              <a:gd name="connsiteX5-285" fmla="*/ 295275 w 295275"/>
              <a:gd name="connsiteY5-286" fmla="*/ 303904 h 599179"/>
              <a:gd name="connsiteX6-287" fmla="*/ 295275 w 295275"/>
              <a:gd name="connsiteY6-288" fmla="*/ 599179 h 599179"/>
              <a:gd name="connsiteX7-289" fmla="*/ 0 w 295275"/>
              <a:gd name="connsiteY7-290" fmla="*/ 599179 h 599179"/>
              <a:gd name="connsiteX8-291" fmla="*/ 0 w 295275"/>
              <a:gd name="connsiteY8-292" fmla="*/ 303904 h 599179"/>
              <a:gd name="connsiteX9-293" fmla="*/ 207995 w 295275"/>
              <a:gd name="connsiteY9-294" fmla="*/ 0 h 599179"/>
              <a:gd name="connsiteX0-295" fmla="*/ 207995 w 295275"/>
              <a:gd name="connsiteY0-296" fmla="*/ 0 h 599179"/>
              <a:gd name="connsiteX1-297" fmla="*/ 218480 w 295275"/>
              <a:gd name="connsiteY1-298" fmla="*/ 17025 h 599179"/>
              <a:gd name="connsiteX2-299" fmla="*/ 263922 w 295275"/>
              <a:gd name="connsiteY2-300" fmla="*/ 59952 h 599179"/>
              <a:gd name="connsiteX3-301" fmla="*/ 275967 w 295275"/>
              <a:gd name="connsiteY3-302" fmla="*/ 66705 h 599179"/>
              <a:gd name="connsiteX4-303" fmla="*/ 152376 w 295275"/>
              <a:gd name="connsiteY4-304" fmla="*/ 303904 h 599179"/>
              <a:gd name="connsiteX5-305" fmla="*/ 295275 w 295275"/>
              <a:gd name="connsiteY5-306" fmla="*/ 303904 h 599179"/>
              <a:gd name="connsiteX6-307" fmla="*/ 295275 w 295275"/>
              <a:gd name="connsiteY6-308" fmla="*/ 599179 h 599179"/>
              <a:gd name="connsiteX7-309" fmla="*/ 0 w 295275"/>
              <a:gd name="connsiteY7-310" fmla="*/ 599179 h 599179"/>
              <a:gd name="connsiteX8-311" fmla="*/ 0 w 295275"/>
              <a:gd name="connsiteY8-312" fmla="*/ 303904 h 599179"/>
              <a:gd name="connsiteX9-313" fmla="*/ 207995 w 295275"/>
              <a:gd name="connsiteY9-314" fmla="*/ 0 h 599179"/>
              <a:gd name="connsiteX0-315" fmla="*/ 207995 w 295275"/>
              <a:gd name="connsiteY0-316" fmla="*/ 0 h 599179"/>
              <a:gd name="connsiteX1-317" fmla="*/ 218480 w 295275"/>
              <a:gd name="connsiteY1-318" fmla="*/ 17025 h 599179"/>
              <a:gd name="connsiteX2-319" fmla="*/ 263922 w 295275"/>
              <a:gd name="connsiteY2-320" fmla="*/ 59952 h 599179"/>
              <a:gd name="connsiteX3-321" fmla="*/ 275967 w 295275"/>
              <a:gd name="connsiteY3-322" fmla="*/ 66705 h 599179"/>
              <a:gd name="connsiteX4-323" fmla="*/ 152376 w 295275"/>
              <a:gd name="connsiteY4-324" fmla="*/ 303904 h 599179"/>
              <a:gd name="connsiteX5-325" fmla="*/ 295275 w 295275"/>
              <a:gd name="connsiteY5-326" fmla="*/ 303904 h 599179"/>
              <a:gd name="connsiteX6-327" fmla="*/ 295275 w 295275"/>
              <a:gd name="connsiteY6-328" fmla="*/ 599179 h 599179"/>
              <a:gd name="connsiteX7-329" fmla="*/ 0 w 295275"/>
              <a:gd name="connsiteY7-330" fmla="*/ 599179 h 599179"/>
              <a:gd name="connsiteX8-331" fmla="*/ 0 w 295275"/>
              <a:gd name="connsiteY8-332" fmla="*/ 303904 h 599179"/>
              <a:gd name="connsiteX9-333" fmla="*/ 207995 w 295275"/>
              <a:gd name="connsiteY9-334" fmla="*/ 0 h 599179"/>
              <a:gd name="connsiteX0-335" fmla="*/ 207995 w 295275"/>
              <a:gd name="connsiteY0-336" fmla="*/ 0 h 599179"/>
              <a:gd name="connsiteX1-337" fmla="*/ 218480 w 295275"/>
              <a:gd name="connsiteY1-338" fmla="*/ 17025 h 599179"/>
              <a:gd name="connsiteX2-339" fmla="*/ 263922 w 295275"/>
              <a:gd name="connsiteY2-340" fmla="*/ 59952 h 599179"/>
              <a:gd name="connsiteX3-341" fmla="*/ 275967 w 295275"/>
              <a:gd name="connsiteY3-342" fmla="*/ 66705 h 599179"/>
              <a:gd name="connsiteX4-343" fmla="*/ 152376 w 295275"/>
              <a:gd name="connsiteY4-344" fmla="*/ 303904 h 599179"/>
              <a:gd name="connsiteX5-345" fmla="*/ 295275 w 295275"/>
              <a:gd name="connsiteY5-346" fmla="*/ 303904 h 599179"/>
              <a:gd name="connsiteX6-347" fmla="*/ 295275 w 295275"/>
              <a:gd name="connsiteY6-348" fmla="*/ 599179 h 599179"/>
              <a:gd name="connsiteX7-349" fmla="*/ 0 w 295275"/>
              <a:gd name="connsiteY7-350" fmla="*/ 599179 h 599179"/>
              <a:gd name="connsiteX8-351" fmla="*/ 0 w 295275"/>
              <a:gd name="connsiteY8-352" fmla="*/ 303904 h 599179"/>
              <a:gd name="connsiteX9-353" fmla="*/ 207995 w 295275"/>
              <a:gd name="connsiteY9-354" fmla="*/ 0 h 599179"/>
              <a:gd name="connsiteX0-355" fmla="*/ 207995 w 295275"/>
              <a:gd name="connsiteY0-356" fmla="*/ 0 h 599179"/>
              <a:gd name="connsiteX1-357" fmla="*/ 218480 w 295275"/>
              <a:gd name="connsiteY1-358" fmla="*/ 17025 h 599179"/>
              <a:gd name="connsiteX2-359" fmla="*/ 263922 w 295275"/>
              <a:gd name="connsiteY2-360" fmla="*/ 59952 h 599179"/>
              <a:gd name="connsiteX3-361" fmla="*/ 275967 w 295275"/>
              <a:gd name="connsiteY3-362" fmla="*/ 66705 h 599179"/>
              <a:gd name="connsiteX4-363" fmla="*/ 152376 w 295275"/>
              <a:gd name="connsiteY4-364" fmla="*/ 303904 h 599179"/>
              <a:gd name="connsiteX5-365" fmla="*/ 295275 w 295275"/>
              <a:gd name="connsiteY5-366" fmla="*/ 303904 h 599179"/>
              <a:gd name="connsiteX6-367" fmla="*/ 295275 w 295275"/>
              <a:gd name="connsiteY6-368" fmla="*/ 599179 h 599179"/>
              <a:gd name="connsiteX7-369" fmla="*/ 0 w 295275"/>
              <a:gd name="connsiteY7-370" fmla="*/ 599179 h 599179"/>
              <a:gd name="connsiteX8-371" fmla="*/ 0 w 295275"/>
              <a:gd name="connsiteY8-372" fmla="*/ 303904 h 599179"/>
              <a:gd name="connsiteX9-373" fmla="*/ 207995 w 295275"/>
              <a:gd name="connsiteY9-374" fmla="*/ 0 h 599179"/>
              <a:gd name="connsiteX0-375" fmla="*/ 207995 w 295275"/>
              <a:gd name="connsiteY0-376" fmla="*/ 0 h 599179"/>
              <a:gd name="connsiteX1-377" fmla="*/ 218480 w 295275"/>
              <a:gd name="connsiteY1-378" fmla="*/ 17025 h 599179"/>
              <a:gd name="connsiteX2-379" fmla="*/ 263922 w 295275"/>
              <a:gd name="connsiteY2-380" fmla="*/ 59952 h 599179"/>
              <a:gd name="connsiteX3-381" fmla="*/ 275967 w 295275"/>
              <a:gd name="connsiteY3-382" fmla="*/ 66705 h 599179"/>
              <a:gd name="connsiteX4-383" fmla="*/ 152376 w 295275"/>
              <a:gd name="connsiteY4-384" fmla="*/ 303904 h 599179"/>
              <a:gd name="connsiteX5-385" fmla="*/ 295275 w 295275"/>
              <a:gd name="connsiteY5-386" fmla="*/ 303904 h 599179"/>
              <a:gd name="connsiteX6-387" fmla="*/ 295275 w 295275"/>
              <a:gd name="connsiteY6-388" fmla="*/ 599179 h 599179"/>
              <a:gd name="connsiteX7-389" fmla="*/ 0 w 295275"/>
              <a:gd name="connsiteY7-390" fmla="*/ 599179 h 599179"/>
              <a:gd name="connsiteX8-391" fmla="*/ 0 w 295275"/>
              <a:gd name="connsiteY8-392" fmla="*/ 303904 h 599179"/>
              <a:gd name="connsiteX9-393" fmla="*/ 207995 w 295275"/>
              <a:gd name="connsiteY9-394" fmla="*/ 0 h 599179"/>
              <a:gd name="connsiteX0-395" fmla="*/ 207995 w 295275"/>
              <a:gd name="connsiteY0-396" fmla="*/ 0 h 599179"/>
              <a:gd name="connsiteX1-397" fmla="*/ 218480 w 295275"/>
              <a:gd name="connsiteY1-398" fmla="*/ 17025 h 599179"/>
              <a:gd name="connsiteX2-399" fmla="*/ 263922 w 295275"/>
              <a:gd name="connsiteY2-400" fmla="*/ 59952 h 599179"/>
              <a:gd name="connsiteX3-401" fmla="*/ 275967 w 295275"/>
              <a:gd name="connsiteY3-402" fmla="*/ 66705 h 599179"/>
              <a:gd name="connsiteX4-403" fmla="*/ 152376 w 295275"/>
              <a:gd name="connsiteY4-404" fmla="*/ 303904 h 599179"/>
              <a:gd name="connsiteX5-405" fmla="*/ 295275 w 295275"/>
              <a:gd name="connsiteY5-406" fmla="*/ 303904 h 599179"/>
              <a:gd name="connsiteX6-407" fmla="*/ 295275 w 295275"/>
              <a:gd name="connsiteY6-408" fmla="*/ 599179 h 599179"/>
              <a:gd name="connsiteX7-409" fmla="*/ 0 w 295275"/>
              <a:gd name="connsiteY7-410" fmla="*/ 599179 h 599179"/>
              <a:gd name="connsiteX8-411" fmla="*/ 0 w 295275"/>
              <a:gd name="connsiteY8-412" fmla="*/ 303904 h 599179"/>
              <a:gd name="connsiteX9-413" fmla="*/ 207995 w 295275"/>
              <a:gd name="connsiteY9-414" fmla="*/ 0 h 599179"/>
              <a:gd name="connsiteX0-415" fmla="*/ 207995 w 295275"/>
              <a:gd name="connsiteY0-416" fmla="*/ 0 h 599179"/>
              <a:gd name="connsiteX1-417" fmla="*/ 218480 w 295275"/>
              <a:gd name="connsiteY1-418" fmla="*/ 17025 h 599179"/>
              <a:gd name="connsiteX2-419" fmla="*/ 263922 w 295275"/>
              <a:gd name="connsiteY2-420" fmla="*/ 59952 h 599179"/>
              <a:gd name="connsiteX3-421" fmla="*/ 275967 w 295275"/>
              <a:gd name="connsiteY3-422" fmla="*/ 66705 h 599179"/>
              <a:gd name="connsiteX4-423" fmla="*/ 152376 w 295275"/>
              <a:gd name="connsiteY4-424" fmla="*/ 303904 h 599179"/>
              <a:gd name="connsiteX5-425" fmla="*/ 295275 w 295275"/>
              <a:gd name="connsiteY5-426" fmla="*/ 303904 h 599179"/>
              <a:gd name="connsiteX6-427" fmla="*/ 295275 w 295275"/>
              <a:gd name="connsiteY6-428" fmla="*/ 599179 h 599179"/>
              <a:gd name="connsiteX7-429" fmla="*/ 0 w 295275"/>
              <a:gd name="connsiteY7-430" fmla="*/ 599179 h 599179"/>
              <a:gd name="connsiteX8-431" fmla="*/ 0 w 295275"/>
              <a:gd name="connsiteY8-432" fmla="*/ 334942 h 599179"/>
              <a:gd name="connsiteX9-433" fmla="*/ 207995 w 295275"/>
              <a:gd name="connsiteY9-434" fmla="*/ 0 h 599179"/>
              <a:gd name="connsiteX0-435" fmla="*/ 207995 w 295275"/>
              <a:gd name="connsiteY0-436" fmla="*/ 0 h 599179"/>
              <a:gd name="connsiteX1-437" fmla="*/ 218480 w 295275"/>
              <a:gd name="connsiteY1-438" fmla="*/ 17025 h 599179"/>
              <a:gd name="connsiteX2-439" fmla="*/ 263922 w 295275"/>
              <a:gd name="connsiteY2-440" fmla="*/ 59952 h 599179"/>
              <a:gd name="connsiteX3-441" fmla="*/ 275967 w 295275"/>
              <a:gd name="connsiteY3-442" fmla="*/ 66705 h 599179"/>
              <a:gd name="connsiteX4-443" fmla="*/ 152376 w 295275"/>
              <a:gd name="connsiteY4-444" fmla="*/ 303904 h 599179"/>
              <a:gd name="connsiteX5-445" fmla="*/ 295275 w 295275"/>
              <a:gd name="connsiteY5-446" fmla="*/ 303904 h 599179"/>
              <a:gd name="connsiteX6-447" fmla="*/ 295275 w 295275"/>
              <a:gd name="connsiteY6-448" fmla="*/ 599179 h 599179"/>
              <a:gd name="connsiteX7-449" fmla="*/ 0 w 295275"/>
              <a:gd name="connsiteY7-450" fmla="*/ 599179 h 599179"/>
              <a:gd name="connsiteX8-451" fmla="*/ 0 w 295275"/>
              <a:gd name="connsiteY8-452" fmla="*/ 334942 h 599179"/>
              <a:gd name="connsiteX9-453" fmla="*/ 207995 w 295275"/>
              <a:gd name="connsiteY9-454" fmla="*/ 0 h 599179"/>
              <a:gd name="connsiteX0-455" fmla="*/ 207995 w 295275"/>
              <a:gd name="connsiteY0-456" fmla="*/ 0 h 599179"/>
              <a:gd name="connsiteX1-457" fmla="*/ 218480 w 295275"/>
              <a:gd name="connsiteY1-458" fmla="*/ 17025 h 599179"/>
              <a:gd name="connsiteX2-459" fmla="*/ 263922 w 295275"/>
              <a:gd name="connsiteY2-460" fmla="*/ 59952 h 599179"/>
              <a:gd name="connsiteX3-461" fmla="*/ 275967 w 295275"/>
              <a:gd name="connsiteY3-462" fmla="*/ 66705 h 599179"/>
              <a:gd name="connsiteX4-463" fmla="*/ 152376 w 295275"/>
              <a:gd name="connsiteY4-464" fmla="*/ 303904 h 599179"/>
              <a:gd name="connsiteX5-465" fmla="*/ 295275 w 295275"/>
              <a:gd name="connsiteY5-466" fmla="*/ 303904 h 599179"/>
              <a:gd name="connsiteX6-467" fmla="*/ 295275 w 295275"/>
              <a:gd name="connsiteY6-468" fmla="*/ 599179 h 599179"/>
              <a:gd name="connsiteX7-469" fmla="*/ 0 w 295275"/>
              <a:gd name="connsiteY7-470" fmla="*/ 599179 h 599179"/>
              <a:gd name="connsiteX8-471" fmla="*/ 0 w 295275"/>
              <a:gd name="connsiteY8-472" fmla="*/ 334942 h 599179"/>
              <a:gd name="connsiteX9-473" fmla="*/ 207995 w 295275"/>
              <a:gd name="connsiteY9-474" fmla="*/ 0 h 59917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1587" h="1252">
                <a:moveTo>
                  <a:pt x="481" y="0"/>
                </a:moveTo>
                <a:lnTo>
                  <a:pt x="505" y="36"/>
                </a:lnTo>
                <a:cubicBezTo>
                  <a:pt x="534" y="68"/>
                  <a:pt x="570" y="98"/>
                  <a:pt x="610" y="125"/>
                </a:cubicBezTo>
                <a:lnTo>
                  <a:pt x="638" y="139"/>
                </a:lnTo>
                <a:cubicBezTo>
                  <a:pt x="636" y="139"/>
                  <a:pt x="386" y="309"/>
                  <a:pt x="352" y="635"/>
                </a:cubicBezTo>
                <a:lnTo>
                  <a:pt x="683" y="635"/>
                </a:lnTo>
                <a:lnTo>
                  <a:pt x="683" y="1252"/>
                </a:lnTo>
                <a:lnTo>
                  <a:pt x="0" y="1252"/>
                </a:lnTo>
                <a:lnTo>
                  <a:pt x="0" y="700"/>
                </a:lnTo>
                <a:cubicBezTo>
                  <a:pt x="24" y="237"/>
                  <a:pt x="480" y="5"/>
                  <a:pt x="481" y="0"/>
                </a:cubicBezTo>
                <a:close/>
                <a:moveTo>
                  <a:pt x="1385" y="0"/>
                </a:moveTo>
                <a:lnTo>
                  <a:pt x="1409" y="36"/>
                </a:lnTo>
                <a:cubicBezTo>
                  <a:pt x="1438" y="68"/>
                  <a:pt x="1474" y="98"/>
                  <a:pt x="1514" y="125"/>
                </a:cubicBezTo>
                <a:lnTo>
                  <a:pt x="1542" y="139"/>
                </a:lnTo>
                <a:cubicBezTo>
                  <a:pt x="1540" y="139"/>
                  <a:pt x="1290" y="309"/>
                  <a:pt x="1256" y="635"/>
                </a:cubicBezTo>
                <a:lnTo>
                  <a:pt x="1587" y="635"/>
                </a:lnTo>
                <a:lnTo>
                  <a:pt x="1587" y="1252"/>
                </a:lnTo>
                <a:lnTo>
                  <a:pt x="904" y="1252"/>
                </a:lnTo>
                <a:lnTo>
                  <a:pt x="904" y="700"/>
                </a:lnTo>
                <a:cubicBezTo>
                  <a:pt x="928" y="237"/>
                  <a:pt x="1384" y="5"/>
                  <a:pt x="1385" y="0"/>
                </a:cubicBezTo>
                <a:close/>
              </a:path>
            </a:pathLst>
          </a:custGeom>
          <a:noFill/>
          <a:ln w="31750" cap="rnd">
            <a:solidFill>
              <a:schemeClr val="accent1"/>
            </a:solidFill>
            <a:roun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lt1"/>
              </a:solidFill>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8"/>
          <a:stretch>
            <a:fillRect/>
          </a:stretch>
        </p:blipFill>
        <p:spPr>
          <a:xfrm>
            <a:off x="1967865" y="1974215"/>
            <a:ext cx="8696325" cy="600075"/>
          </a:xfrm>
          <a:prstGeom prst="rect">
            <a:avLst/>
          </a:prstGeom>
        </p:spPr>
      </p:pic>
      <p:pic>
        <p:nvPicPr>
          <p:cNvPr id="14" name="图片 13"/>
          <p:cNvPicPr>
            <a:picLocks noChangeAspect="1"/>
          </p:cNvPicPr>
          <p:nvPr/>
        </p:nvPicPr>
        <p:blipFill>
          <a:blip r:embed="rId9"/>
          <a:stretch>
            <a:fillRect/>
          </a:stretch>
        </p:blipFill>
        <p:spPr>
          <a:xfrm>
            <a:off x="1906270" y="2698750"/>
            <a:ext cx="8667750" cy="1257300"/>
          </a:xfrm>
          <a:prstGeom prst="rect">
            <a:avLst/>
          </a:prstGeom>
        </p:spPr>
      </p:pic>
    </p:spTree>
    <p:custDataLst>
      <p:tags r:id="rId10"/>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4NF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pic>
        <p:nvPicPr>
          <p:cNvPr id="8" name="图片 7"/>
          <p:cNvPicPr>
            <a:picLocks noChangeAspect="1"/>
          </p:cNvPicPr>
          <p:nvPr/>
        </p:nvPicPr>
        <p:blipFill>
          <a:blip r:embed="rId5"/>
          <a:stretch>
            <a:fillRect/>
          </a:stretch>
        </p:blipFill>
        <p:spPr>
          <a:xfrm>
            <a:off x="2688590" y="152400"/>
            <a:ext cx="7127875" cy="6571615"/>
          </a:xfrm>
          <a:prstGeom prst="rect">
            <a:avLst/>
          </a:prstGeom>
        </p:spPr>
      </p:pic>
    </p:spTree>
    <p:custDataLst>
      <p:tags r:id="rId6"/>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形状 8"/>
          <p:cNvSpPr/>
          <p:nvPr userDrawn="1">
            <p:custDataLst>
              <p:tags r:id="rId1"/>
            </p:custDataLst>
          </p:nvPr>
        </p:nvSpPr>
        <p:spPr>
          <a:xfrm>
            <a:off x="9727092" y="-51"/>
            <a:ext cx="2464998" cy="2403231"/>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sp>
        <p:nvSpPr>
          <p:cNvPr id="6" name="任意形状 8"/>
          <p:cNvSpPr/>
          <p:nvPr userDrawn="1">
            <p:custDataLst>
              <p:tags r:id="rId2"/>
            </p:custDataLst>
          </p:nvPr>
        </p:nvSpPr>
        <p:spPr>
          <a:xfrm rot="10800000">
            <a:off x="0" y="5480050"/>
            <a:ext cx="1412875" cy="1377950"/>
          </a:xfrm>
          <a:custGeom>
            <a:avLst/>
            <a:gdLst>
              <a:gd name="connsiteX0" fmla="*/ 361564 w 3507050"/>
              <a:gd name="connsiteY0" fmla="*/ 0 h 3419170"/>
              <a:gd name="connsiteX1" fmla="*/ 3507050 w 3507050"/>
              <a:gd name="connsiteY1" fmla="*/ 0 h 3419170"/>
              <a:gd name="connsiteX2" fmla="*/ 3507050 w 3507050"/>
              <a:gd name="connsiteY2" fmla="*/ 3045349 h 3419170"/>
              <a:gd name="connsiteX3" fmla="*/ 3329322 w 3507050"/>
              <a:gd name="connsiteY3" fmla="*/ 3151539 h 3419170"/>
              <a:gd name="connsiteX4" fmla="*/ 2254631 w 3507050"/>
              <a:gd name="connsiteY4" fmla="*/ 3419170 h 3419170"/>
              <a:gd name="connsiteX5" fmla="*/ 0 w 3507050"/>
              <a:gd name="connsiteY5" fmla="*/ 1201750 h 3419170"/>
              <a:gd name="connsiteX6" fmla="*/ 272122 w 3507050"/>
              <a:gd name="connsiteY6" fmla="*/ 144796 h 3419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07050" h="3419170">
                <a:moveTo>
                  <a:pt x="361564" y="0"/>
                </a:moveTo>
                <a:lnTo>
                  <a:pt x="3507050" y="0"/>
                </a:lnTo>
                <a:lnTo>
                  <a:pt x="3507050" y="3045349"/>
                </a:lnTo>
                <a:lnTo>
                  <a:pt x="3329322" y="3151539"/>
                </a:lnTo>
                <a:cubicBezTo>
                  <a:pt x="3009856" y="3322220"/>
                  <a:pt x="2643756" y="3419170"/>
                  <a:pt x="2254631" y="3419170"/>
                </a:cubicBezTo>
                <a:cubicBezTo>
                  <a:pt x="1009433" y="3419170"/>
                  <a:pt x="0" y="2426397"/>
                  <a:pt x="0" y="1201750"/>
                </a:cubicBezTo>
                <a:cubicBezTo>
                  <a:pt x="0" y="819048"/>
                  <a:pt x="98578" y="458990"/>
                  <a:pt x="272122" y="144796"/>
                </a:cubicBezTo>
                <a:close/>
              </a:path>
            </a:pathLst>
          </a:custGeom>
          <a:gradFill>
            <a:gsLst>
              <a:gs pos="0">
                <a:schemeClr val="bg2">
                  <a:alpha val="10000"/>
                </a:schemeClr>
              </a:gs>
              <a:gs pos="100000">
                <a:schemeClr val="tx2">
                  <a:lumMod val="90000"/>
                  <a:alpha val="2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kumimoji="1" lang="zh-CN" altLang="en-US" dirty="0">
              <a:solidFill>
                <a:schemeClr val="lt1"/>
              </a:solidFill>
              <a:highlight>
                <a:srgbClr val="1171F1"/>
              </a:highlight>
              <a:latin typeface="微软雅黑" panose="020B0503020204020204" charset="-122"/>
              <a:ea typeface="微软雅黑" panose="020B0503020204020204" charset="-122"/>
            </a:endParaRPr>
          </a:p>
        </p:txBody>
      </p:sp>
      <p:cxnSp>
        <p:nvCxnSpPr>
          <p:cNvPr id="3" name="直接连接符 2"/>
          <p:cNvCxnSpPr/>
          <p:nvPr>
            <p:custDataLst>
              <p:tags r:id="rId3"/>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4"/>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微软雅黑" panose="020B0503020204020204" charset="-122"/>
                <a:ea typeface="微软雅黑" panose="020B0503020204020204" charset="-122"/>
                <a:sym typeface="微软雅黑" panose="020B0503020204020204" charset="-122"/>
              </a:rPr>
              <a:t>4NF</a:t>
            </a:r>
            <a:endParaRPr lang="zh-CN" dirty="0" err="1">
              <a:solidFill>
                <a:schemeClr val="dk1"/>
              </a:solidFill>
              <a:latin typeface="微软雅黑" panose="020B0503020204020204" charset="-122"/>
              <a:ea typeface="微软雅黑" panose="020B0503020204020204" charset="-122"/>
              <a:sym typeface="微软雅黑" panose="020B0503020204020204" charset="-122"/>
            </a:endParaRPr>
          </a:p>
        </p:txBody>
      </p:sp>
      <p:sp>
        <p:nvSpPr>
          <p:cNvPr id="2" name="矩形 1"/>
          <p:cNvSpPr/>
          <p:nvPr>
            <p:custDataLst>
              <p:tags r:id="rId5"/>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6"/>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7"/>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8"/>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9"/>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0"/>
            </p:custDataLst>
          </p:nvPr>
        </p:nvSpPr>
        <p:spPr>
          <a:xfrm>
            <a:off x="1892883" y="1731304"/>
            <a:ext cx="8382634" cy="4309278"/>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just"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函数依赖和多值依赖是两种最重要的数据依赖。如果只考虑函数依赖，那么属于BCNF的关系模式规范化程度己经达到最高。如果考虑多值依赖，那么属于4NF的关系模式规范化程度已经达到最高。事实上，除函数依赖和多值依赖之外，还有其他数据依赖，如连接依赖。函数依赖是多值依赖的一种特殊情况，而多值依赖实际上又是连接依赖的一种特殊情况。但连接依赖不像函数依赖和多值依赖可由语义直接导出，而是在关系的连接运算中才能够反映出来。存在连接依赖的关系模式仍可能遇到数据冗余及插入、修改、删除异常等问题。如果消除了属于4NF的关系模式中存在的连接依赖，就可以进一步达到5NF的关系模式。对于连接依赖和5NF等理论，可以参阅其他资料。</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1"/>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a:lstStyle/>
          <a:p>
            <a:r>
              <a:rPr lang="en-US" altLang="zh-CN">
                <a:solidFill>
                  <a:schemeClr val="accent1"/>
                </a:solidFill>
              </a:rPr>
              <a:t>谢谢</a:t>
            </a:r>
            <a:endParaRPr lang="en-US" altLang="zh-CN">
              <a:solidFill>
                <a:schemeClr val="accent1"/>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7"/>
  <p:tag name="KSO_WM_UNIT_LAYERLEVEL" val="1"/>
  <p:tag name="KSO_WM_TAG_VERSION" val="1.0"/>
  <p:tag name="KSO_WM_BEAUTIFY_FLAG" val="#wm#"/>
  <p:tag name="KSO_WM_UNIT_TYPE" val="y"/>
  <p:tag name="KSO_WM_UNIT_INDEX" val="7"/>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UNIT_TYPE" val="y"/>
  <p:tag name="KSO_WM_UNIT_INDEX" val="2"/>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UNIT_TYPE" val="y"/>
  <p:tag name="KSO_WM_UNIT_INDEX" val="3"/>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6"/>
  <p:tag name="KSO_WM_UNIT_LAYERLEVEL" val="1"/>
  <p:tag name="KSO_WM_TAG_VERSION" val="1.0"/>
  <p:tag name="KSO_WM_BEAUTIFY_FLAG" val="#wm#"/>
  <p:tag name="KSO_WM_UNIT_TYPE" val="y"/>
  <p:tag name="KSO_WM_UNIT_INDEX" val="6"/>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 name="KSO_WM_UNIT_BK_DARK_LIGHT" val="2"/>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8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9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10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6915"/>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8.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6915"/>
  <p:tag name="KSO_WM_TEMPLATE_MASTER_THUMB_INDEX" val="12"/>
  <p:tag name="KSO_WM_TEMPLATE_THUMBS_INDEX" val="1、4、7、8、10、11、12、13、15"/>
</p:tagLst>
</file>

<file path=ppt/tags/tag129.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130.xml><?xml version="1.0" encoding="utf-8"?>
<p:tagLst xmlns:p="http://schemas.openxmlformats.org/presentationml/2006/main">
  <p:tag name="KSO_WM_UNIT_NOCLEAR" val="0"/>
  <p:tag name="KSO_WM_UNIT_VALUE" val="10"/>
  <p:tag name="KSO_WM_UNIT_HIGHLIGHT" val="0"/>
  <p:tag name="KSO_WM_UNIT_COMPATIBLE" val="0"/>
  <p:tag name="KSO_WM_UNIT_DIAGRAM_ISNUMVISUAL" val="0"/>
  <p:tag name="KSO_WM_UNIT_DIAGRAM_ISREFERUNIT" val="0"/>
  <p:tag name="KSO_WM_UNIT_TYPE" val="f"/>
  <p:tag name="KSO_WM_UNIT_INDEX" val="1"/>
  <p:tag name="KSO_WM_UNIT_ID" val="custom20206915_1*f*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PRESET_TEXT" val="演讲者："/>
  <p:tag name="KSO_WM_UNIT_SUBTYPE" val="b"/>
  <p:tag name="KSO_WM_UNIT_TEXT_FILL_FORE_SCHEMECOLOR_INDEX_BRIGHTNESS" val="0"/>
  <p:tag name="KSO_WM_UNIT_TEXT_FILL_FORE_SCHEMECOLOR_INDEX" val="5"/>
  <p:tag name="KSO_WM_UNIT_TEXT_FILL_TYPE" val="1"/>
</p:tagLst>
</file>

<file path=ppt/tags/tag131.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3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4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5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5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5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5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5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6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6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7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17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7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8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20},&quot;minSize&quot;:{&quot;size1&quot;:11.2},&quot;normalSize&quot;:{&quot;size1&quot;:11.2},&quot;subLayout&quot;:[{&quot;id&quot;:&quot;2023-06-23T11:30:12&quot;,&quot;margin&quot;:{&quot;bottom&quot;:0.025999998673796654,&quot;left&quot;:1.2699999809265137,&quot;right&quot;:1.2699999809265137,&quot;top&quot;:0.4230000376701355},&quot;type&quot;:0},{&quot;id&quot;:&quot;2023-06-23T11:30:1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9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31.1},&quot;minSize&quot;:{&quot;size1&quot;:17.8},&quot;normalSize&quot;:{&quot;size1&quot;:17.8},&quot;subLayout&quot;:[{&quot;id&quot;:&quot;2023-06-23T11:30:12&quot;,&quot;maxSize&quot;:{&quot;size1&quot;:100},&quot;minSize&quot;:{&quot;size1&quot;:61.7},&quot;normalSize&quot;:{&quot;size1&quot;:61.7},&quot;subLayout&quot;:[{&quot;id&quot;:&quot;2023-06-23T11:30:12&quot;,&quot;margin&quot;:{&quot;bottom&quot;:0,&quot;left&quot;:1.2699999809265137,&quot;right&quot;:1.2699999809265137,&quot;top&quot;:0.4230000376701355},&quot;type&quot;:0},{&quot;id&quot;:&quot;2023-06-23T11:30:12&quot;,&quot;margin&quot;:{&quot;bottom&quot;:0.025999998673796654,&quot;left&quot;:1.2699999809265137,&quot;right&quot;:1.2699999809265137,&quot;top&quot;:0.025999998673796654},&quot;type&quot;:0}],&quot;type&quot;:0},{&quot;id&quot;:&quot;2023-06-23T11:30:12&quot;,&quot;margin&quot;:{&quot;bottom&quot;:0.847000002861023,&quot;left&quot;:1.2699999809265137,&quot;right&quot;:1.2699999809265137,&quot;top&quot;:1.2699999809265137},&quot;type&quot;:0}],&quot;type&quot;:0}"/>
  <p:tag name="KSO_WM_SLIDE_BACKGROUND_TYPE" val="general"/>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31.1},&quot;minSize&quot;:{&quot;size1&quot;:17.8},&quot;normalSize&quot;:{&quot;size1&quot;:17.8},&quot;subLayout&quot;:[{&quot;id&quot;:&quot;2023-06-23T11:30:12&quot;,&quot;maxSize&quot;:{&quot;size1&quot;:100},&quot;minSize&quot;:{&quot;size1&quot;:61.7},&quot;normalSize&quot;:{&quot;size1&quot;:61.7},&quot;subLayout&quot;:[{&quot;id&quot;:&quot;2023-06-23T11:30:12&quot;,&quot;margin&quot;:{&quot;bottom&quot;:0,&quot;left&quot;:1.2699999809265137,&quot;right&quot;:1.2699999809265137,&quot;top&quot;:0.4230000376701355},&quot;type&quot;:0},{&quot;id&quot;:&quot;2023-06-23T11:30:12&quot;,&quot;margin&quot;:{&quot;bottom&quot;:0.025999998673796654,&quot;left&quot;:1.2699999809265137,&quot;right&quot;:1.2699999809265137,&quot;top&quot;:0.025999998673796654},&quot;type&quot;:0}],&quot;type&quot;:0},{&quot;id&quot;:&quot;2023-06-23T11:30:12&quot;,&quot;margin&quot;:{&quot;bottom&quot;:0.847000002861023,&quot;left&quot;:1.2699999809265137,&quot;right&quot;:1.2699999809265137,&quot;top&quot;:1.2699999809265137},&quot;type&quot;:0}],&quot;type&quot;:0}"/>
  <p:tag name="KSO_WM_SLIDE_BACKGROUND_TYPE" val="general"/>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0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4.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2&quot;,&quot;maxSize&quot;:{&quot;size1&quot;:31.1},&quot;minSize&quot;:{&quot;size1&quot;:17.8},&quot;normalSize&quot;:{&quot;size1&quot;:17.8},&quot;subLayout&quot;:[{&quot;id&quot;:&quot;2023-06-23T11:30:12&quot;,&quot;maxSize&quot;:{&quot;size1&quot;:100},&quot;minSize&quot;:{&quot;size1&quot;:61.7},&quot;normalSize&quot;:{&quot;size1&quot;:61.7},&quot;subLayout&quot;:[{&quot;id&quot;:&quot;2023-06-23T11:30:12&quot;,&quot;margin&quot;:{&quot;bottom&quot;:0,&quot;left&quot;:1.2699999809265137,&quot;right&quot;:1.2699999809265137,&quot;top&quot;:0.4230000376701355},&quot;type&quot;:0},{&quot;id&quot;:&quot;2023-06-23T11:30:12&quot;,&quot;margin&quot;:{&quot;bottom&quot;:0.025999998673796654,&quot;left&quot;:1.2699999809265137,&quot;right&quot;:1.2699999809265137,&quot;top&quot;:0.025999998673796654},&quot;type&quot;:0}],&quot;type&quot;:0},{&quot;id&quot;:&quot;2023-06-23T11:30:12&quot;,&quot;margin&quot;:{&quot;bottom&quot;:0.847000002861023,&quot;left&quot;:1.2699999809265137,&quot;right&quot;:1.2699999809265137,&quot;top&quot;:1.2699999809265137},&quot;type&quot;:0}],&quot;type&quot;:0}"/>
  <p:tag name="KSO_WM_SLIDE_BACKGROUND_TYPE" val="general"/>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1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1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1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1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2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2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6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6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6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7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7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20},&quot;minSize&quot;:{&quot;size1&quot;:11.2},&quot;normalSize&quot;:{&quot;size1&quot;:11.2},&quot;subLayout&quot;:[{&quot;id&quot;:&quot;2023-06-23T11:30:13&quot;,&quot;margin&quot;:{&quot;bottom&quot;:0.025999998673796654,&quot;left&quot;:1.2699999809265137,&quot;right&quot;:1.2699999809265137,&quot;top&quot;:0.4230000376701355},&quot;type&quot;:0},{&quot;id&quot;:&quot;2023-06-23T11:30:1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2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2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2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2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2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Lst>
</file>

<file path=ppt/tags/tag296.xml><?xml version="1.0" encoding="utf-8"?>
<p:tagLst xmlns:p="http://schemas.openxmlformats.org/presentationml/2006/main">
  <p:tag name="KSO_WM_BEAUTIFY_FLAG" val="#wm#"/>
  <p:tag name="KSO_WM_TEMPLATE_CATEGORY" val="diagram"/>
  <p:tag name="KSO_WM_TEMPLATE_INDEX" val="20220058"/>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09.xml><?xml version="1.0" encoding="utf-8"?>
<p:tagLst xmlns:p="http://schemas.openxmlformats.org/presentationml/2006/main">
  <p:tag name="KSO_WM_UNIT_VALUE" val="381*761"/>
  <p:tag name="KSO_WM_UNIT_HIGHLIGHT" val="0"/>
  <p:tag name="KSO_WM_UNIT_COMPATIBLE" val="0"/>
  <p:tag name="KSO_WM_UNIT_DIAGRAM_ISNUMVISUAL" val="0"/>
  <p:tag name="KSO_WM_UNIT_DIAGRAM_ISREFERUNIT" val="0"/>
  <p:tag name="KSO_WM_UNIT_TYPE" val="d"/>
  <p:tag name="KSO_WM_UNIT_INDEX" val="1"/>
  <p:tag name="KSO_WM_UNIT_ID" val="diagram20212076_1*d*1"/>
  <p:tag name="KSO_WM_TEMPLATE_CATEGORY" val="diagram"/>
  <p:tag name="KSO_WM_TEMPLATE_INDEX" val="20212076"/>
  <p:tag name="KSO_WM_UNIT_LAYERLEVEL" val="1"/>
  <p:tag name="KSO_WM_TAG_VERSION" val="1.0"/>
  <p:tag name="KSO_WM_BEAUTIFY_FLAG" val="#wm#"/>
  <p:tag name="KSO_WM_CHIP_GROUPID" val="5e7310da9a230a26b9e88a19"/>
  <p:tag name="KSO_WM_CHIP_XID" val="5e7310da9a230a26b9e88a1a"/>
  <p:tag name="KSO_WM_UNIT_DEC_AREA_ID" val="e0977ddcfab942c1a8f957812c87e95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m&quot;,&quot;fill_mode&quot;:&quot;full&quot;,&quot;sacle_strategy&quot;:&quot;smart&quot;}"/>
  <p:tag name="KSO_WM_ASSEMBLE_CHIP_INDEX" val="35fd9b56673148af8bc0933fa5977402"/>
  <p:tag name="KSO_WM_UNIT_PLACING_PICTURE" val="35fd9b56673148af8bc0933fa5977402"/>
  <p:tag name="KSO_WM_UNIT_SUPPORT_UNIT_TYPE" val="[&quot;d&quot;,&quot;α&quot;,&quot;β&quot;]"/>
  <p:tag name="KSO_WM_TEMPLATE_ASSEMBLE_XID" val="639af9840c9383becde695b2"/>
  <p:tag name="KSO_WM_TEMPLATE_ASSEMBLE_GROUPID" val="639af9840c9383becde695b2"/>
  <p:tag name="WM_BEAUTIFY_ZORDER_FLAG_TAG" val="5"/>
</p:tagLst>
</file>

<file path=ppt/tags/tag31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地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076_1*f*1"/>
  <p:tag name="KSO_WM_TEMPLATE_CATEGORY" val="diagram"/>
  <p:tag name="KSO_WM_TEMPLATE_INDEX" val="20212076"/>
  <p:tag name="KSO_WM_UNIT_LAYERLEVEL" val="1"/>
  <p:tag name="KSO_WM_TAG_VERSION" val="1.0"/>
  <p:tag name="KSO_WM_BEAUTIFY_FLAG" val="#wm#"/>
  <p:tag name="KSO_WM_UNIT_DEFAULT_FONT" val="14;20;2"/>
  <p:tag name="KSO_WM_UNIT_BLOCK" val="0"/>
  <p:tag name="KSO_WM_UNIT_VALUE" val="240"/>
  <p:tag name="KSO_WM_UNIT_SHOW_EDIT_AREA_INDICATION" val="1"/>
  <p:tag name="KSO_WM_CHIP_GROUPID" val="5e6b05596848fb12bee65ac8"/>
  <p:tag name="KSO_WM_CHIP_XID" val="5e6b05596848fb12bee65aca"/>
  <p:tag name="KSO_WM_UNIT_DEC_AREA_ID" val="a44939a9ecde49c2b7ceab239baddf97"/>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409b27c58b4941cea1b3fa7cc03b0257"/>
  <p:tag name="KSO_WM_UNIT_SUPPORT_UNIT_TYPE" val="[&quot;d&quot;,&quot;l&quot;,&quot;m&quot;,&quot;n&quot;,&quot;o&quot;,&quot;p&quot;,&quot;q&quot;,&quot;r&quot;,&quot;δ&quot;,&quot;ε&quot;,&quot;ζ&quot;,&quot;η&quot;,&quot;β&quot;,&quot;α&quot;,&quot;θ&quot;]"/>
  <p:tag name="KSO_WM_UNIT_TEXT_FILL_FORE_SCHEMECOLOR_INDEX_BRIGHTNESS" val="0.25"/>
  <p:tag name="KSO_WM_UNIT_TEXT_FILL_FORE_SCHEMECOLOR_INDEX" val="13"/>
  <p:tag name="KSO_WM_UNIT_TEXT_FILL_TYPE" val="1"/>
  <p:tag name="KSO_WM_TEMPLATE_ASSEMBLE_XID" val="639af9840c9383becde695b2"/>
  <p:tag name="KSO_WM_TEMPLATE_ASSEMBLE_GROUPID" val="639af9840c9383becde695b2"/>
  <p:tag name="WM_BEAUTIFY_ZORDER_FLAG_TAG" val="6"/>
</p:tagLst>
</file>

<file path=ppt/tags/tag31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3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1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645_1*f*1"/>
  <p:tag name="KSO_WM_TEMPLATE_CATEGORY" val="diagram"/>
  <p:tag name="KSO_WM_TEMPLATE_INDEX" val="20212645"/>
  <p:tag name="KSO_WM_UNIT_LAYERLEVEL" val="1"/>
  <p:tag name="KSO_WM_TAG_VERSION" val="1.0"/>
  <p:tag name="KSO_WM_BEAUTIFY_FLAG" val="#wm#"/>
  <p:tag name="KSO_WM_UNIT_DEFAULT_FONT" val="14;20;2"/>
  <p:tag name="KSO_WM_UNIT_BLOCK" val="0"/>
  <p:tag name="KSO_WM_UNIT_VALUE" val="64"/>
  <p:tag name="KSO_WM_UNIT_SHOW_EDIT_AREA_INDICATION" val="1"/>
  <p:tag name="KSO_WM_CHIP_GROUPID" val="5e6b05596848fb12bee65ac8"/>
  <p:tag name="KSO_WM_CHIP_XID" val="5e6b05596848fb12bee65aca"/>
  <p:tag name="KSO_WM_UNIT_DEC_AREA_ID" val="b6b39df81e38446da897721cdd2a329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a1b8d362b8974d5aa0e99571d01defee"/>
  <p:tag name="KSO_WM_UNIT_TEXT_FILL_FORE_SCHEMECOLOR_INDEX_BRIGHTNESS" val="0.25"/>
  <p:tag name="KSO_WM_UNIT_TEXT_FILL_FORE_SCHEMECOLOR_INDEX" val="13"/>
  <p:tag name="KSO_WM_UNIT_TEXT_FILL_TYPE" val="1"/>
  <p:tag name="KSO_WM_TEMPLATE_ASSEMBLE_XID" val="60656f514054ed1e2fb807b2"/>
  <p:tag name="KSO_WM_TEMPLATE_ASSEMBLE_GROUPID" val="60656f514054ed1e2fb807b2"/>
  <p:tag name="WM_BEAUTIFY_ZORDER_FLAG_TAG" val="5"/>
</p:tagLst>
</file>

<file path=ppt/tags/tag3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24.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0867_1*i*2"/>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UNIT_DEC_AREA_ID" val="ddb123fe61164ca0a1ed938374ad4324"/>
  <p:tag name="KSO_WM_CHIP_GROUPID" val="5e757c8069be4861f5f86138"/>
  <p:tag name="KSO_WM_CHIP_XID" val="5e757c8069be4861f5f8613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5"/>
  <p:tag name="KSO_WM_TEMPLATE_ASSEMBLE_XID" val="60656e9d4054ed1e2fb7fca7"/>
  <p:tag name="KSO_WM_TEMPLATE_ASSEMBLE_GROUPID" val="60656e9d4054ed1e2fb7fca7"/>
  <p:tag name="WM_BEAUTIFY_ZORDER_FLAG_TAG" val="5"/>
</p:tagLst>
</file>

<file path=ppt/tags/tag32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3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31.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0867_1*i*1"/>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997a05cba27c4cb1a34d85dbbaa51057"/>
  <p:tag name="KSO_WM_CHIP_GROUPID" val="5e757c8069be4861f5f86138"/>
  <p:tag name="KSO_WM_CHIP_XID" val="5e757c8069be4861f5f86139"/>
  <p:tag name="KSO_WM_UNIT_FILL_FORE_SCHEMECOLOR_INDEX_BRIGHTNESS" val="0.8"/>
  <p:tag name="KSO_WM_UNIT_FILL_FORE_SCHEMECOLOR_INDEX" val="5"/>
  <p:tag name="KSO_WM_UNIT_FILL_BACK_SCHEMECOLOR_INDEX_BRIGHTNESS" val="0"/>
  <p:tag name="KSO_WM_UNIT_FILL_BACK_SCHEMECOLOR_INDEX" val="14"/>
  <p:tag name="KSO_WM_UNIT_FILL_TYPE" val="2"/>
  <p:tag name="KSO_WM_UNIT_TEXT_FILL_FORE_SCHEMECOLOR_INDEX_BRIGHTNESS" val="0"/>
  <p:tag name="KSO_WM_UNIT_TEXT_FILL_FORE_SCHEMECOLOR_INDEX" val="2"/>
  <p:tag name="KSO_WM_UNIT_TEXT_FILL_TYPE" val="1"/>
  <p:tag name="KSO_WM_UNIT_VALUE" val="768"/>
  <p:tag name="KSO_WM_TEMPLATE_ASSEMBLE_XID" val="60656e9d4054ed1e2fb7fca7"/>
  <p:tag name="KSO_WM_TEMPLATE_ASSEMBLE_GROUPID" val="60656e9d4054ed1e2fb7fca7"/>
  <p:tag name="WM_BEAUTIFY_ZORDER_FLAG_TAG" val="4"/>
</p:tagLst>
</file>

<file path=ppt/tags/tag33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0867_1*i*2"/>
  <p:tag name="KSO_WM_TEMPLATE_CATEGORY" val="diagram"/>
  <p:tag name="KSO_WM_TEMPLATE_INDEX" val="20210867"/>
  <p:tag name="KSO_WM_UNIT_LAYERLEVEL" val="1"/>
  <p:tag name="KSO_WM_TAG_VERSION" val="1.0"/>
  <p:tag name="KSO_WM_BEAUTIFY_FLAG" val="#wm#"/>
  <p:tag name="KSO_WM_UNIT_BLOCK" val="0"/>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UNIT_DEC_AREA_ID" val="ddb123fe61164ca0a1ed938374ad4324"/>
  <p:tag name="KSO_WM_CHIP_GROUPID" val="5e757c8069be4861f5f86138"/>
  <p:tag name="KSO_WM_CHIP_XID" val="5e757c8069be4861f5f86139"/>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5"/>
  <p:tag name="KSO_WM_TEMPLATE_ASSEMBLE_XID" val="60656e9d4054ed1e2fb7fca7"/>
  <p:tag name="KSO_WM_TEMPLATE_ASSEMBLE_GROUPID" val="60656e9d4054ed1e2fb7fca7"/>
  <p:tag name="WM_BEAUTIFY_ZORDER_FLAG_TAG" val="5"/>
</p:tagLst>
</file>

<file path=ppt/tags/tag333.xml><?xml version="1.0" encoding="utf-8"?>
<p:tagLst xmlns:p="http://schemas.openxmlformats.org/presentationml/2006/main">
  <p:tag name="KSO_WM_UNIT_TEXT_SUBTYPE" val="a"/>
  <p:tag name="KSO_WM_UNIT_SUBTYPE" val="a"/>
  <p:tag name="KSO_WM_UNIT_PRESET_TEXT" val="单击此处添加正文。"/>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0867_1*f*1"/>
  <p:tag name="KSO_WM_TEMPLATE_CATEGORY" val="diagram"/>
  <p:tag name="KSO_WM_TEMPLATE_INDEX" val="20210867"/>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9fa31440948445928d960726c317c46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18b942e664842409cbdea36c639aa76"/>
  <p:tag name="KSO_WM_UNIT_TEXT_FILL_FORE_SCHEMECOLOR_INDEX_BRIGHTNESS" val="0.25"/>
  <p:tag name="KSO_WM_UNIT_TEXT_FILL_FORE_SCHEMECOLOR_INDEX" val="13"/>
  <p:tag name="KSO_WM_UNIT_TEXT_FILL_TYPE" val="1"/>
  <p:tag name="KSO_WM_TEMPLATE_ASSEMBLE_XID" val="60656e9d4054ed1e2fb7fca7"/>
  <p:tag name="KSO_WM_TEMPLATE_ASSEMBLE_GROUPID" val="60656e9d4054ed1e2fb7fca7"/>
  <p:tag name="WM_BEAUTIFY_ZORDER_FLAG_TAG" val="6"/>
</p:tagLst>
</file>

<file path=ppt/tags/tag334.xml><?xml version="1.0" encoding="utf-8"?>
<p:tagLst xmlns:p="http://schemas.openxmlformats.org/presentationml/2006/main">
  <p:tag name="KSO_WM_UNIT_VALUE" val="1058*1438"/>
  <p:tag name="KSO_WM_UNIT_HIGHLIGHT" val="0"/>
  <p:tag name="KSO_WM_UNIT_COMPATIBLE" val="1"/>
  <p:tag name="KSO_WM_UNIT_DIAGRAM_ISNUMVISUAL" val="0"/>
  <p:tag name="KSO_WM_UNIT_DIAGRAM_ISREFERUNIT" val="0"/>
  <p:tag name="KSO_WM_UNIT_TYPE" val="d"/>
  <p:tag name="KSO_WM_UNIT_INDEX" val="1"/>
  <p:tag name="KSO_WM_UNIT_ID" val="diagram20210867_1*d*1"/>
  <p:tag name="KSO_WM_TEMPLATE_CATEGORY" val="diagram"/>
  <p:tag name="KSO_WM_TEMPLATE_INDEX" val="20210867"/>
  <p:tag name="KSO_WM_UNIT_LAYERLEVEL" val="1"/>
  <p:tag name="KSO_WM_TAG_VERSION" val="1.0"/>
  <p:tag name="KSO_WM_BEAUTIFY_FLAG" val="#wm#"/>
  <p:tag name="KSO_WM_CHIP_GROUPID" val="5e7310da9a230a26b9e88a19"/>
  <p:tag name="KSO_WM_CHIP_XID" val="5e7310da9a230a26b9e88a1a"/>
  <p:tag name="KSO_WM_UNIT_DEC_AREA_ID" val="b2c25fc2b3a045b58003e91268a42b5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d7587c8e00cf43cca0bf412352a280f8"/>
  <p:tag name="KSO_WM_UNIT_PLACING_PICTURE" val="d7587c8e00cf43cca0bf412352a280f8"/>
  <p:tag name="KSO_WM_UNIT_SUPPORT_UNIT_TYPE" val="[&quot;d&quot;,&quot;θ&quot;]"/>
  <p:tag name="KSO_WM_TEMPLATE_ASSEMBLE_XID" val="60656e9d4054ed1e2fb7fca7"/>
  <p:tag name="KSO_WM_TEMPLATE_ASSEMBLE_GROUPID" val="60656e9d4054ed1e2fb7fca7"/>
  <p:tag name="WM_BEAUTIFY_ZORDER_FLAG_TAG" val="7"/>
</p:tagLst>
</file>

<file path=ppt/tags/tag33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3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41.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4"/>
</p:tagLst>
</file>

<file path=ppt/tags/tag342.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343.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6"/>
</p:tagLst>
</file>

<file path=ppt/tags/tag34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51_1*f*1"/>
  <p:tag name="KSO_WM_TEMPLATE_CATEGORY" val="diagram"/>
  <p:tag name="KSO_WM_TEMPLATE_INDEX" val="20211051"/>
  <p:tag name="KSO_WM_UNIT_LAYERLEVEL" val="1"/>
  <p:tag name="KSO_WM_TAG_VERSION" val="1.0"/>
  <p:tag name="KSO_WM_BEAUTIFY_FLAG" val="#wm#"/>
  <p:tag name="KSO_WM_UNIT_DEFAULT_FONT" val="14;20;2"/>
  <p:tag name="KSO_WM_UNIT_BLOCK" val="0"/>
  <p:tag name="KSO_WM_UNIT_VALUE" val="56"/>
  <p:tag name="KSO_WM_UNIT_SHOW_EDIT_AREA_INDICATION" val="1"/>
  <p:tag name="KSO_WM_CHIP_GROUPID" val="5e6b05596848fb12bee65ac8"/>
  <p:tag name="KSO_WM_CHIP_XID" val="5e6b05596848fb12bee65aca"/>
  <p:tag name="KSO_WM_UNIT_DEC_AREA_ID" val="fa23e79076be41119ad642c4cda491b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80ce386d980456f8564befea39e3cb3"/>
  <p:tag name="KSO_WM_UNIT_TEXT_FILL_FORE_SCHEMECOLOR_INDEX_BRIGHTNESS" val="0.25"/>
  <p:tag name="KSO_WM_UNIT_TEXT_FILL_FORE_SCHEMECOLOR_INDEX" val="13"/>
  <p:tag name="KSO_WM_UNIT_TEXT_FILL_TYPE" val="1"/>
  <p:tag name="KSO_WM_TEMPLATE_ASSEMBLE_XID" val="60656ea44054ed1e2fb7fce2"/>
  <p:tag name="KSO_WM_TEMPLATE_ASSEMBLE_GROUPID" val="60656ea44054ed1e2fb7fce2"/>
  <p:tag name="WM_BEAUTIFY_ZORDER_FLAG_TAG" val="7"/>
</p:tagLst>
</file>

<file path=ppt/tags/tag34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3&quot;,&quot;maxSize&quot;:{&quot;size1&quot;:31.1},&quot;minSize&quot;:{&quot;size1&quot;:17.8},&quot;normalSize&quot;:{&quot;size1&quot;:17.8},&quot;subLayout&quot;:[{&quot;id&quot;:&quot;2023-06-23T11:30:13&quot;,&quot;maxSize&quot;:{&quot;size1&quot;:100},&quot;minSize&quot;:{&quot;size1&quot;:61.7},&quot;normalSize&quot;:{&quot;size1&quot;:61.7},&quot;subLayout&quot;:[{&quot;id&quot;:&quot;2023-06-23T11:30:13&quot;,&quot;margin&quot;:{&quot;bottom&quot;:0,&quot;left&quot;:1.2699999809265137,&quot;right&quot;:1.2699999809265137,&quot;top&quot;:0.4230000376701355},&quot;type&quot;:0},{&quot;id&quot;:&quot;2023-06-23T11:30:13&quot;,&quot;margin&quot;:{&quot;bottom&quot;:0.025999998673796654,&quot;left&quot;:1.2699999809265137,&quot;right&quot;:1.2699999809265137,&quot;top&quot;:0.025999998673796654},&quot;type&quot;:0}],&quot;type&quot;:0},{&quot;id&quot;:&quot;2023-06-23T11:30:13&quot;,&quot;margin&quot;:{&quot;bottom&quot;:0.847000002861023,&quot;left&quot;:1.2699999809265137,&quot;right&quot;:1.2699999809265137,&quot;top&quot;:1.2699999809265137},&quot;type&quot;:0}],&quot;type&quot;:0}"/>
  <p:tag name="KSO_WM_SLIDE_BACKGROUND_TYPE" val="general"/>
</p:tagLst>
</file>

<file path=ppt/tags/tag3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969_1*f*1"/>
  <p:tag name="KSO_WM_TEMPLATE_CATEGORY" val="diagram"/>
  <p:tag name="KSO_WM_TEMPLATE_INDEX" val="20212969"/>
  <p:tag name="KSO_WM_UNIT_LAYERLEVEL" val="1"/>
  <p:tag name="KSO_WM_TAG_VERSION" val="1.0"/>
  <p:tag name="KSO_WM_BEAUTIFY_FLAG" val="#wm#"/>
  <p:tag name="KSO_WM_UNIT_DEFAULT_FONT" val="14;20;2"/>
  <p:tag name="KSO_WM_UNIT_BLOCK" val="0"/>
  <p:tag name="KSO_WM_UNIT_VALUE" val="130"/>
  <p:tag name="KSO_WM_UNIT_SHOW_EDIT_AREA_INDICATION" val="1"/>
  <p:tag name="KSO_WM_CHIP_GROUPID" val="5e6b05596848fb12bee65ac8"/>
  <p:tag name="KSO_WM_CHIP_XID" val="5e6b05596848fb12bee65aca"/>
  <p:tag name="KSO_WM_UNIT_DEC_AREA_ID" val="5188a8fefcbf4cf69b621b178e80c34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d60c5adc76f74d6b93bb1a8733754095"/>
  <p:tag name="KSO_WM_UNIT_TEXT_FILL_FORE_SCHEMECOLOR_INDEX_BRIGHTNESS" val="0.25"/>
  <p:tag name="KSO_WM_UNIT_TEXT_FILL_FORE_SCHEMECOLOR_INDEX" val="13"/>
  <p:tag name="KSO_WM_UNIT_TEXT_FILL_TYPE" val="1"/>
  <p:tag name="KSO_WM_TEMPLATE_ASSEMBLE_XID" val="6130c4e0c26b0a66a1c57d00"/>
  <p:tag name="KSO_WM_TEMPLATE_ASSEMBLE_GROUPID" val="6130c4e0c26b0a66a1c57d00"/>
  <p:tag name="WM_BEAUTIFY_ZORDER_FLAG_TAG" val="6"/>
</p:tagLst>
</file>

<file path=ppt/tags/tag3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083_1*f*1"/>
  <p:tag name="KSO_WM_TEMPLATE_CATEGORY" val="diagram"/>
  <p:tag name="KSO_WM_TEMPLATE_INDEX" val="20211083"/>
  <p:tag name="KSO_WM_UNIT_LAYERLEVEL" val="1"/>
  <p:tag name="KSO_WM_TAG_VERSION" val="1.0"/>
  <p:tag name="KSO_WM_BEAUTIFY_FLAG" val="#wm#"/>
  <p:tag name="KSO_WM_UNIT_DEFAULT_FONT" val="14;20;2"/>
  <p:tag name="KSO_WM_UNIT_BLOCK" val="0"/>
  <p:tag name="KSO_WM_UNIT_VALUE" val="300"/>
  <p:tag name="KSO_WM_UNIT_SHOW_EDIT_AREA_INDICATION" val="1"/>
  <p:tag name="KSO_WM_CHIP_GROUPID" val="5e6b05596848fb12bee65ac8"/>
  <p:tag name="KSO_WM_CHIP_XID" val="5e6b05596848fb12bee65aca"/>
  <p:tag name="KSO_WM_UNIT_DEC_AREA_ID" val="70c8755b6f37472d840b2f40d7c25c1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rt&quot;,&quot;fill_mode&quot;:&quot;full&quot;,&quot;sacle_strategy&quot;:&quot;smart&quot;}"/>
  <p:tag name="KSO_WM_ASSEMBLE_CHIP_INDEX" val="078f4d704024496f9c40d775791a1fb9"/>
  <p:tag name="KSO_WM_UNIT_TEXT_FILL_FORE_SCHEMECOLOR_INDEX_BRIGHTNESS" val="0.25"/>
  <p:tag name="KSO_WM_UNIT_TEXT_FILL_FORE_SCHEMECOLOR_INDEX" val="13"/>
  <p:tag name="KSO_WM_UNIT_TEXT_FILL_TYPE" val="1"/>
  <p:tag name="KSO_WM_TEMPLATE_ASSEMBLE_XID" val="6130c4e08b5cc6c91112a57b"/>
  <p:tag name="KSO_WM_TEMPLATE_ASSEMBLE_GROUPID" val="6130c4e08b5cc6c91112a57b"/>
  <p:tag name="WM_BEAUTIFY_ZORDER_FLAG_TAG" val="5"/>
</p:tagLst>
</file>

<file path=ppt/tags/tag359.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65.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4"/>
</p:tagLst>
</file>

<file path=ppt/tags/tag36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36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6"/>
</p:tagLst>
</file>

<file path=ppt/tags/tag36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74.xml><?xml version="1.0" encoding="utf-8"?>
<p:tagLst xmlns:p="http://schemas.openxmlformats.org/presentationml/2006/main">
  <p:tag name="KSO_WM_BEAUTIFY_FLAG" val=""/>
</p:tagLst>
</file>

<file path=ppt/tags/tag37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81.xml><?xml version="1.0" encoding="utf-8"?>
<p:tagLst xmlns:p="http://schemas.openxmlformats.org/presentationml/2006/main">
  <p:tag name="KSO_WM_UNIT_VALUE" val="550*2200"/>
  <p:tag name="KSO_WM_UNIT_HIGHLIGHT" val="0"/>
  <p:tag name="KSO_WM_UNIT_COMPATIBLE" val="0"/>
  <p:tag name="KSO_WM_UNIT_DIAGRAM_ISNUMVISUAL" val="0"/>
  <p:tag name="KSO_WM_UNIT_DIAGRAM_ISREFERUNIT" val="0"/>
  <p:tag name="KSO_WM_UNIT_TYPE" val="d"/>
  <p:tag name="KSO_WM_UNIT_INDEX" val="1"/>
  <p:tag name="KSO_WM_UNIT_ID" val="diagram20211962_1*d*1"/>
  <p:tag name="KSO_WM_TEMPLATE_CATEGORY" val="diagram"/>
  <p:tag name="KSO_WM_TEMPLATE_INDEX" val="20211962"/>
  <p:tag name="KSO_WM_UNIT_LAYERLEVEL" val="1"/>
  <p:tag name="KSO_WM_TAG_VERSION" val="1.0"/>
  <p:tag name="KSO_WM_BEAUTIFY_FLAG" val="#wm#"/>
  <p:tag name="KSO_WM_CHIP_GROUPID" val="5e7310da9a230a26b9e88a19"/>
  <p:tag name="KSO_WM_CHIP_XID" val="5e7310da9a230a26b9e88a1a"/>
  <p:tag name="KSO_WM_UNIT_DEC_AREA_ID" val="44fc6e434e764fcbbdfe7f74cfd6dc5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b&quot;,&quot;fill_mode&quot;:&quot;full&quot;,&quot;sacle_strategy&quot;:&quot;smart&quot;}"/>
  <p:tag name="KSO_WM_ASSEMBLE_CHIP_INDEX" val="7b9c2d1c8d7d4e5793175106b3e48ec4"/>
  <p:tag name="KSO_WM_UNIT_PLACING_PICTURE" val="7b9c2d1c8d7d4e5793175106b3e48ec4"/>
  <p:tag name="KSO_WM_UNIT_SUPPORT_UNIT_TYPE" val="[&quot;d&quot;,&quot;α&quot;,&quot;β&quot;,&quot;θ&quot;]"/>
  <p:tag name="KSO_WM_TEMPLATE_ASSEMBLE_XID" val="60656f154054ed1e2fb8032d"/>
  <p:tag name="KSO_WM_TEMPLATE_ASSEMBLE_GROUPID" val="60656f154054ed1e2fb8032d"/>
  <p:tag name="WM_BEAUTIFY_ZORDER_FLAG_TAG" val="5"/>
  <p:tag name="KSO_WM_UNIT_PLACING_PICTURE_INFO" val="{&quot;code&quot;:&quot;&quot;,&quot;full_picture&quot;:false,&quot;scheme&quot;:&quot;&quot;,&quot;spacing&quot;:5}"/>
  <p:tag name="KSO_WM_UNIT_PLACING_PICTURE_COLLAGE_VIEWPORT" val="{&quot;height&quot;:996.3770445734726,&quot;width&quot;:8499.508661417323}"/>
</p:tagLst>
</file>

<file path=ppt/tags/tag38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62_1*f*1"/>
  <p:tag name="KSO_WM_TEMPLATE_CATEGORY" val="diagram"/>
  <p:tag name="KSO_WM_TEMPLATE_INDEX" val="20211962"/>
  <p:tag name="KSO_WM_UNIT_LAYERLEVEL" val="1"/>
  <p:tag name="KSO_WM_TAG_VERSION" val="1.0"/>
  <p:tag name="KSO_WM_BEAUTIFY_FLAG" val="#wm#"/>
  <p:tag name="KSO_WM_UNIT_DEFAULT_FONT" val="14;20;2"/>
  <p:tag name="KSO_WM_UNIT_BLOCK" val="0"/>
  <p:tag name="KSO_WM_UNIT_VALUE" val="204"/>
  <p:tag name="KSO_WM_UNIT_SHOW_EDIT_AREA_INDICATION" val="1"/>
  <p:tag name="KSO_WM_CHIP_GROUPID" val="5e6b05596848fb12bee65ac8"/>
  <p:tag name="KSO_WM_CHIP_XID" val="5e6b05596848fb12bee65aca"/>
  <p:tag name="KSO_WM_UNIT_DEC_AREA_ID" val="bddaa79ff66248e1affdcdab873b1595"/>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e539facaed7a4d6789e0a8188a94695b"/>
  <p:tag name="KSO_WM_UNIT_SUPPORT_UNIT_TYPE" val="[&quot;d&quot;,&quot;α&quot;,&quot;β&quot;,&quot;θ&quot;]"/>
  <p:tag name="KSO_WM_UNIT_TEXT_FILL_FORE_SCHEMECOLOR_INDEX_BRIGHTNESS" val="0.25"/>
  <p:tag name="KSO_WM_UNIT_TEXT_FILL_FORE_SCHEMECOLOR_INDEX" val="13"/>
  <p:tag name="KSO_WM_UNIT_TEXT_FILL_TYPE" val="1"/>
  <p:tag name="KSO_WM_TEMPLATE_ASSEMBLE_XID" val="60656f154054ed1e2fb8032d"/>
  <p:tag name="KSO_WM_TEMPLATE_ASSEMBLE_GROUPID" val="60656f154054ed1e2fb8032d"/>
  <p:tag name="WM_BEAUTIFY_ZORDER_FLAG_TAG" val="6"/>
</p:tagLst>
</file>

<file path=ppt/tags/tag38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8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39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39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9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3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3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0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40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20},&quot;minSize&quot;:{&quot;size1&quot;:11.2},&quot;normalSize&quot;:{&quot;size1&quot;:11.2},&quot;subLayout&quot;:[{&quot;id&quot;:&quot;2023-06-23T11:30:14&quot;,&quot;margin&quot;:{&quot;bottom&quot;:0.025999998673796654,&quot;left&quot;:1.2699999809265137,&quot;right&quot;:1.2699999809265137,&quot;top&quot;:0.4230000376701355},&quot;type&quot;:0},{&quot;id&quot;:&quot;2023-06-23T11:30:1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42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2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43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2.xml><?xml version="1.0" encoding="utf-8"?>
<p:tagLst xmlns:p="http://schemas.openxmlformats.org/presentationml/2006/main">
  <p:tag name="KSO_WM_UNIT_BLOCK" val="0"/>
  <p:tag name="KSO_WM_UNIT_HIGHLIGHT" val="0"/>
  <p:tag name="KSO_WM_UNIT_COMPATIBLE" val="1"/>
  <p:tag name="KSO_WM_UNIT_DIAGRAM_ISNUMVISUAL" val="0"/>
  <p:tag name="KSO_WM_UNIT_DIAGRAM_ISREFERUNIT" val="0"/>
  <p:tag name="KSO_WM_UNIT_TYPE" val="i"/>
  <p:tag name="KSO_WM_UNIT_INDEX" val="1"/>
  <p:tag name="KSO_WM_UNIT_ID" val="diagram20210860_1*i*1"/>
  <p:tag name="KSO_WM_TEMPLATE_CATEGORY" val="diagram"/>
  <p:tag name="KSO_WM_TEMPLATE_INDEX" val="20210860"/>
  <p:tag name="KSO_WM_UNIT_LAYERLEVEL" val="1"/>
  <p:tag name="KSO_WM_TAG_VERSION" val="1.0"/>
  <p:tag name="KSO_WM_BEAUTIFY_FLAG" val="#wm#"/>
  <p:tag name="KSO_WM_UNIT_SM_LIMIT_TYPE" val="0"/>
  <p:tag name="KSO_WM_UNIT_DECORATE_INFO" val="{&quot;DecorateInfoH&quot;:{&quot;IsAbs&quot;:true},&quot;DecorateInfoW&quot;:{&quot;IsAbs&quot;:true},&quot;DecorateInfoX&quot;:{&quot;IsAbs&quot;:true,&quot;Pos&quot;:1},&quot;DecorateInfoY&quot;:{&quot;IsAbs&quot;:true,&quot;Pos&quot;:2},&quot;ReferentInfo&quot;:{&quot;Id&quot;:&quot;d3da675d28be45e3a78bba7abfbd4aa7&quot;,&quot;X&quot;:{&quot;Pos&quot;:1},&quot;Y&quot;:{&quot;Pos&quot;:2}},&quot;whChangeMode&quot;:0}"/>
  <p:tag name="KSO_WM_UNIT_DEC_AREA_ID" val="ef32e52aea08493eaaf9dd96398c2e97"/>
  <p:tag name="KSO_WM_CHIP_GROUPID" val="5e9d770adc741d3f2d9ea583"/>
  <p:tag name="KSO_WM_CHIP_XID" val="5e997d21dade925159b52625"/>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88"/>
  <p:tag name="KSO_WM_TEMPLATE_ASSEMBLE_XID" val="639af84f0c9383becde69508"/>
  <p:tag name="KSO_WM_TEMPLATE_ASSEMBLE_GROUPID" val="639af84f0c9383becde69508"/>
  <p:tag name="WM_BEAUTIFY_ZORDER_FLAG_TAG" val="6"/>
</p:tagLst>
</file>

<file path=ppt/tags/tag443.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45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0:14&quot;,&quot;maxSize&quot;:{&quot;size1&quot;:31.1},&quot;minSize&quot;:{&quot;size1&quot;:17.8},&quot;normalSize&quot;:{&quot;size1&quot;:17.8},&quot;subLayout&quot;:[{&quot;id&quot;:&quot;2023-06-23T11:30:14&quot;,&quot;maxSize&quot;:{&quot;size1&quot;:100},&quot;minSize&quot;:{&quot;size1&quot;:61.7},&quot;normalSize&quot;:{&quot;size1&quot;:61.7},&quot;subLayout&quot;:[{&quot;id&quot;:&quot;2023-06-23T11:30:14&quot;,&quot;margin&quot;:{&quot;bottom&quot;:0,&quot;left&quot;:1.2699999809265137,&quot;right&quot;:1.2699999809265137,&quot;top&quot;:0.4230000376701355},&quot;type&quot;:0},{&quot;id&quot;:&quot;2023-06-23T11:30:14&quot;,&quot;margin&quot;:{&quot;bottom&quot;:0.025999998673796654,&quot;left&quot;:1.2699999809265137,&quot;right&quot;:1.2699999809265137,&quot;top&quot;:0.025999998673796654},&quot;type&quot;:0}],&quot;type&quot;:0},{&quot;id&quot;:&quot;2023-06-23T11:30:14&quot;,&quot;margin&quot;:{&quot;bottom&quot;:0.847000002861023,&quot;left&quot;:1.2699999809265137,&quot;right&quot;:1.2699999809265137,&quot;top&quot;:1.2699999809265137},&quot;type&quot;:0}],&quot;type&quot;:0}"/>
  <p:tag name="KSO_WM_SLIDE_BACKGROUND_TYPE" val="general"/>
</p:tagLst>
</file>

<file path=ppt/tags/tag451.xml><?xml version="1.0" encoding="utf-8"?>
<p:tagLst xmlns:p="http://schemas.openxmlformats.org/presentationml/2006/main">
  <p:tag name="KSO_WM_UNIT_ISCONTENTSTITLE" val="0"/>
  <p:tag name="KSO_WM_UNIT_ISNUMDGMTITLE" val="0"/>
  <p:tag name="KSO_WM_UNIT_NOCLEAR" val="0"/>
  <p:tag name="KSO_WM_UNIT_VALUE" val="11"/>
  <p:tag name="KSO_WM_UNIT_HIGHLIGHT" val="0"/>
  <p:tag name="KSO_WM_UNIT_COMPATIBLE" val="0"/>
  <p:tag name="KSO_WM_UNIT_DIAGRAM_ISNUMVISUAL" val="0"/>
  <p:tag name="KSO_WM_UNIT_DIAGRAM_ISREFERUNIT" val="0"/>
  <p:tag name="KSO_WM_UNIT_TYPE" val="a"/>
  <p:tag name="KSO_WM_UNIT_INDEX" val="1"/>
  <p:tag name="KSO_WM_UNIT_ID" val="custom20206915_1*a*1"/>
  <p:tag name="KSO_WM_TEMPLATE_CATEGORY" val="custom"/>
  <p:tag name="KSO_WM_TEMPLATE_INDEX" val="20206915"/>
  <p:tag name="KSO_WM_UNIT_LAYERLEVEL" val="1"/>
  <p:tag name="KSO_WM_TAG_VERSION" val="1.0"/>
  <p:tag name="KSO_WM_BEAUTIFY_FLAG" val="#wm#"/>
  <p:tag name="KSO_WM_UNIT_PRESET_TEXT" val="空白演示经典风格"/>
  <p:tag name="KSO_WM_UNIT_TEXT_FILL_FORE_SCHEMECOLOR_INDEX_BRIGHTNESS" val="0"/>
  <p:tag name="KSO_WM_UNIT_TEXT_FILL_FORE_SCHEMECOLOR_INDEX" val="5"/>
  <p:tag name="KSO_WM_UNIT_TEXT_FILL_TYPE" val="1"/>
</p:tagLst>
</file>

<file path=ppt/tags/tag452.xml><?xml version="1.0" encoding="utf-8"?>
<p:tagLst xmlns:p="http://schemas.openxmlformats.org/presentationml/2006/main">
  <p:tag name="KSO_WM_SLIDE_ID" val="custom2020691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6915"/>
  <p:tag name="KSO_WM_SLIDE_LAYOUT" val="a_b_f"/>
  <p:tag name="KSO_WM_SLIDE_LAYOUT_CNT" val="1_1_1"/>
  <p:tag name="KSO_WM_TEMPLATE_MASTER_THUMB_INDEX" val="12"/>
  <p:tag name="KSO_WM_TEMPLATE_THUMBS_INDEX" val="1、4、7、8、10、11、12、13、15"/>
</p:tagLst>
</file>

<file path=ppt/tags/tag4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5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57.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2561_1*i*1"/>
  <p:tag name="KSO_WM_TEMPLATE_CATEGORY" val="diagram"/>
  <p:tag name="KSO_WM_TEMPLATE_INDEX" val="20212561"/>
  <p:tag name="KSO_WM_UNIT_LAYERLEVEL" val="1"/>
  <p:tag name="KSO_WM_TAG_VERSION" val="1.0"/>
  <p:tag name="KSO_WM_BEAUTIFY_FLAG" val="#wm#"/>
  <p:tag name="KSO_WM_UNIT_DEC_AREA_ID" val="098c4dd5de28487f84b8f955beb1b41b"/>
  <p:tag name="KSO_WM_UNIT_DECORATE_INFO" val="{&quot;DecorateInfoH&quot;:{&quot;IsAbs&quot;:false},&quot;DecorateInfoW&quot;:{&quot;IsAbs&quot;:false},&quot;DecorateInfoX&quot;:{&quot;IsAbs&quot;:true,&quot;Pos&quot;:1},&quot;DecorateInfoY&quot;:{&quot;IsAbs&quot;:true,&quot;Pos&quot;:1},&quot;ReferentInfo&quot;:{&quot;Id&quot;:&quot;51a40de90eed4b8885a2d7a040512b3f&quot;,&quot;X&quot;:{&quot;Pos&quot;:1},&quot;Y&quot;:{&quot;Pos&quot;:1}},&quot;whChangeMode&quot;:1}"/>
  <p:tag name="KSO_WM_CHIP_GROUPID" val="5eda13105860357932c55e1f"/>
  <p:tag name="KSO_WM_CHIP_XID" val="5ed1cf097ab0972fba70b1e8"/>
  <p:tag name="KSO_WM_TEMPLATE_ASSEMBLE_XID" val="60656f514054ed1e2fb807b8"/>
  <p:tag name="KSO_WM_TEMPLATE_ASSEMBLE_GROUPID" val="60656f514054ed1e2fb807b8"/>
  <p:tag name="WM_BEAUTIFY_ZORDER_FLAG_TAG" val="3"/>
</p:tagLst>
</file>

<file path=ppt/tags/tag4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2561_1*i*2"/>
  <p:tag name="KSO_WM_TEMPLATE_CATEGORY" val="diagram"/>
  <p:tag name="KSO_WM_TEMPLATE_INDEX" val="20212561"/>
  <p:tag name="KSO_WM_UNIT_LAYERLEVEL" val="1"/>
  <p:tag name="KSO_WM_TAG_VERSION" val="1.0"/>
  <p:tag name="KSO_WM_BEAUTIFY_FLAG" val="#wm#"/>
  <p:tag name="KSO_WM_UNIT_SM_LIMIT_TYPE" val="2"/>
  <p:tag name="KSO_WM_CHIP_GROUPID" val="5eda13105860357932c55e1f"/>
  <p:tag name="KSO_WM_CHIP_XID" val="5ed1cf097ab0972fba70b1e8"/>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340"/>
  <p:tag name="KSO_WM_TEMPLATE_ASSEMBLE_XID" val="60656f514054ed1e2fb807b8"/>
  <p:tag name="KSO_WM_TEMPLATE_ASSEMBLE_GROUPID" val="60656f514054ed1e2fb807b8"/>
</p:tagLst>
</file>

<file path=ppt/tags/tag4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diagram20212561_1*i*3"/>
  <p:tag name="KSO_WM_TEMPLATE_CATEGORY" val="diagram"/>
  <p:tag name="KSO_WM_TEMPLATE_INDEX" val="20212561"/>
  <p:tag name="KSO_WM_UNIT_LAYERLEVEL" val="1"/>
  <p:tag name="KSO_WM_TAG_VERSION" val="1.0"/>
  <p:tag name="KSO_WM_BEAUTIFY_FLAG" val="#wm#"/>
  <p:tag name="KSO_WM_UNIT_SM_LIMIT_TYPE" val="2"/>
  <p:tag name="KSO_WM_CHIP_GROUPID" val="5eda13105860357932c55e1f"/>
  <p:tag name="KSO_WM_CHIP_XID" val="5ed1cf097ab0972fba70b1e8"/>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255"/>
  <p:tag name="KSO_WM_TEMPLATE_ASSEMBLE_XID" val="60656f514054ed1e2fb807b8"/>
  <p:tag name="KSO_WM_TEMPLATE_ASSEMBLE_GROUPID" val="60656f514054ed1e2fb807b8"/>
</p:tagLst>
</file>

<file path=ppt/tags/tag4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2561_1*i*4"/>
  <p:tag name="KSO_WM_TEMPLATE_CATEGORY" val="diagram"/>
  <p:tag name="KSO_WM_TEMPLATE_INDEX" val="20212561"/>
  <p:tag name="KSO_WM_UNIT_LAYERLEVEL" val="1"/>
  <p:tag name="KSO_WM_TAG_VERSION" val="1.0"/>
  <p:tag name="KSO_WM_BEAUTIFY_FLAG" val="#wm#"/>
  <p:tag name="KSO_WM_UNIT_SM_LIMIT_TYPE" val="2"/>
  <p:tag name="KSO_WM_CHIP_GROUPID" val="5eda13105860357932c55e1f"/>
  <p:tag name="KSO_WM_CHIP_XID" val="5ed1cf097ab0972fba70b1e8"/>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255"/>
  <p:tag name="KSO_WM_TEMPLATE_ASSEMBLE_XID" val="60656f514054ed1e2fb807b8"/>
  <p:tag name="KSO_WM_TEMPLATE_ASSEMBLE_GROUPID" val="60656f514054ed1e2fb807b8"/>
</p:tagLst>
</file>

<file path=ppt/tags/tag46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561_1*f*1"/>
  <p:tag name="KSO_WM_TEMPLATE_CATEGORY" val="diagram"/>
  <p:tag name="KSO_WM_TEMPLATE_INDEX" val="20212561"/>
  <p:tag name="KSO_WM_UNIT_LAYERLEVEL" val="1"/>
  <p:tag name="KSO_WM_TAG_VERSION" val="1.0"/>
  <p:tag name="KSO_WM_BEAUTIFY_FLAG" val="#wm#"/>
  <p:tag name="KSO_WM_UNIT_DEFAULT_FONT" val="14;20;2"/>
  <p:tag name="KSO_WM_UNIT_BLOCK" val="0"/>
  <p:tag name="KSO_WM_UNIT_VALUE" val="96"/>
  <p:tag name="KSO_WM_UNIT_SHOW_EDIT_AREA_INDICATION" val="1"/>
  <p:tag name="KSO_WM_CHIP_GROUPID" val="5e6b05596848fb12bee65ac8"/>
  <p:tag name="KSO_WM_CHIP_XID" val="5e6b05596848fb12bee65aca"/>
  <p:tag name="KSO_WM_UNIT_DEC_AREA_ID" val="b9c175a8ddcd477e804335d4fb903c4c"/>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4c8db3030bba46c0af0a67d84090b5d9"/>
  <p:tag name="KSO_WM_UNIT_TEXT_FILL_FORE_SCHEMECOLOR_INDEX_BRIGHTNESS" val="0.25"/>
  <p:tag name="KSO_WM_UNIT_TEXT_FILL_FORE_SCHEMECOLOR_INDEX" val="13"/>
  <p:tag name="KSO_WM_UNIT_TEXT_FILL_TYPE" val="1"/>
  <p:tag name="KSO_WM_TEMPLATE_ASSEMBLE_XID" val="60656f514054ed1e2fb807b8"/>
  <p:tag name="KSO_WM_TEMPLATE_ASSEMBLE_GROUPID" val="60656f514054ed1e2fb807b8"/>
  <p:tag name="WM_BEAUTIFY_ZORDER_FLAG_TAG" val="4"/>
</p:tagLst>
</file>

<file path=ppt/tags/tag46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29&quot;,&quot;maxSize&quot;:{&quot;size1&quot;:20},&quot;minSize&quot;:{&quot;size1&quot;:11.2},&quot;normalSize&quot;:{&quot;size1&quot;:11.2},&quot;subLayout&quot;:[{&quot;id&quot;:&quot;2023-06-23T11:31:29&quot;,&quot;margin&quot;:{&quot;bottom&quot;:0.025999998673796654,&quot;left&quot;:1.2699999809265137,&quot;right&quot;:1.2699999809265137,&quot;top&quot;:0.4230000376701355},&quot;type&quot;:0},{&quot;id&quot;:&quot;2023-06-23T11:31: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6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67.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68.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69.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70.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71.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7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73.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29&quot;,&quot;maxSize&quot;:{&quot;size1&quot;:20},&quot;minSize&quot;:{&quot;size1&quot;:11.2},&quot;normalSize&quot;:{&quot;size1&quot;:11.2},&quot;subLayout&quot;:[{&quot;id&quot;:&quot;2023-06-23T11:31:29&quot;,&quot;margin&quot;:{&quot;bottom&quot;:0.025999998673796654,&quot;left&quot;:1.2699999809265137,&quot;right&quot;:1.2699999809265137,&quot;top&quot;:0.4230000376701355},&quot;type&quot;:0},{&quot;id&quot;:&quot;2023-06-23T11:31: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7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1907_1*f*1"/>
  <p:tag name="KSO_WM_TEMPLATE_CATEGORY" val="diagram"/>
  <p:tag name="KSO_WM_TEMPLATE_INDEX" val="20211907"/>
  <p:tag name="KSO_WM_UNIT_LAYERLEVEL" val="1"/>
  <p:tag name="KSO_WM_TAG_VERSION" val="1.0"/>
  <p:tag name="KSO_WM_BEAUTIFY_FLAG" val="#wm#"/>
  <p:tag name="KSO_WM_UNIT_DEFAULT_FONT" val="14;20;2"/>
  <p:tag name="KSO_WM_UNIT_BLOCK" val="0"/>
  <p:tag name="KSO_WM_UNIT_VALUE" val="416"/>
  <p:tag name="KSO_WM_UNIT_SHOW_EDIT_AREA_INDICATION" val="1"/>
  <p:tag name="KSO_WM_CHIP_GROUPID" val="5e6b05596848fb12bee65ac8"/>
  <p:tag name="KSO_WM_CHIP_XID" val="5e6b05596848fb12bee65aca"/>
  <p:tag name="KSO_WM_UNIT_DEC_AREA_ID" val="72574218903845829fefbcdd848a0828"/>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ca594517c88f4493a258b9c6261e778f"/>
  <p:tag name="KSO_WM_UNIT_SUPPORT_UNIT_TYPE" val="[&quot;l&quot;,&quot;m&quot;,&quot;n&quot;,&quot;o&quot;,&quot;p&quot;,&quot;q&quot;,&quot;r&quot;,&quot;δ&quot;,&quot;ε&quot;,&quot;ζ&quot;,&quot;η&quot;]"/>
  <p:tag name="KSO_WM_UNIT_TEXT_FILL_FORE_SCHEMECOLOR_INDEX_BRIGHTNESS" val="0.25"/>
  <p:tag name="KSO_WM_UNIT_TEXT_FILL_FORE_SCHEMECOLOR_INDEX" val="13"/>
  <p:tag name="KSO_WM_UNIT_TEXT_FILL_TYPE" val="1"/>
  <p:tag name="KSO_WM_TEMPLATE_ASSEMBLE_XID" val="60656f114054ed1e2fb802db"/>
  <p:tag name="KSO_WM_TEMPLATE_ASSEMBLE_GROUPID" val="60656f114054ed1e2fb802db"/>
  <p:tag name="WM_BEAUTIFY_ZORDER_FLAG_TAG" val="3"/>
</p:tagLst>
</file>

<file path=ppt/tags/tag47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29&quot;,&quot;maxSize&quot;:{&quot;size1&quot;:20},&quot;minSize&quot;:{&quot;size1&quot;:11.2},&quot;normalSize&quot;:{&quot;size1&quot;:11.2},&quot;subLayout&quot;:[{&quot;id&quot;:&quot;2023-06-23T11:31:29&quot;,&quot;margin&quot;:{&quot;bottom&quot;:0.025999998673796654,&quot;left&quot;:1.2699999809265137,&quot;right&quot;:1.2699999809265137,&quot;top&quot;:0.4230000376701355},&quot;type&quot;:0},{&quot;id&quot;:&quot;2023-06-23T11:31: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8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4761_1*i*2"/>
  <p:tag name="KSO_WM_TEMPLATE_CATEGORY" val="diagram"/>
  <p:tag name="KSO_WM_TEMPLATE_INDEX" val="20214761"/>
  <p:tag name="KSO_WM_UNIT_LAYERLEVEL" val="1"/>
  <p:tag name="KSO_WM_TAG_VERSION" val="1.0"/>
  <p:tag name="KSO_WM_BEAUTIFY_FLAG" val="#wm#"/>
  <p:tag name="KSO_WM_UNIT_BLOCK" val="0"/>
  <p:tag name="KSO_WM_UNIT_SM_LIMIT_TYPE" val="2"/>
  <p:tag name="KSO_WM_UNIT_DEC_AREA_ID" val="0517c0a8d4e643faac4c14e8bfee663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1358a491bb0086638bf8"/>
  <p:tag name="KSO_WM_CHIP_XID" val="5ef21358a491bb0086638bf9"/>
  <p:tag name="KSO_WM_UNIT_TEXT_FILL_FORE_SCHEMECOLOR_INDEX_BRIGHTNESS" val="0"/>
  <p:tag name="KSO_WM_UNIT_TEXT_FILL_FORE_SCHEMECOLOR_INDEX" val="2"/>
  <p:tag name="KSO_WM_UNIT_TEXT_FILL_TYPE" val="1"/>
  <p:tag name="KSO_WM_UNIT_VALUE" val="252"/>
  <p:tag name="KSO_WM_TEMPLATE_ASSEMBLE_XID" val="60656f9b4054ed1e2fb80d60"/>
  <p:tag name="KSO_WM_TEMPLATE_ASSEMBLE_GROUPID" val="60656f9b4054ed1e2fb80d60"/>
  <p:tag name="WM_BEAUTIFY_ZORDER_FLAG_TAG" val="4"/>
</p:tagLst>
</file>

<file path=ppt/tags/tag4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diagram20214761_1*i*4"/>
  <p:tag name="KSO_WM_TEMPLATE_CATEGORY" val="diagram"/>
  <p:tag name="KSO_WM_TEMPLATE_INDEX" val="20214761"/>
  <p:tag name="KSO_WM_UNIT_LAYERLEVEL" val="1"/>
  <p:tag name="KSO_WM_TAG_VERSION" val="1.0"/>
  <p:tag name="KSO_WM_BEAUTIFY_FLAG" val="#wm#"/>
  <p:tag name="KSO_WM_UNIT_BLOCK" val="0"/>
  <p:tag name="KSO_WM_UNIT_SM_LIMIT_TYPE" val="1"/>
  <p:tag name="KSO_WM_UNIT_DEC_AREA_ID" val="660ef649c3cd4167ac48b71d6d399a1a"/>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f21358a491bb0086638bf8"/>
  <p:tag name="KSO_WM_CHIP_XID" val="5ef21358a491bb0086638bf9"/>
  <p:tag name="KSO_WM_UNIT_FILL_FORE_SCHEMECOLOR_INDEX_BRIGHTNESS" val="0"/>
  <p:tag name="KSO_WM_UNIT_FILL_FORE_SCHEMECOLOR_INDEX" val="14"/>
  <p:tag name="KSO_WM_UNIT_FILL_TYPE" val="1"/>
  <p:tag name="KSO_WM_UNIT_VALUE" val="3"/>
  <p:tag name="KSO_WM_TEMPLATE_ASSEMBLE_XID" val="60656f9b4054ed1e2fb80d60"/>
  <p:tag name="KSO_WM_TEMPLATE_ASSEMBLE_GROUPID" val="60656f9b4054ed1e2fb80d60"/>
  <p:tag name="WM_BEAUTIFY_ZORDER_FLAG_TAG" val="6"/>
</p:tagLst>
</file>

<file path=ppt/tags/tag4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diagram20214761_1*i*5"/>
  <p:tag name="KSO_WM_TEMPLATE_CATEGORY" val="diagram"/>
  <p:tag name="KSO_WM_TEMPLATE_INDEX" val="20214761"/>
  <p:tag name="KSO_WM_UNIT_LAYERLEVEL" val="1"/>
  <p:tag name="KSO_WM_TAG_VERSION" val="1.0"/>
  <p:tag name="KSO_WM_BEAUTIFY_FLAG" val="#wm#"/>
  <p:tag name="KSO_WM_UNIT_BLOCK" val="0"/>
  <p:tag name="KSO_WM_UNIT_SM_LIMIT_TYPE" val="1"/>
  <p:tag name="KSO_WM_UNIT_DEC_AREA_ID" val="600c20734b6f4271bb27757094427133"/>
  <p:tag name="KSO_WM_UNIT_DECORATE_INFO" val="{&quot;ReferentInfo&quot;:{&quot;Id&quot;:&quot;slide&quot;,&quot;X&quot;:{&quot;Pos&quot;:0},&quot;Y&quot;:{&quot;Pos&quot;:0}},&quot;DecorateInfoX&quot;:{&quot;Pos&quot;:0,&quot;IsAbs&quot;:true},&quot;DecorateInfoY&quot;:{&quot;Pos&quot;:0,&quot;IsAbs&quot;:true},&quot;DecorateInfoW&quot;:{&quot;IsAbs&quot;:true},&quot;DecorateInfoH&quot;:{&quot;IsAbs&quot;:true},&quot;whChangeMode&quot;:0}"/>
  <p:tag name="KSO_WM_CHIP_GROUPID" val="5ef21358a491bb0086638bf8"/>
  <p:tag name="KSO_WM_CHIP_XID" val="5ef21358a491bb0086638bf9"/>
  <p:tag name="KSO_WM_UNIT_FILL_FORE_SCHEMECOLOR_INDEX_BRIGHTNESS" val="0"/>
  <p:tag name="KSO_WM_UNIT_FILL_FORE_SCHEMECOLOR_INDEX" val="14"/>
  <p:tag name="KSO_WM_UNIT_FILL_TYPE" val="1"/>
  <p:tag name="KSO_WM_UNIT_VALUE" val="3"/>
  <p:tag name="KSO_WM_TEMPLATE_ASSEMBLE_XID" val="60656f9b4054ed1e2fb80d60"/>
  <p:tag name="KSO_WM_TEMPLATE_ASSEMBLE_GROUPID" val="60656f9b4054ed1e2fb80d60"/>
  <p:tag name="WM_BEAUTIFY_ZORDER_FLAG_TAG" val="7"/>
</p:tagLst>
</file>

<file path=ppt/tags/tag48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29&quot;,&quot;maxSize&quot;:{&quot;size1&quot;:20},&quot;minSize&quot;:{&quot;size1&quot;:11.2},&quot;normalSize&quot;:{&quot;size1&quot;:11.2},&quot;subLayout&quot;:[{&quot;id&quot;:&quot;2023-06-23T11:31:29&quot;,&quot;margin&quot;:{&quot;bottom&quot;:0.025999998673796654,&quot;left&quot;:1.2699999809265137,&quot;right&quot;:1.2699999809265137,&quot;top&quot;:0.4230000376701355},&quot;type&quot;:0},{&quot;id&quot;:&quot;2023-06-23T11:31: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29&quot;,&quot;maxSize&quot;:{&quot;size1&quot;:20},&quot;minSize&quot;:{&quot;size1&quot;:11.2},&quot;normalSize&quot;:{&quot;size1&quot;:11.2},&quot;subLayout&quot;:[{&quot;id&quot;:&quot;2023-06-23T11:31:29&quot;,&quot;margin&quot;:{&quot;bottom&quot;:0.025999998673796654,&quot;left&quot;:1.2699999809265137,&quot;right&quot;:1.2699999809265137,&quot;top&quot;:0.4230000376701355},&quot;type&quot;:0},{&quot;id&quot;:&quot;2023-06-23T11:31:29&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9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20},&quot;minSize&quot;:{&quot;size1&quot;:11.2},&quot;normalSize&quot;:{&quot;size1&quot;:11.2},&quot;subLayout&quot;:[{&quot;id&quot;:&quot;2023-06-23T11:31:30&quot;,&quot;margin&quot;:{&quot;bottom&quot;:0.025999998673796654,&quot;left&quot;:1.2699999809265137,&quot;right&quot;:1.2699999809265137,&quot;top&quot;:0.4230000376701355},&quot;type&quot;:0},{&quot;id&quot;:&quot;2023-06-23T11:31:3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02.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4"/>
</p:tagLst>
</file>

<file path=ppt/tags/tag503.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504.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6"/>
</p:tagLst>
</file>

<file path=ppt/tags/tag505.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31.1},&quot;minSize&quot;:{&quot;size1&quot;:17.8},&quot;normalSize&quot;:{&quot;size1&quot;:17.8},&quot;subLayout&quot;:[{&quot;id&quot;:&quot;2023-06-23T11:31:30&quot;,&quot;maxSize&quot;:{&quot;size1&quot;:100},&quot;minSize&quot;:{&quot;size1&quot;:61.7},&quot;normalSize&quot;:{&quot;size1&quot;:61.7},&quot;subLayout&quot;:[{&quot;id&quot;:&quot;2023-06-23T11:31:30&quot;,&quot;margin&quot;:{&quot;bottom&quot;:0,&quot;left&quot;:1.2699999809265137,&quot;right&quot;:1.2699999809265137,&quot;top&quot;:0.4230000376701355},&quot;type&quot;:0},{&quot;id&quot;:&quot;2023-06-23T11:31:30&quot;,&quot;margin&quot;:{&quot;bottom&quot;:0.025999998673796654,&quot;left&quot;:1.2699999809265137,&quot;right&quot;:1.2699999809265137,&quot;top&quot;:0.025999998673796654},&quot;type&quot;:0}],&quot;type&quot;:0},{&quot;id&quot;:&quot;2023-06-23T11:31:30&quot;,&quot;margin&quot;:{&quot;bottom&quot;:0.847000002861023,&quot;left&quot;:1.2699999809265137,&quot;right&quot;:1.2699999809265137,&quot;top&quot;:1.2699999809265137},&quot;type&quot;:0}],&quot;type&quot;:0}"/>
  <p:tag name="KSO_WM_SLIDE_BACKGROUND_TYPE" val="general"/>
</p:tagLst>
</file>

<file path=ppt/tags/tag5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510.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31.1},&quot;minSize&quot;:{&quot;size1&quot;:17.8},&quot;normalSize&quot;:{&quot;size1&quot;:17.8},&quot;subLayout&quot;:[{&quot;id&quot;:&quot;2023-06-23T11:31:30&quot;,&quot;maxSize&quot;:{&quot;size1&quot;:100},&quot;minSize&quot;:{&quot;size1&quot;:61.7},&quot;normalSize&quot;:{&quot;size1&quot;:61.7},&quot;subLayout&quot;:[{&quot;id&quot;:&quot;2023-06-23T11:31:30&quot;,&quot;margin&quot;:{&quot;bottom&quot;:0,&quot;left&quot;:1.2699999809265137,&quot;right&quot;:1.2699999809265137,&quot;top&quot;:0.4230000376701355},&quot;type&quot;:0},{&quot;id&quot;:&quot;2023-06-23T11:31:30&quot;,&quot;margin&quot;:{&quot;bottom&quot;:0.025999998673796654,&quot;left&quot;:1.2699999809265137,&quot;right&quot;:1.2699999809265137,&quot;top&quot;:0.025999998673796654},&quot;type&quot;:0}],&quot;type&quot;:0},{&quot;id&quot;:&quot;2023-06-23T11:31:30&quot;,&quot;margin&quot;:{&quot;bottom&quot;:0.847000002861023,&quot;left&quot;:1.2699999809265137,&quot;right&quot;:1.2699999809265137,&quot;top&quot;:1.2699999809265137},&quot;type&quot;:0}],&quot;type&quot;:0}"/>
  <p:tag name="KSO_WM_SLIDE_BACKGROUND_TYPE" val="general"/>
</p:tagLst>
</file>

<file path=ppt/tags/tag5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15.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4"/>
</p:tagLst>
</file>

<file path=ppt/tags/tag516.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517.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6"/>
</p:tagLst>
</file>

<file path=ppt/tags/tag518.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31.1},&quot;minSize&quot;:{&quot;size1&quot;:17.8},&quot;normalSize&quot;:{&quot;size1&quot;:17.8},&quot;subLayout&quot;:[{&quot;id&quot;:&quot;2023-06-23T11:31:30&quot;,&quot;maxSize&quot;:{&quot;size1&quot;:100},&quot;minSize&quot;:{&quot;size1&quot;:61.7},&quot;normalSize&quot;:{&quot;size1&quot;:61.7},&quot;subLayout&quot;:[{&quot;id&quot;:&quot;2023-06-23T11:31:30&quot;,&quot;margin&quot;:{&quot;bottom&quot;:0,&quot;left&quot;:1.2699999809265137,&quot;right&quot;:1.2699999809265137,&quot;top&quot;:0.4230000376701355},&quot;type&quot;:0},{&quot;id&quot;:&quot;2023-06-23T11:31:30&quot;,&quot;margin&quot;:{&quot;bottom&quot;:0.025999998673796654,&quot;left&quot;:1.2699999809265137,&quot;right&quot;:1.2699999809265137,&quot;top&quot;:0.025999998673796654},&quot;type&quot;:0}],&quot;type&quot;:0},{&quot;id&quot;:&quot;2023-06-23T11:31:30&quot;,&quot;margin&quot;:{&quot;bottom&quot;:0.847000002861023,&quot;left&quot;:1.2699999809265137,&quot;right&quot;:1.2699999809265137,&quot;top&quot;:1.2699999809265137},&quot;type&quot;:0}],&quot;type&quot;:0}"/>
  <p:tag name="KSO_WM_SLIDE_BACKGROUND_TYPE" val="general"/>
</p:tagLst>
</file>

<file path=ppt/tags/tag5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23.xml><?xml version="1.0" encoding="utf-8"?>
<p:tagLst xmlns:p="http://schemas.openxmlformats.org/presentationml/2006/main">
  <p:tag name="KSO_WM_UNIT_BLOCK" val="0"/>
  <p:tag name="KSO_WM_UNIT_SM_LIMIT_TYPE" val="2"/>
  <p:tag name="KSO_WM_UNIT_HIGHLIGHT" val="0"/>
  <p:tag name="KSO_WM_UNIT_COMPATIBLE" val="0"/>
  <p:tag name="KSO_WM_UNIT_DIAGRAM_ISNUMVISUAL" val="0"/>
  <p:tag name="KSO_WM_UNIT_DIAGRAM_ISREFERUNIT" val="0"/>
  <p:tag name="KSO_WM_UNIT_TYPE" val="i"/>
  <p:tag name="KSO_WM_UNIT_INDEX" val="1"/>
  <p:tag name="KSO_WM_UNIT_ID" val="diagram20211051_1*i*1"/>
  <p:tag name="KSO_WM_TEMPLATE_CATEGORY" val="diagram"/>
  <p:tag name="KSO_WM_TEMPLATE_INDEX" val="20211051"/>
  <p:tag name="KSO_WM_UNIT_LAYERLEVEL" val="1"/>
  <p:tag name="KSO_WM_TAG_VERSION" val="1.0"/>
  <p:tag name="KSO_WM_BEAUTIFY_FLAG" val="#wm#"/>
  <p:tag name="KSO_WM_UNIT_DECORATE_INFO" val="{&quot;ReferentInfo&quot;:{&quot;Id&quot;:&quot;slide&quot;,&quot;X&quot;:{&quot;Pos&quot;:1},&quot;Y&quot;:{&quot;Pos&quot;:1}},&quot;DecorateInfoX&quot;:{&quot;Pos&quot;:1,&quot;IsAbs&quot;:false},&quot;DecorateInfoY&quot;:{&quot;Pos&quot;:1,&quot;IsAbs&quot;:false},&quot;DecorateInfoW&quot;:{&quot;IsAbs&quot;:false},&quot;DecorateInfoH&quot;:{&quot;IsAbs&quot;:false},&quot;whChangeMode&quot;:1}"/>
  <p:tag name="KSO_WM_UNIT_DEC_AREA_ID" val="e9873f812e524d0fb7e1a2e0256e75d5"/>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UNIT_VALUE" val="1320"/>
  <p:tag name="KSO_WM_TEMPLATE_ASSEMBLE_XID" val="60656ea44054ed1e2fb7fce2"/>
  <p:tag name="KSO_WM_TEMPLATE_ASSEMBLE_GROUPID" val="60656ea44054ed1e2fb7fce2"/>
  <p:tag name="WM_BEAUTIFY_ZORDER_FLAG_TAG" val="3"/>
</p:tagLst>
</file>

<file path=ppt/tags/tag524.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2"/>
  <p:tag name="KSO_WM_UNIT_ID" val="diagram20211051_1*i*2"/>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DEC_AREA_ID" val="c6caebd249174d3d8044106ecfb73dfb"/>
  <p:tag name="KSO_WM_CHIP_GROUPID" val="5e757e9369be4861f5f86151"/>
  <p:tag name="KSO_WM_CHIP_XID" val="5f5f2f928e478fb0c58a92be"/>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4"/>
</p:tagLst>
</file>

<file path=ppt/tags/tag525.xml><?xml version="1.0" encoding="utf-8"?>
<p:tagLst xmlns:p="http://schemas.openxmlformats.org/presentationml/2006/main">
  <p:tag name="KSO_WM_UNIT_SM_LIMIT_TYPE" val="2"/>
  <p:tag name="KSO_WM_UNIT_HIGHLIGHT" val="0"/>
  <p:tag name="KSO_WM_UNIT_COMPATIBLE" val="0"/>
  <p:tag name="KSO_WM_UNIT_DIAGRAM_ISNUMVISUAL" val="0"/>
  <p:tag name="KSO_WM_UNIT_DIAGRAM_ISREFERUNIT" val="0"/>
  <p:tag name="KSO_WM_UNIT_TYPE" val="i"/>
  <p:tag name="KSO_WM_UNIT_INDEX" val="3"/>
  <p:tag name="KSO_WM_UNIT_ID" val="diagram20211051_1*i*3"/>
  <p:tag name="KSO_WM_TEMPLATE_CATEGORY" val="diagram"/>
  <p:tag name="KSO_WM_TEMPLATE_INDEX" val="20211051"/>
  <p:tag name="KSO_WM_UNIT_LAYERLEVEL" val="1"/>
  <p:tag name="KSO_WM_TAG_VERSION" val="1.0"/>
  <p:tag name="KSO_WM_BEAUTIFY_FLAG" val="#wm#"/>
  <p:tag name="KSO_WM_UNIT_BLOCK" val="0"/>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1}"/>
  <p:tag name="KSO_WM_UNIT_DEC_AREA_ID" val="b8b40de74c0541c590e79b004c1b3527"/>
  <p:tag name="KSO_WM_CHIP_GROUPID" val="5e757e9369be4861f5f86151"/>
  <p:tag name="KSO_WM_CHIP_XID" val="5f5f2f928e478fb0c58a92be"/>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UNIT_VALUE" val="12"/>
  <p:tag name="KSO_WM_TEMPLATE_ASSEMBLE_XID" val="60656ea44054ed1e2fb7fce2"/>
  <p:tag name="KSO_WM_TEMPLATE_ASSEMBLE_GROUPID" val="60656ea44054ed1e2fb7fce2"/>
  <p:tag name="WM_BEAUTIFY_ZORDER_FLAG_TAG" val="5"/>
</p:tagLst>
</file>

<file path=ppt/tags/tag52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20},&quot;minSize&quot;:{&quot;size1&quot;:11.2},&quot;normalSize&quot;:{&quot;size1&quot;:11.2},&quot;subLayout&quot;:[{&quot;id&quot;:&quot;2023-06-23T11:31:30&quot;,&quot;margin&quot;:{&quot;bottom&quot;:0.025999998673796654,&quot;left&quot;:1.2699999809265137,&quot;right&quot;:1.2699999809265137,&quot;top&quot;:0.4230000376701355},&quot;type&quot;:0},{&quot;id&quot;:&quot;2023-06-23T11:31:3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20},&quot;minSize&quot;:{&quot;size1&quot;:11.2},&quot;normalSize&quot;:{&quot;size1&quot;:11.2},&quot;subLayout&quot;:[{&quot;id&quot;:&quot;2023-06-23T11:31:30&quot;,&quot;margin&quot;:{&quot;bottom&quot;:0.025999998673796654,&quot;left&quot;:1.2699999809265137,&quot;right&quot;:1.2699999809265137,&quot;top&quot;:0.4230000376701355},&quot;type&quot;:0},{&quot;id&quot;:&quot;2023-06-23T11:31:3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UNIT_TYPE" val="i"/>
  <p:tag name="KSO_WM_UNIT_FILL_FORE_SCHEMECOLOR_INDEX_1_BRIGHTNESS" val="0"/>
  <p:tag name="KSO_WM_UNIT_FILL_FORE_SCHEMECOLOR_INDEX_1" val="16"/>
  <p:tag name="KSO_WM_UNIT_FILL_FORE_SCHEMECOLOR_INDEX_1_POS" val="0"/>
  <p:tag name="KSO_WM_UNIT_FILL_FORE_SCHEMECOLOR_INDEX_1_TRANS" val="0.9"/>
  <p:tag name="KSO_WM_UNIT_FILL_FORE_SCHEMECOLOR_INDEX_2_BRIGHTNESS" val="-0.1"/>
  <p:tag name="KSO_WM_UNIT_FILL_FORE_SCHEMECOLOR_INDEX_2" val="15"/>
  <p:tag name="KSO_WM_UNIT_FILL_FORE_SCHEMECOLOR_INDEX_2_POS" val="1"/>
  <p:tag name="KSO_WM_UNIT_FILL_FORE_SCHEMECOLOR_INDEX_2_TRANS" val="0.76"/>
  <p:tag name="KSO_WM_UNIT_FILL_GRADIENT_TYPE" val="0"/>
  <p:tag name="KSO_WM_UNIT_FILL_GRADIENT_ANGLE" val="90"/>
  <p:tag name="KSO_WM_UNIT_FILL_GRADIENT_Direction" val="1"/>
  <p:tag name="KSO_WM_UNIT_FILL_TYPE" val="3"/>
  <p:tag name="KSO_WM_UNIT_TEXT_FILL_FORE_SCHEMECOLOR_INDEX_BRIGHTNESS" val="0"/>
  <p:tag name="KSO_WM_UNIT_TEXT_FILL_FORE_SCHEMECOLOR_INDEX" val="2"/>
  <p:tag name="KSO_WM_UNIT_TEXT_FILL_TYPE" val="1"/>
</p:tagLst>
</file>

<file path=ppt/tags/tag5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53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53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53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53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53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54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5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54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06-23T11:31:30&quot;,&quot;maxSize&quot;:{&quot;size1&quot;:20},&quot;minSize&quot;:{&quot;size1&quot;:11.2},&quot;normalSize&quot;:{&quot;size1&quot;:11.2},&quot;subLayout&quot;:[{&quot;id&quot;:&quot;2023-06-23T11:31:30&quot;,&quot;margin&quot;:{&quot;bottom&quot;:0.025999998673796654,&quot;left&quot;:1.2699999809265137,&quot;right&quot;:1.2699999809265137,&quot;top&quot;:0.4230000376701355},&quot;type&quot;:0},{&quot;id&quot;:&quot;2023-06-23T11:31:3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5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6915_15*a*1"/>
  <p:tag name="KSO_WM_TEMPLATE_CATEGORY" val="custom"/>
  <p:tag name="KSO_WM_TEMPLATE_INDEX" val="20206915"/>
  <p:tag name="KSO_WM_UNIT_LAYERLEVEL" val="1"/>
  <p:tag name="KSO_WM_TAG_VERSION" val="1.0"/>
  <p:tag name="KSO_WM_BEAUTIFY_FLAG" val="#wm#"/>
  <p:tag name="KSO_WM_UNIT_ISCONTENTSTITLE" val="0"/>
  <p:tag name="KSO_WM_UNIT_ISNUMDGMTITLE" val="0"/>
  <p:tag name="KSO_WM_UNIT_NOCLEAR" val="1"/>
  <p:tag name="KSO_WM_UNIT_TYPE" val="a"/>
  <p:tag name="KSO_WM_UNIT_INDEX" val="1"/>
  <p:tag name="KSO_WM_UNIT_PRESET_TEXT" val="THANKS"/>
  <p:tag name="KSO_WM_UNIT_TEXT_FILL_FORE_SCHEMECOLOR_INDEX_BRIGHTNESS" val="0"/>
  <p:tag name="KSO_WM_UNIT_TEXT_FILL_FORE_SCHEMECOLOR_INDEX" val="5"/>
  <p:tag name="KSO_WM_UNIT_TEXT_FILL_TYPE" val="1"/>
</p:tagLst>
</file>

<file path=ppt/tags/tag544.xml><?xml version="1.0" encoding="utf-8"?>
<p:tagLst xmlns:p="http://schemas.openxmlformats.org/presentationml/2006/main">
  <p:tag name="KSO_WM_SLIDE_ID" val="custom20206915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6915"/>
  <p:tag name="KSO_WM_SLIDE_TYPE" val="endPage"/>
  <p:tag name="KSO_WM_SLIDE_SUBTYPE" val="pureTxt"/>
  <p:tag name="KSO_WM_SLIDE_LAYOUT" val="a"/>
  <p:tag name="KSO_WM_SLIDE_LAYOUT_CNT" val="1"/>
</p:tagLst>
</file>

<file path=ppt/tags/tag545.xml><?xml version="1.0" encoding="utf-8"?>
<p:tagLst xmlns:p="http://schemas.openxmlformats.org/presentationml/2006/main">
  <p:tag name="KSO_WPP_MARK_KEY" val="ac5595af-0866-46fe-88f1-208674ee316a"/>
  <p:tag name="COMMONDATA" val="eyJoZGlkIjoiYWZhYjVlZmM1MzkxZTI1Zjc4NWQ0NDJlZmJjZjJhZ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M 预置配色-浅色">
    <a:dk1>
      <a:srgbClr val="000000"/>
    </a:dk1>
    <a:lt1>
      <a:srgbClr val="FFFFFF"/>
    </a:lt1>
    <a:dk2>
      <a:srgbClr val="F5F5F8"/>
    </a:dk2>
    <a:lt2>
      <a:srgbClr val="FFFFFF"/>
    </a:lt2>
    <a:accent1>
      <a:srgbClr val="577CCE"/>
    </a:accent1>
    <a:accent2>
      <a:srgbClr val="5999AF"/>
    </a:accent2>
    <a:accent3>
      <a:srgbClr val="5BA080"/>
    </a:accent3>
    <a:accent4>
      <a:srgbClr val="8BAA69"/>
    </a:accent4>
    <a:accent5>
      <a:srgbClr val="D6B250"/>
    </a:accent5>
    <a:accent6>
      <a:srgbClr val="E796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otalTime>0</TotalTime>
  <Words>9382</Words>
  <Application>WPS 演示</Application>
  <PresentationFormat>宽屏</PresentationFormat>
  <Paragraphs>377</Paragraphs>
  <Slides>57</Slides>
  <Notes>0</Notes>
  <HiddenSlides>0</HiddenSlides>
  <MMClips>0</MMClips>
  <ScaleCrop>false</ScaleCrop>
  <HeadingPairs>
    <vt:vector size="6" baseType="variant">
      <vt:variant>
        <vt:lpstr>已用的字体</vt:lpstr>
      </vt:variant>
      <vt:variant>
        <vt:i4>41</vt:i4>
      </vt:variant>
      <vt:variant>
        <vt:lpstr>主题</vt:lpstr>
      </vt:variant>
      <vt:variant>
        <vt:i4>2</vt:i4>
      </vt:variant>
      <vt:variant>
        <vt:lpstr>幻灯片标题</vt:lpstr>
      </vt:variant>
      <vt:variant>
        <vt:i4>57</vt:i4>
      </vt:variant>
    </vt:vector>
  </HeadingPairs>
  <TitlesOfParts>
    <vt:vector size="100" baseType="lpstr">
      <vt:lpstr>Arial</vt:lpstr>
      <vt:lpstr>宋体</vt:lpstr>
      <vt:lpstr>Wingdings</vt:lpstr>
      <vt:lpstr>微软雅黑</vt:lpstr>
      <vt:lpstr>Segoe UI</vt:lpstr>
      <vt:lpstr>Arial Unicode MS</vt:lpstr>
      <vt:lpstr>Times New Roman</vt:lpstr>
      <vt:lpstr>Symbol</vt:lpstr>
      <vt:lpstr>Arial Black</vt:lpstr>
      <vt:lpstr>Calibri</vt:lpstr>
      <vt:lpstr>仿宋</vt:lpstr>
      <vt:lpstr>方正舒体</vt:lpstr>
      <vt:lpstr>HP Simplified Hans Light</vt:lpstr>
      <vt:lpstr>Microsoft JhengHei UI</vt:lpstr>
      <vt:lpstr>MS Gothic</vt:lpstr>
      <vt:lpstr>Yu Gothic</vt:lpstr>
      <vt:lpstr>Arial Rounded MT Bold</vt:lpstr>
      <vt:lpstr>Bahnschrift SemiLight Condensed</vt:lpstr>
      <vt:lpstr>Blackadder ITC</vt:lpstr>
      <vt:lpstr>Calisto MT</vt:lpstr>
      <vt:lpstr>Cascadia Code SemiBold</vt:lpstr>
      <vt:lpstr>Castellar</vt:lpstr>
      <vt:lpstr>Chiller</vt:lpstr>
      <vt:lpstr>Curlz MT</vt:lpstr>
      <vt:lpstr>Ebrima</vt:lpstr>
      <vt:lpstr>Footlight MT Light</vt:lpstr>
      <vt:lpstr>Franklin Gothic Medium</vt:lpstr>
      <vt:lpstr>Georgia</vt:lpstr>
      <vt:lpstr>Gloucester MT Extra Condensed</vt:lpstr>
      <vt:lpstr>Ink Free</vt:lpstr>
      <vt:lpstr>Microsoft Himalaya</vt:lpstr>
      <vt:lpstr>Mistral</vt:lpstr>
      <vt:lpstr>MS Outlook</vt:lpstr>
      <vt:lpstr>Niagara Solid</vt:lpstr>
      <vt:lpstr>Perpetua</vt:lpstr>
      <vt:lpstr>Rockwell</vt:lpstr>
      <vt:lpstr>Segoe UI Variable Text Light</vt:lpstr>
      <vt:lpstr>Sitka Display</vt:lpstr>
      <vt:lpstr>Sitka Subheading</vt:lpstr>
      <vt:lpstr>Tw Cen MT Condensed</vt:lpstr>
      <vt:lpstr>Trebuchet MS</vt:lpstr>
      <vt:lpstr>Office 主题​​</vt:lpstr>
      <vt:lpstr>1_Office 主题​​</vt:lpstr>
      <vt:lpstr>第 2 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2.4.2 范式理论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dlg</cp:lastModifiedBy>
  <cp:revision>77</cp:revision>
  <dcterms:created xsi:type="dcterms:W3CDTF">2023-06-23T03:30:00Z</dcterms:created>
  <dcterms:modified xsi:type="dcterms:W3CDTF">2023-08-30T13:37:07Z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2052-11.1.0.14309</vt:lpwstr>
  </property>
  <property fmtid="{D5CDD505-2E9C-101B-9397-08002B2CF9AE}" pid="3" name="ICV">
    <vt:lpwstr/>
  </property>
</Properties>
</file>