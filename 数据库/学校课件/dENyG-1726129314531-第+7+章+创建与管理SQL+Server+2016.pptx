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105"/>
  </p:handoutMasterIdLst>
  <p:sldIdLst>
    <p:sldId id="257" r:id="rId4"/>
    <p:sldId id="258" r:id="rId6"/>
    <p:sldId id="259" r:id="rId7"/>
    <p:sldId id="260" r:id="rId8"/>
    <p:sldId id="261" r:id="rId9"/>
    <p:sldId id="262" r:id="rId10"/>
    <p:sldId id="265" r:id="rId11"/>
    <p:sldId id="266" r:id="rId12"/>
    <p:sldId id="270" r:id="rId13"/>
    <p:sldId id="271" r:id="rId14"/>
    <p:sldId id="272" r:id="rId15"/>
    <p:sldId id="273" r:id="rId16"/>
    <p:sldId id="276" r:id="rId17"/>
    <p:sldId id="279" r:id="rId18"/>
    <p:sldId id="280" r:id="rId19"/>
    <p:sldId id="281" r:id="rId20"/>
    <p:sldId id="283" r:id="rId21"/>
    <p:sldId id="284" r:id="rId22"/>
    <p:sldId id="285" r:id="rId23"/>
    <p:sldId id="287" r:id="rId24"/>
    <p:sldId id="289" r:id="rId25"/>
    <p:sldId id="293" r:id="rId26"/>
    <p:sldId id="294" r:id="rId27"/>
    <p:sldId id="295" r:id="rId28"/>
    <p:sldId id="297" r:id="rId29"/>
    <p:sldId id="300" r:id="rId30"/>
    <p:sldId id="301" r:id="rId31"/>
    <p:sldId id="305" r:id="rId32"/>
    <p:sldId id="306" r:id="rId33"/>
    <p:sldId id="307" r:id="rId34"/>
    <p:sldId id="308" r:id="rId35"/>
    <p:sldId id="309" r:id="rId36"/>
    <p:sldId id="311" r:id="rId37"/>
    <p:sldId id="312" r:id="rId38"/>
    <p:sldId id="313" r:id="rId39"/>
    <p:sldId id="314" r:id="rId40"/>
    <p:sldId id="315" r:id="rId41"/>
    <p:sldId id="317" r:id="rId42"/>
    <p:sldId id="319" r:id="rId43"/>
    <p:sldId id="320" r:id="rId44"/>
    <p:sldId id="325" r:id="rId45"/>
    <p:sldId id="326" r:id="rId46"/>
    <p:sldId id="330" r:id="rId47"/>
    <p:sldId id="331" r:id="rId48"/>
    <p:sldId id="332" r:id="rId49"/>
    <p:sldId id="333" r:id="rId50"/>
    <p:sldId id="336" r:id="rId51"/>
    <p:sldId id="339" r:id="rId52"/>
    <p:sldId id="341" r:id="rId53"/>
    <p:sldId id="343" r:id="rId54"/>
    <p:sldId id="344" r:id="rId55"/>
    <p:sldId id="347" r:id="rId56"/>
    <p:sldId id="350" r:id="rId57"/>
    <p:sldId id="352" r:id="rId58"/>
    <p:sldId id="353" r:id="rId59"/>
    <p:sldId id="354" r:id="rId60"/>
    <p:sldId id="358" r:id="rId61"/>
    <p:sldId id="359" r:id="rId62"/>
    <p:sldId id="360" r:id="rId63"/>
    <p:sldId id="361" r:id="rId64"/>
    <p:sldId id="362" r:id="rId65"/>
    <p:sldId id="364" r:id="rId66"/>
    <p:sldId id="365" r:id="rId67"/>
    <p:sldId id="366" r:id="rId68"/>
    <p:sldId id="367" r:id="rId69"/>
    <p:sldId id="371" r:id="rId70"/>
    <p:sldId id="376" r:id="rId71"/>
    <p:sldId id="377" r:id="rId72"/>
    <p:sldId id="378" r:id="rId73"/>
    <p:sldId id="379" r:id="rId74"/>
    <p:sldId id="381" r:id="rId75"/>
    <p:sldId id="382" r:id="rId76"/>
    <p:sldId id="383" r:id="rId77"/>
    <p:sldId id="384" r:id="rId78"/>
    <p:sldId id="387" r:id="rId79"/>
    <p:sldId id="396" r:id="rId80"/>
    <p:sldId id="398" r:id="rId81"/>
    <p:sldId id="400" r:id="rId82"/>
    <p:sldId id="402" r:id="rId83"/>
    <p:sldId id="404" r:id="rId84"/>
    <p:sldId id="405" r:id="rId85"/>
    <p:sldId id="407" r:id="rId86"/>
    <p:sldId id="409" r:id="rId87"/>
    <p:sldId id="411" r:id="rId88"/>
    <p:sldId id="412" r:id="rId89"/>
    <p:sldId id="414" r:id="rId90"/>
    <p:sldId id="417" r:id="rId91"/>
    <p:sldId id="418" r:id="rId92"/>
    <p:sldId id="419" r:id="rId93"/>
    <p:sldId id="420" r:id="rId94"/>
    <p:sldId id="421" r:id="rId95"/>
    <p:sldId id="422" r:id="rId96"/>
    <p:sldId id="423" r:id="rId97"/>
    <p:sldId id="426" r:id="rId98"/>
    <p:sldId id="431" r:id="rId99"/>
    <p:sldId id="432" r:id="rId100"/>
    <p:sldId id="433" r:id="rId101"/>
    <p:sldId id="434" r:id="rId102"/>
    <p:sldId id="435" r:id="rId103"/>
    <p:sldId id="437" r:id="rId104"/>
  </p:sldIdLst>
  <p:sldSz cx="12192000" cy="6858000"/>
  <p:notesSz cx="7103745" cy="10234295"/>
  <p:custDataLst>
    <p:tags r:id="rId1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88"/>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0" Type="http://schemas.openxmlformats.org/officeDocument/2006/relationships/tags" Target="tags/tag944.xml"/><Relationship Id="rId11" Type="http://schemas.openxmlformats.org/officeDocument/2006/relationships/slide" Target="slides/slide7.xml"/><Relationship Id="rId109" Type="http://schemas.openxmlformats.org/officeDocument/2006/relationships/commentAuthors" Target="commentAuthors.xml"/><Relationship Id="rId108" Type="http://schemas.openxmlformats.org/officeDocument/2006/relationships/tableStyles" Target="tableStyles.xml"/><Relationship Id="rId107" Type="http://schemas.openxmlformats.org/officeDocument/2006/relationships/viewProps" Target="viewProps.xml"/><Relationship Id="rId106" Type="http://schemas.openxmlformats.org/officeDocument/2006/relationships/presProps" Target="presProps.xml"/><Relationship Id="rId105" Type="http://schemas.openxmlformats.org/officeDocument/2006/relationships/handoutMaster" Target="handoutMasters/handoutMaster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1" Type="http://schemas.openxmlformats.org/officeDocument/2006/relationships/slideLayout" Target="../slideLayouts/slideLayout17.xml"/><Relationship Id="rId10" Type="http://schemas.openxmlformats.org/officeDocument/2006/relationships/tags" Target="../tags/tag141.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3.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0.xml"/><Relationship Id="rId6" Type="http://schemas.openxmlformats.org/officeDocument/2006/relationships/image" Target="../media/image1.emf"/><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64.xml"/><Relationship Id="rId7" Type="http://schemas.openxmlformats.org/officeDocument/2006/relationships/image" Target="../media/image3.emf"/><Relationship Id="rId6" Type="http://schemas.openxmlformats.org/officeDocument/2006/relationships/image" Target="../media/image2.emf"/><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85.xml"/><Relationship Id="rId7" Type="http://schemas.openxmlformats.org/officeDocument/2006/relationships/image" Target="../media/image4.emf"/><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s>
</file>

<file path=ppt/slides/_rels/slide10.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0" Type="http://schemas.openxmlformats.org/officeDocument/2006/relationships/slideLayout" Target="../slideLayouts/slideLayout17.xml"/><Relationship Id="rId3" Type="http://schemas.openxmlformats.org/officeDocument/2006/relationships/tags" Target="../tags/tag188.xml"/><Relationship Id="rId29" Type="http://schemas.openxmlformats.org/officeDocument/2006/relationships/tags" Target="../tags/tag214.xml"/><Relationship Id="rId28" Type="http://schemas.openxmlformats.org/officeDocument/2006/relationships/tags" Target="../tags/tag213.xml"/><Relationship Id="rId27" Type="http://schemas.openxmlformats.org/officeDocument/2006/relationships/tags" Target="../tags/tag212.xml"/><Relationship Id="rId26" Type="http://schemas.openxmlformats.org/officeDocument/2006/relationships/tags" Target="../tags/tag211.xml"/><Relationship Id="rId25" Type="http://schemas.openxmlformats.org/officeDocument/2006/relationships/tags" Target="../tags/tag210.xml"/><Relationship Id="rId24" Type="http://schemas.openxmlformats.org/officeDocument/2006/relationships/tags" Target="../tags/tag209.xml"/><Relationship Id="rId23" Type="http://schemas.openxmlformats.org/officeDocument/2006/relationships/tags" Target="../tags/tag208.xml"/><Relationship Id="rId22" Type="http://schemas.openxmlformats.org/officeDocument/2006/relationships/tags" Target="../tags/tag207.xml"/><Relationship Id="rId21" Type="http://schemas.openxmlformats.org/officeDocument/2006/relationships/tags" Target="../tags/tag206.xml"/><Relationship Id="rId20" Type="http://schemas.openxmlformats.org/officeDocument/2006/relationships/tags" Target="../tags/tag205.xml"/><Relationship Id="rId2" Type="http://schemas.openxmlformats.org/officeDocument/2006/relationships/tags" Target="../tags/tag187.xml"/><Relationship Id="rId19" Type="http://schemas.openxmlformats.org/officeDocument/2006/relationships/tags" Target="../tags/tag204.xml"/><Relationship Id="rId18" Type="http://schemas.openxmlformats.org/officeDocument/2006/relationships/tags" Target="../tags/tag203.xml"/><Relationship Id="rId17" Type="http://schemas.openxmlformats.org/officeDocument/2006/relationships/tags" Target="../tags/tag202.xml"/><Relationship Id="rId16" Type="http://schemas.openxmlformats.org/officeDocument/2006/relationships/tags" Target="../tags/tag201.xml"/><Relationship Id="rId15" Type="http://schemas.openxmlformats.org/officeDocument/2006/relationships/tags" Target="../tags/tag200.xml"/><Relationship Id="rId14" Type="http://schemas.openxmlformats.org/officeDocument/2006/relationships/tags" Target="../tags/tag199.xml"/><Relationship Id="rId13" Type="http://schemas.openxmlformats.org/officeDocument/2006/relationships/tags" Target="../tags/tag198.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tags" Target="../tags/tag186.xml"/></Relationships>
</file>

<file path=ppt/slides/_rels/slide11.xml.rels><?xml version="1.0" encoding="UTF-8" standalone="yes"?>
<Relationships xmlns="http://schemas.openxmlformats.org/package/2006/relationships"><Relationship Id="rId9" Type="http://schemas.openxmlformats.org/officeDocument/2006/relationships/tags" Target="../tags/tag223.xml"/><Relationship Id="rId8" Type="http://schemas.openxmlformats.org/officeDocument/2006/relationships/tags" Target="../tags/tag222.xml"/><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0" Type="http://schemas.openxmlformats.org/officeDocument/2006/relationships/slideLayout" Target="../slideLayouts/slideLayout17.xml"/><Relationship Id="rId1" Type="http://schemas.openxmlformats.org/officeDocument/2006/relationships/tags" Target="../tags/tag215.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30.xml"/><Relationship Id="rId7" Type="http://schemas.openxmlformats.org/officeDocument/2006/relationships/image" Target="../media/image5.emf"/><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44.xml"/><Relationship Id="rId6" Type="http://schemas.openxmlformats.org/officeDocument/2006/relationships/tags" Target="../tags/tag243.xml"/><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53.xml"/><Relationship Id="rId6" Type="http://schemas.openxmlformats.org/officeDocument/2006/relationships/image" Target="../media/image6.emf"/><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3.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62.xml"/><Relationship Id="rId6" Type="http://schemas.openxmlformats.org/officeDocument/2006/relationships/image" Target="../media/image7.emf"/><Relationship Id="rId5" Type="http://schemas.openxmlformats.org/officeDocument/2006/relationships/tags" Target="../tags/tag261.xml"/><Relationship Id="rId4" Type="http://schemas.openxmlformats.org/officeDocument/2006/relationships/tags" Target="../tags/tag260.xml"/><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s>
</file>

<file path=ppt/slides/_rels/slide19.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image" Target="../media/image9.emf"/><Relationship Id="rId7" Type="http://schemas.openxmlformats.org/officeDocument/2006/relationships/tags" Target="../tags/tag268.xml"/><Relationship Id="rId6" Type="http://schemas.openxmlformats.org/officeDocument/2006/relationships/image" Target="../media/image8.png"/><Relationship Id="rId5" Type="http://schemas.openxmlformats.org/officeDocument/2006/relationships/tags" Target="../tags/tag267.xml"/><Relationship Id="rId4" Type="http://schemas.openxmlformats.org/officeDocument/2006/relationships/tags" Target="../tags/tag266.xml"/><Relationship Id="rId3" Type="http://schemas.openxmlformats.org/officeDocument/2006/relationships/tags" Target="../tags/tag265.xml"/><Relationship Id="rId2" Type="http://schemas.openxmlformats.org/officeDocument/2006/relationships/tags" Target="../tags/tag264.xml"/><Relationship Id="rId10" Type="http://schemas.openxmlformats.org/officeDocument/2006/relationships/slideLayout" Target="../slideLayouts/slideLayout17.xml"/><Relationship Id="rId1" Type="http://schemas.openxmlformats.org/officeDocument/2006/relationships/tags" Target="../tags/tag263.xml"/></Relationships>
</file>

<file path=ppt/slides/_rels/slide20.xml.rels><?xml version="1.0" encoding="UTF-8" standalone="yes"?>
<Relationships xmlns="http://schemas.openxmlformats.org/package/2006/relationships"><Relationship Id="rId9" Type="http://schemas.openxmlformats.org/officeDocument/2006/relationships/tags" Target="../tags/tag278.xml"/><Relationship Id="rId8" Type="http://schemas.openxmlformats.org/officeDocument/2006/relationships/tags" Target="../tags/tag277.xml"/><Relationship Id="rId7" Type="http://schemas.openxmlformats.org/officeDocument/2006/relationships/tags" Target="../tags/tag276.xml"/><Relationship Id="rId6" Type="http://schemas.openxmlformats.org/officeDocument/2006/relationships/tags" Target="../tags/tag275.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2" Type="http://schemas.openxmlformats.org/officeDocument/2006/relationships/slideLayout" Target="../slideLayouts/slideLayout17.xml"/><Relationship Id="rId11" Type="http://schemas.openxmlformats.org/officeDocument/2006/relationships/tags" Target="../tags/tag280.xml"/><Relationship Id="rId10" Type="http://schemas.openxmlformats.org/officeDocument/2006/relationships/tags" Target="../tags/tag279.xml"/><Relationship Id="rId1" Type="http://schemas.openxmlformats.org/officeDocument/2006/relationships/tags" Target="../tags/tag270.xml"/></Relationships>
</file>

<file path=ppt/slides/_rels/slide21.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3" Type="http://schemas.openxmlformats.org/officeDocument/2006/relationships/slideLayout" Target="../slideLayouts/slideLayout17.xml"/><Relationship Id="rId12" Type="http://schemas.openxmlformats.org/officeDocument/2006/relationships/tags" Target="../tags/tag291.xml"/><Relationship Id="rId11" Type="http://schemas.openxmlformats.org/officeDocument/2006/relationships/image" Target="../media/image10.emf"/><Relationship Id="rId10" Type="http://schemas.openxmlformats.org/officeDocument/2006/relationships/tags" Target="../tags/tag290.xml"/><Relationship Id="rId1" Type="http://schemas.openxmlformats.org/officeDocument/2006/relationships/tags" Target="../tags/tag281.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3.xml"/><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s>
</file>

<file path=ppt/slides/_rels/slide23.xml.rels><?xml version="1.0" encoding="UTF-8" standalone="yes"?>
<Relationships xmlns="http://schemas.openxmlformats.org/package/2006/relationships"><Relationship Id="rId9" Type="http://schemas.openxmlformats.org/officeDocument/2006/relationships/tags" Target="../tags/tag303.xml"/><Relationship Id="rId8" Type="http://schemas.openxmlformats.org/officeDocument/2006/relationships/tags" Target="../tags/tag302.xml"/><Relationship Id="rId7" Type="http://schemas.openxmlformats.org/officeDocument/2006/relationships/tags" Target="../tags/tag301.xml"/><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2" Type="http://schemas.openxmlformats.org/officeDocument/2006/relationships/slideLayout" Target="../slideLayouts/slideLayout17.xml"/><Relationship Id="rId11" Type="http://schemas.openxmlformats.org/officeDocument/2006/relationships/tags" Target="../tags/tag305.xml"/><Relationship Id="rId10" Type="http://schemas.openxmlformats.org/officeDocument/2006/relationships/tags" Target="../tags/tag304.xml"/><Relationship Id="rId1" Type="http://schemas.openxmlformats.org/officeDocument/2006/relationships/tags" Target="../tags/tag295.xml"/></Relationships>
</file>

<file path=ppt/slides/_rels/slide24.xml.rels><?xml version="1.0" encoding="UTF-8" standalone="yes"?>
<Relationships xmlns="http://schemas.openxmlformats.org/package/2006/relationships"><Relationship Id="rId9" Type="http://schemas.openxmlformats.org/officeDocument/2006/relationships/tags" Target="../tags/tag314.xml"/><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tags" Target="../tags/tag308.xml"/><Relationship Id="rId2" Type="http://schemas.openxmlformats.org/officeDocument/2006/relationships/tags" Target="../tags/tag307.xml"/><Relationship Id="rId14" Type="http://schemas.openxmlformats.org/officeDocument/2006/relationships/slideLayout" Target="../slideLayouts/slideLayout17.xml"/><Relationship Id="rId13" Type="http://schemas.openxmlformats.org/officeDocument/2006/relationships/tags" Target="../tags/tag316.xml"/><Relationship Id="rId12" Type="http://schemas.openxmlformats.org/officeDocument/2006/relationships/image" Target="../media/image12.emf"/><Relationship Id="rId11" Type="http://schemas.openxmlformats.org/officeDocument/2006/relationships/image" Target="../media/image11.png"/><Relationship Id="rId10" Type="http://schemas.openxmlformats.org/officeDocument/2006/relationships/tags" Target="../tags/tag315.xml"/><Relationship Id="rId1" Type="http://schemas.openxmlformats.org/officeDocument/2006/relationships/tags" Target="../tags/tag306.xml"/></Relationships>
</file>

<file path=ppt/slides/_rels/slide25.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3" Type="http://schemas.openxmlformats.org/officeDocument/2006/relationships/slideLayout" Target="../slideLayouts/slideLayout17.xml"/><Relationship Id="rId12" Type="http://schemas.openxmlformats.org/officeDocument/2006/relationships/tags" Target="../tags/tag328.xml"/><Relationship Id="rId11" Type="http://schemas.openxmlformats.org/officeDocument/2006/relationships/tags" Target="../tags/tag327.xml"/><Relationship Id="rId10" Type="http://schemas.openxmlformats.org/officeDocument/2006/relationships/tags" Target="../tags/tag326.xml"/><Relationship Id="rId1" Type="http://schemas.openxmlformats.org/officeDocument/2006/relationships/tags" Target="../tags/tag317.xml"/></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35.xml"/><Relationship Id="rId6" Type="http://schemas.openxmlformats.org/officeDocument/2006/relationships/tags" Target="../tags/tag334.xml"/><Relationship Id="rId5" Type="http://schemas.openxmlformats.org/officeDocument/2006/relationships/tags" Target="../tags/tag333.xml"/><Relationship Id="rId4" Type="http://schemas.openxmlformats.org/officeDocument/2006/relationships/tags" Target="../tags/tag332.xml"/><Relationship Id="rId3" Type="http://schemas.openxmlformats.org/officeDocument/2006/relationships/tags" Target="../tags/tag331.xml"/><Relationship Id="rId2" Type="http://schemas.openxmlformats.org/officeDocument/2006/relationships/tags" Target="../tags/tag330.xml"/><Relationship Id="rId1" Type="http://schemas.openxmlformats.org/officeDocument/2006/relationships/tags" Target="../tags/tag329.xml"/></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41.xml"/><Relationship Id="rId5" Type="http://schemas.openxmlformats.org/officeDocument/2006/relationships/tags" Target="../tags/tag340.xml"/><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 Type="http://schemas.openxmlformats.org/officeDocument/2006/relationships/tags" Target="../tags/tag342.xml"/></Relationships>
</file>

<file path=ppt/slides/_rels/slide29.xml.rels><?xml version="1.0" encoding="UTF-8" standalone="yes"?>
<Relationships xmlns="http://schemas.openxmlformats.org/package/2006/relationships"><Relationship Id="rId9" Type="http://schemas.openxmlformats.org/officeDocument/2006/relationships/tags" Target="../tags/tag357.xml"/><Relationship Id="rId8" Type="http://schemas.openxmlformats.org/officeDocument/2006/relationships/tags" Target="../tags/tag356.xml"/><Relationship Id="rId7" Type="http://schemas.openxmlformats.org/officeDocument/2006/relationships/tags" Target="../tags/tag355.xml"/><Relationship Id="rId6" Type="http://schemas.openxmlformats.org/officeDocument/2006/relationships/tags" Target="../tags/tag354.xml"/><Relationship Id="rId5" Type="http://schemas.openxmlformats.org/officeDocument/2006/relationships/tags" Target="../tags/tag353.xml"/><Relationship Id="rId4" Type="http://schemas.openxmlformats.org/officeDocument/2006/relationships/tags" Target="../tags/tag352.xml"/><Relationship Id="rId3" Type="http://schemas.openxmlformats.org/officeDocument/2006/relationships/tags" Target="../tags/tag351.xml"/><Relationship Id="rId20" Type="http://schemas.openxmlformats.org/officeDocument/2006/relationships/slideLayout" Target="../slideLayouts/slideLayout17.xml"/><Relationship Id="rId2" Type="http://schemas.openxmlformats.org/officeDocument/2006/relationships/tags" Target="../tags/tag350.xml"/><Relationship Id="rId19" Type="http://schemas.openxmlformats.org/officeDocument/2006/relationships/tags" Target="../tags/tag367.xml"/><Relationship Id="rId18" Type="http://schemas.openxmlformats.org/officeDocument/2006/relationships/tags" Target="../tags/tag366.xml"/><Relationship Id="rId17" Type="http://schemas.openxmlformats.org/officeDocument/2006/relationships/tags" Target="../tags/tag365.xml"/><Relationship Id="rId16" Type="http://schemas.openxmlformats.org/officeDocument/2006/relationships/tags" Target="../tags/tag364.xml"/><Relationship Id="rId15" Type="http://schemas.openxmlformats.org/officeDocument/2006/relationships/tags" Target="../tags/tag363.xml"/><Relationship Id="rId14" Type="http://schemas.openxmlformats.org/officeDocument/2006/relationships/tags" Target="../tags/tag362.xml"/><Relationship Id="rId13" Type="http://schemas.openxmlformats.org/officeDocument/2006/relationships/tags" Target="../tags/tag361.xml"/><Relationship Id="rId12" Type="http://schemas.openxmlformats.org/officeDocument/2006/relationships/tags" Target="../tags/tag360.xml"/><Relationship Id="rId11" Type="http://schemas.openxmlformats.org/officeDocument/2006/relationships/tags" Target="../tags/tag359.xml"/><Relationship Id="rId10" Type="http://schemas.openxmlformats.org/officeDocument/2006/relationships/tags" Target="../tags/tag358.xml"/><Relationship Id="rId1" Type="http://schemas.openxmlformats.org/officeDocument/2006/relationships/tags" Target="../tags/tag349.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74.xml"/><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 Type="http://schemas.openxmlformats.org/officeDocument/2006/relationships/tags" Target="../tags/tag369.xml"/><Relationship Id="rId1" Type="http://schemas.openxmlformats.org/officeDocument/2006/relationships/tags" Target="../tags/tag368.xml"/></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80.xml"/><Relationship Id="rId5" Type="http://schemas.openxmlformats.org/officeDocument/2006/relationships/tags" Target="../tags/tag379.xml"/><Relationship Id="rId4" Type="http://schemas.openxmlformats.org/officeDocument/2006/relationships/tags" Target="../tags/tag378.xml"/><Relationship Id="rId3" Type="http://schemas.openxmlformats.org/officeDocument/2006/relationships/tags" Target="../tags/tag377.xml"/><Relationship Id="rId2" Type="http://schemas.openxmlformats.org/officeDocument/2006/relationships/tags" Target="../tags/tag376.xml"/><Relationship Id="rId1" Type="http://schemas.openxmlformats.org/officeDocument/2006/relationships/tags" Target="../tags/tag375.xml"/></Relationships>
</file>

<file path=ppt/slides/_rels/slide32.xml.rels><?xml version="1.0" encoding="UTF-8" standalone="yes"?>
<Relationships xmlns="http://schemas.openxmlformats.org/package/2006/relationships"><Relationship Id="rId9" Type="http://schemas.openxmlformats.org/officeDocument/2006/relationships/image" Target="../media/image14.emf"/><Relationship Id="rId8" Type="http://schemas.openxmlformats.org/officeDocument/2006/relationships/image" Target="../media/image13.png"/><Relationship Id="rId7" Type="http://schemas.openxmlformats.org/officeDocument/2006/relationships/tags" Target="../tags/tag387.xml"/><Relationship Id="rId6" Type="http://schemas.openxmlformats.org/officeDocument/2006/relationships/tags" Target="../tags/tag386.xml"/><Relationship Id="rId5" Type="http://schemas.openxmlformats.org/officeDocument/2006/relationships/tags" Target="../tags/tag385.xml"/><Relationship Id="rId4" Type="http://schemas.openxmlformats.org/officeDocument/2006/relationships/tags" Target="../tags/tag384.xml"/><Relationship Id="rId3" Type="http://schemas.openxmlformats.org/officeDocument/2006/relationships/tags" Target="../tags/tag383.xml"/><Relationship Id="rId2" Type="http://schemas.openxmlformats.org/officeDocument/2006/relationships/tags" Target="../tags/tag382.xml"/><Relationship Id="rId11" Type="http://schemas.openxmlformats.org/officeDocument/2006/relationships/slideLayout" Target="../slideLayouts/slideLayout17.xml"/><Relationship Id="rId10" Type="http://schemas.openxmlformats.org/officeDocument/2006/relationships/tags" Target="../tags/tag388.xml"/><Relationship Id="rId1" Type="http://schemas.openxmlformats.org/officeDocument/2006/relationships/tags" Target="../tags/tag381.xml"/></Relationships>
</file>

<file path=ppt/slides/_rels/slide33.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396.xml"/><Relationship Id="rId7" Type="http://schemas.openxmlformats.org/officeDocument/2006/relationships/tags" Target="../tags/tag395.xml"/><Relationship Id="rId6" Type="http://schemas.openxmlformats.org/officeDocument/2006/relationships/tags" Target="../tags/tag394.xml"/><Relationship Id="rId5" Type="http://schemas.openxmlformats.org/officeDocument/2006/relationships/tags" Target="../tags/tag393.xml"/><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tags" Target="../tags/tag390.xml"/><Relationship Id="rId11" Type="http://schemas.openxmlformats.org/officeDocument/2006/relationships/slideLayout" Target="../slideLayouts/slideLayout17.xml"/><Relationship Id="rId10" Type="http://schemas.openxmlformats.org/officeDocument/2006/relationships/tags" Target="../tags/tag397.xml"/><Relationship Id="rId1" Type="http://schemas.openxmlformats.org/officeDocument/2006/relationships/tags" Target="../tags/tag389.xml"/></Relationships>
</file>

<file path=ppt/slides/_rels/slide34.xml.rels><?xml version="1.0" encoding="UTF-8" standalone="yes"?>
<Relationships xmlns="http://schemas.openxmlformats.org/package/2006/relationships"><Relationship Id="rId9" Type="http://schemas.openxmlformats.org/officeDocument/2006/relationships/tags" Target="../tags/tag405.xml"/><Relationship Id="rId8" Type="http://schemas.openxmlformats.org/officeDocument/2006/relationships/tags" Target="../tags/tag404.xml"/><Relationship Id="rId7" Type="http://schemas.openxmlformats.org/officeDocument/2006/relationships/image" Target="../media/image16.png"/><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 Id="rId3" Type="http://schemas.openxmlformats.org/officeDocument/2006/relationships/tags" Target="../tags/tag400.xml"/><Relationship Id="rId2" Type="http://schemas.openxmlformats.org/officeDocument/2006/relationships/tags" Target="../tags/tag399.xml"/><Relationship Id="rId10" Type="http://schemas.openxmlformats.org/officeDocument/2006/relationships/slideLayout" Target="../slideLayouts/slideLayout17.xml"/><Relationship Id="rId1" Type="http://schemas.openxmlformats.org/officeDocument/2006/relationships/tags" Target="../tags/tag398.xml"/></Relationships>
</file>

<file path=ppt/slides/_rels/slide35.xml.rels><?xml version="1.0" encoding="UTF-8" standalone="yes"?>
<Relationships xmlns="http://schemas.openxmlformats.org/package/2006/relationships"><Relationship Id="rId9" Type="http://schemas.openxmlformats.org/officeDocument/2006/relationships/tags" Target="../tags/tag413.xml"/><Relationship Id="rId8" Type="http://schemas.openxmlformats.org/officeDocument/2006/relationships/image" Target="../media/image17.png"/><Relationship Id="rId7" Type="http://schemas.openxmlformats.org/officeDocument/2006/relationships/tags" Target="../tags/tag412.xml"/><Relationship Id="rId6" Type="http://schemas.openxmlformats.org/officeDocument/2006/relationships/tags" Target="../tags/tag411.xml"/><Relationship Id="rId5" Type="http://schemas.openxmlformats.org/officeDocument/2006/relationships/tags" Target="../tags/tag410.xml"/><Relationship Id="rId4" Type="http://schemas.openxmlformats.org/officeDocument/2006/relationships/tags" Target="../tags/tag409.xml"/><Relationship Id="rId3" Type="http://schemas.openxmlformats.org/officeDocument/2006/relationships/tags" Target="../tags/tag408.xml"/><Relationship Id="rId2" Type="http://schemas.openxmlformats.org/officeDocument/2006/relationships/tags" Target="../tags/tag407.xml"/><Relationship Id="rId10" Type="http://schemas.openxmlformats.org/officeDocument/2006/relationships/slideLayout" Target="../slideLayouts/slideLayout17.xml"/><Relationship Id="rId1" Type="http://schemas.openxmlformats.org/officeDocument/2006/relationships/tags" Target="../tags/tag406.xml"/></Relationships>
</file>

<file path=ppt/slides/_rels/slide36.xml.rels><?xml version="1.0" encoding="UTF-8" standalone="yes"?>
<Relationships xmlns="http://schemas.openxmlformats.org/package/2006/relationships"><Relationship Id="rId9" Type="http://schemas.openxmlformats.org/officeDocument/2006/relationships/tags" Target="../tags/tag421.xml"/><Relationship Id="rId8" Type="http://schemas.openxmlformats.org/officeDocument/2006/relationships/image" Target="../media/image18.png"/><Relationship Id="rId7" Type="http://schemas.openxmlformats.org/officeDocument/2006/relationships/tags" Target="../tags/tag420.xml"/><Relationship Id="rId6" Type="http://schemas.openxmlformats.org/officeDocument/2006/relationships/tags" Target="../tags/tag419.xml"/><Relationship Id="rId5" Type="http://schemas.openxmlformats.org/officeDocument/2006/relationships/tags" Target="../tags/tag418.xml"/><Relationship Id="rId4" Type="http://schemas.openxmlformats.org/officeDocument/2006/relationships/tags" Target="../tags/tag417.xml"/><Relationship Id="rId3" Type="http://schemas.openxmlformats.org/officeDocument/2006/relationships/tags" Target="../tags/tag416.xml"/><Relationship Id="rId2" Type="http://schemas.openxmlformats.org/officeDocument/2006/relationships/tags" Target="../tags/tag415.xml"/><Relationship Id="rId10" Type="http://schemas.openxmlformats.org/officeDocument/2006/relationships/slideLayout" Target="../slideLayouts/slideLayout17.xml"/><Relationship Id="rId1" Type="http://schemas.openxmlformats.org/officeDocument/2006/relationships/tags" Target="../tags/tag414.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28.xml"/><Relationship Id="rId6" Type="http://schemas.openxmlformats.org/officeDocument/2006/relationships/tags" Target="../tags/tag427.xml"/><Relationship Id="rId5" Type="http://schemas.openxmlformats.org/officeDocument/2006/relationships/tags" Target="../tags/tag426.xml"/><Relationship Id="rId4" Type="http://schemas.openxmlformats.org/officeDocument/2006/relationships/tags" Target="../tags/tag425.xml"/><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tags" Target="../tags/tag422.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435.xml"/><Relationship Id="rId7" Type="http://schemas.openxmlformats.org/officeDocument/2006/relationships/image" Target="../media/image19.emf"/><Relationship Id="rId6" Type="http://schemas.openxmlformats.org/officeDocument/2006/relationships/tags" Target="../tags/tag434.xml"/><Relationship Id="rId5" Type="http://schemas.openxmlformats.org/officeDocument/2006/relationships/tags" Target="../tags/tag433.xml"/><Relationship Id="rId4" Type="http://schemas.openxmlformats.org/officeDocument/2006/relationships/tags" Target="../tags/tag432.xml"/><Relationship Id="rId3" Type="http://schemas.openxmlformats.org/officeDocument/2006/relationships/tags" Target="../tags/tag431.xml"/><Relationship Id="rId2" Type="http://schemas.openxmlformats.org/officeDocument/2006/relationships/tags" Target="../tags/tag430.xml"/><Relationship Id="rId1" Type="http://schemas.openxmlformats.org/officeDocument/2006/relationships/tags" Target="../tags/tag429.xml"/></Relationships>
</file>

<file path=ppt/slides/_rels/slide39.xml.rels><?xml version="1.0" encoding="UTF-8" standalone="yes"?>
<Relationships xmlns="http://schemas.openxmlformats.org/package/2006/relationships"><Relationship Id="rId9" Type="http://schemas.openxmlformats.org/officeDocument/2006/relationships/tags" Target="../tags/tag444.xml"/><Relationship Id="rId8" Type="http://schemas.openxmlformats.org/officeDocument/2006/relationships/tags" Target="../tags/tag443.xml"/><Relationship Id="rId7" Type="http://schemas.openxmlformats.org/officeDocument/2006/relationships/tags" Target="../tags/tag442.xml"/><Relationship Id="rId6" Type="http://schemas.openxmlformats.org/officeDocument/2006/relationships/tags" Target="../tags/tag441.xml"/><Relationship Id="rId5" Type="http://schemas.openxmlformats.org/officeDocument/2006/relationships/tags" Target="../tags/tag440.xml"/><Relationship Id="rId4" Type="http://schemas.openxmlformats.org/officeDocument/2006/relationships/tags" Target="../tags/tag439.xml"/><Relationship Id="rId3" Type="http://schemas.openxmlformats.org/officeDocument/2006/relationships/tags" Target="../tags/tag438.xml"/><Relationship Id="rId2" Type="http://schemas.openxmlformats.org/officeDocument/2006/relationships/tags" Target="../tags/tag437.xml"/><Relationship Id="rId13" Type="http://schemas.openxmlformats.org/officeDocument/2006/relationships/slideLayout" Target="../slideLayouts/slideLayout17.xml"/><Relationship Id="rId12" Type="http://schemas.openxmlformats.org/officeDocument/2006/relationships/tags" Target="../tags/tag447.xml"/><Relationship Id="rId11" Type="http://schemas.openxmlformats.org/officeDocument/2006/relationships/tags" Target="../tags/tag446.xml"/><Relationship Id="rId10" Type="http://schemas.openxmlformats.org/officeDocument/2006/relationships/tags" Target="../tags/tag445.xml"/><Relationship Id="rId1" Type="http://schemas.openxmlformats.org/officeDocument/2006/relationships/tags" Target="../tags/tag436.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54.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tags" Target="../tags/tag451.xml"/><Relationship Id="rId3" Type="http://schemas.openxmlformats.org/officeDocument/2006/relationships/tags" Target="../tags/tag450.xml"/><Relationship Id="rId2" Type="http://schemas.openxmlformats.org/officeDocument/2006/relationships/tags" Target="../tags/tag449.xml"/><Relationship Id="rId1" Type="http://schemas.openxmlformats.org/officeDocument/2006/relationships/tags" Target="../tags/tag448.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61.xml"/><Relationship Id="rId6" Type="http://schemas.openxmlformats.org/officeDocument/2006/relationships/tags" Target="../tags/tag460.xml"/><Relationship Id="rId5" Type="http://schemas.openxmlformats.org/officeDocument/2006/relationships/tags" Target="../tags/tag459.xml"/><Relationship Id="rId4" Type="http://schemas.openxmlformats.org/officeDocument/2006/relationships/tags" Target="../tags/tag458.xml"/><Relationship Id="rId3" Type="http://schemas.openxmlformats.org/officeDocument/2006/relationships/tags" Target="../tags/tag457.xml"/><Relationship Id="rId2" Type="http://schemas.openxmlformats.org/officeDocument/2006/relationships/tags" Target="../tags/tag456.xml"/><Relationship Id="rId1" Type="http://schemas.openxmlformats.org/officeDocument/2006/relationships/tags" Target="../tags/tag455.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68.xml"/><Relationship Id="rId6" Type="http://schemas.openxmlformats.org/officeDocument/2006/relationships/tags" Target="../tags/tag467.xml"/><Relationship Id="rId5" Type="http://schemas.openxmlformats.org/officeDocument/2006/relationships/tags" Target="../tags/tag466.xml"/><Relationship Id="rId4" Type="http://schemas.openxmlformats.org/officeDocument/2006/relationships/tags" Target="../tags/tag465.xml"/><Relationship Id="rId3" Type="http://schemas.openxmlformats.org/officeDocument/2006/relationships/tags" Target="../tags/tag464.xml"/><Relationship Id="rId2" Type="http://schemas.openxmlformats.org/officeDocument/2006/relationships/tags" Target="../tags/tag463.xml"/><Relationship Id="rId1" Type="http://schemas.openxmlformats.org/officeDocument/2006/relationships/tags" Target="../tags/tag462.xml"/></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3.xml"/><Relationship Id="rId3" Type="http://schemas.openxmlformats.org/officeDocument/2006/relationships/tags" Target="../tags/tag471.xml"/><Relationship Id="rId2" Type="http://schemas.openxmlformats.org/officeDocument/2006/relationships/tags" Target="../tags/tag470.xml"/><Relationship Id="rId1" Type="http://schemas.openxmlformats.org/officeDocument/2006/relationships/tags" Target="../tags/tag469.xml"/></Relationships>
</file>

<file path=ppt/slides/_rels/slide44.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tags" Target="../tags/tag475.xml"/><Relationship Id="rId3" Type="http://schemas.openxmlformats.org/officeDocument/2006/relationships/tags" Target="../tags/tag474.xml"/><Relationship Id="rId2" Type="http://schemas.openxmlformats.org/officeDocument/2006/relationships/tags" Target="../tags/tag473.xml"/><Relationship Id="rId12" Type="http://schemas.openxmlformats.org/officeDocument/2006/relationships/slideLayout" Target="../slideLayouts/slideLayout17.xml"/><Relationship Id="rId11" Type="http://schemas.openxmlformats.org/officeDocument/2006/relationships/tags" Target="../tags/tag482.xml"/><Relationship Id="rId10" Type="http://schemas.openxmlformats.org/officeDocument/2006/relationships/tags" Target="../tags/tag481.xml"/><Relationship Id="rId1" Type="http://schemas.openxmlformats.org/officeDocument/2006/relationships/tags" Target="../tags/tag472.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88.xml"/><Relationship Id="rId6" Type="http://schemas.openxmlformats.org/officeDocument/2006/relationships/image" Target="../media/image20.emf"/><Relationship Id="rId5" Type="http://schemas.openxmlformats.org/officeDocument/2006/relationships/tags" Target="../tags/tag487.xml"/><Relationship Id="rId4" Type="http://schemas.openxmlformats.org/officeDocument/2006/relationships/tags" Target="../tags/tag486.xml"/><Relationship Id="rId3" Type="http://schemas.openxmlformats.org/officeDocument/2006/relationships/tags" Target="../tags/tag485.xml"/><Relationship Id="rId2" Type="http://schemas.openxmlformats.org/officeDocument/2006/relationships/tags" Target="../tags/tag484.xml"/><Relationship Id="rId1" Type="http://schemas.openxmlformats.org/officeDocument/2006/relationships/tags" Target="../tags/tag483.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95.xml"/><Relationship Id="rId6" Type="http://schemas.openxmlformats.org/officeDocument/2006/relationships/tags" Target="../tags/tag494.xml"/><Relationship Id="rId5" Type="http://schemas.openxmlformats.org/officeDocument/2006/relationships/tags" Target="../tags/tag493.xml"/><Relationship Id="rId4" Type="http://schemas.openxmlformats.org/officeDocument/2006/relationships/tags" Target="../tags/tag492.xml"/><Relationship Id="rId3" Type="http://schemas.openxmlformats.org/officeDocument/2006/relationships/tags" Target="../tags/tag491.xml"/><Relationship Id="rId2" Type="http://schemas.openxmlformats.org/officeDocument/2006/relationships/tags" Target="../tags/tag490.xml"/><Relationship Id="rId1" Type="http://schemas.openxmlformats.org/officeDocument/2006/relationships/tags" Target="../tags/tag489.xml"/></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502.xml"/><Relationship Id="rId7" Type="http://schemas.openxmlformats.org/officeDocument/2006/relationships/image" Target="../media/image21.emf"/><Relationship Id="rId6" Type="http://schemas.openxmlformats.org/officeDocument/2006/relationships/tags" Target="../tags/tag501.xml"/><Relationship Id="rId5" Type="http://schemas.openxmlformats.org/officeDocument/2006/relationships/tags" Target="../tags/tag500.xml"/><Relationship Id="rId4" Type="http://schemas.openxmlformats.org/officeDocument/2006/relationships/tags" Target="../tags/tag499.xml"/><Relationship Id="rId3" Type="http://schemas.openxmlformats.org/officeDocument/2006/relationships/tags" Target="../tags/tag498.xml"/><Relationship Id="rId2" Type="http://schemas.openxmlformats.org/officeDocument/2006/relationships/tags" Target="../tags/tag497.xml"/><Relationship Id="rId1" Type="http://schemas.openxmlformats.org/officeDocument/2006/relationships/tags" Target="../tags/tag496.xml"/></Relationships>
</file>

<file path=ppt/slides/_rels/slide48.xml.rels><?xml version="1.0" encoding="UTF-8" standalone="yes"?>
<Relationships xmlns="http://schemas.openxmlformats.org/package/2006/relationships"><Relationship Id="rId9" Type="http://schemas.openxmlformats.org/officeDocument/2006/relationships/image" Target="../media/image23.emf"/><Relationship Id="rId8" Type="http://schemas.openxmlformats.org/officeDocument/2006/relationships/image" Target="../media/image22.emf"/><Relationship Id="rId7" Type="http://schemas.openxmlformats.org/officeDocument/2006/relationships/tags" Target="../tags/tag509.xml"/><Relationship Id="rId6" Type="http://schemas.openxmlformats.org/officeDocument/2006/relationships/tags" Target="../tags/tag508.xml"/><Relationship Id="rId5" Type="http://schemas.openxmlformats.org/officeDocument/2006/relationships/tags" Target="../tags/tag507.xml"/><Relationship Id="rId4" Type="http://schemas.openxmlformats.org/officeDocument/2006/relationships/tags" Target="../tags/tag506.xml"/><Relationship Id="rId3" Type="http://schemas.openxmlformats.org/officeDocument/2006/relationships/tags" Target="../tags/tag505.xml"/><Relationship Id="rId2" Type="http://schemas.openxmlformats.org/officeDocument/2006/relationships/tags" Target="../tags/tag504.xml"/><Relationship Id="rId11" Type="http://schemas.openxmlformats.org/officeDocument/2006/relationships/slideLayout" Target="../slideLayouts/slideLayout17.xml"/><Relationship Id="rId10" Type="http://schemas.openxmlformats.org/officeDocument/2006/relationships/tags" Target="../tags/tag510.xml"/><Relationship Id="rId1" Type="http://schemas.openxmlformats.org/officeDocument/2006/relationships/tags" Target="../tags/tag503.xm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17.xml"/><Relationship Id="rId6" Type="http://schemas.openxmlformats.org/officeDocument/2006/relationships/tags" Target="../tags/tag516.xml"/><Relationship Id="rId5" Type="http://schemas.openxmlformats.org/officeDocument/2006/relationships/tags" Target="../tags/tag515.xml"/><Relationship Id="rId4" Type="http://schemas.openxmlformats.org/officeDocument/2006/relationships/tags" Target="../tags/tag514.xml"/><Relationship Id="rId3" Type="http://schemas.openxmlformats.org/officeDocument/2006/relationships/tags" Target="../tags/tag513.xml"/><Relationship Id="rId2" Type="http://schemas.openxmlformats.org/officeDocument/2006/relationships/tags" Target="../tags/tag512.xml"/><Relationship Id="rId1" Type="http://schemas.openxmlformats.org/officeDocument/2006/relationships/tags" Target="../tags/tag511.xml"/></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23.xml"/><Relationship Id="rId6" Type="http://schemas.openxmlformats.org/officeDocument/2006/relationships/image" Target="../media/image24.emf"/><Relationship Id="rId5" Type="http://schemas.openxmlformats.org/officeDocument/2006/relationships/tags" Target="../tags/tag522.xml"/><Relationship Id="rId4" Type="http://schemas.openxmlformats.org/officeDocument/2006/relationships/tags" Target="../tags/tag521.xml"/><Relationship Id="rId3" Type="http://schemas.openxmlformats.org/officeDocument/2006/relationships/tags" Target="../tags/tag520.xml"/><Relationship Id="rId2" Type="http://schemas.openxmlformats.org/officeDocument/2006/relationships/tags" Target="../tags/tag519.xml"/><Relationship Id="rId1" Type="http://schemas.openxmlformats.org/officeDocument/2006/relationships/tags" Target="../tags/tag518.xml"/></Relationships>
</file>

<file path=ppt/slides/_rels/slide5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30.xml"/><Relationship Id="rId6" Type="http://schemas.openxmlformats.org/officeDocument/2006/relationships/tags" Target="../tags/tag529.xml"/><Relationship Id="rId5" Type="http://schemas.openxmlformats.org/officeDocument/2006/relationships/tags" Target="../tags/tag528.xml"/><Relationship Id="rId4" Type="http://schemas.openxmlformats.org/officeDocument/2006/relationships/tags" Target="../tags/tag527.xml"/><Relationship Id="rId3" Type="http://schemas.openxmlformats.org/officeDocument/2006/relationships/tags" Target="../tags/tag526.xml"/><Relationship Id="rId2" Type="http://schemas.openxmlformats.org/officeDocument/2006/relationships/tags" Target="../tags/tag525.xml"/><Relationship Id="rId1" Type="http://schemas.openxmlformats.org/officeDocument/2006/relationships/tags" Target="../tags/tag524.xml"/></Relationships>
</file>

<file path=ppt/slides/_rels/slide5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37.xml"/><Relationship Id="rId6" Type="http://schemas.openxmlformats.org/officeDocument/2006/relationships/tags" Target="../tags/tag536.xml"/><Relationship Id="rId5" Type="http://schemas.openxmlformats.org/officeDocument/2006/relationships/tags" Target="../tags/tag535.xml"/><Relationship Id="rId4" Type="http://schemas.openxmlformats.org/officeDocument/2006/relationships/tags" Target="../tags/tag534.xml"/><Relationship Id="rId3" Type="http://schemas.openxmlformats.org/officeDocument/2006/relationships/tags" Target="../tags/tag533.xml"/><Relationship Id="rId2" Type="http://schemas.openxmlformats.org/officeDocument/2006/relationships/tags" Target="../tags/tag532.xml"/><Relationship Id="rId1" Type="http://schemas.openxmlformats.org/officeDocument/2006/relationships/tags" Target="../tags/tag531.xml"/></Relationships>
</file>

<file path=ppt/slides/_rels/slide5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44.xml"/><Relationship Id="rId6" Type="http://schemas.openxmlformats.org/officeDocument/2006/relationships/tags" Target="../tags/tag543.xml"/><Relationship Id="rId5" Type="http://schemas.openxmlformats.org/officeDocument/2006/relationships/tags" Target="../tags/tag542.xml"/><Relationship Id="rId4" Type="http://schemas.openxmlformats.org/officeDocument/2006/relationships/tags" Target="../tags/tag541.xml"/><Relationship Id="rId3" Type="http://schemas.openxmlformats.org/officeDocument/2006/relationships/tags" Target="../tags/tag540.xml"/><Relationship Id="rId2" Type="http://schemas.openxmlformats.org/officeDocument/2006/relationships/tags" Target="../tags/tag539.xml"/><Relationship Id="rId1" Type="http://schemas.openxmlformats.org/officeDocument/2006/relationships/tags" Target="../tags/tag538.xml"/></Relationships>
</file>

<file path=ppt/slides/_rels/slide5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51.xml"/><Relationship Id="rId6" Type="http://schemas.openxmlformats.org/officeDocument/2006/relationships/tags" Target="../tags/tag550.xml"/><Relationship Id="rId5" Type="http://schemas.openxmlformats.org/officeDocument/2006/relationships/tags" Target="../tags/tag549.xml"/><Relationship Id="rId4" Type="http://schemas.openxmlformats.org/officeDocument/2006/relationships/tags" Target="../tags/tag548.xml"/><Relationship Id="rId3" Type="http://schemas.openxmlformats.org/officeDocument/2006/relationships/tags" Target="../tags/tag547.xml"/><Relationship Id="rId2" Type="http://schemas.openxmlformats.org/officeDocument/2006/relationships/tags" Target="../tags/tag546.xml"/><Relationship Id="rId1" Type="http://schemas.openxmlformats.org/officeDocument/2006/relationships/tags" Target="../tags/tag545.xml"/></Relationships>
</file>

<file path=ppt/slides/_rels/slide5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57.xml"/><Relationship Id="rId5" Type="http://schemas.openxmlformats.org/officeDocument/2006/relationships/tags" Target="../tags/tag556.xml"/><Relationship Id="rId4" Type="http://schemas.openxmlformats.org/officeDocument/2006/relationships/tags" Target="../tags/tag555.xml"/><Relationship Id="rId3" Type="http://schemas.openxmlformats.org/officeDocument/2006/relationships/tags" Target="../tags/tag554.xml"/><Relationship Id="rId2" Type="http://schemas.openxmlformats.org/officeDocument/2006/relationships/tags" Target="../tags/tag553.xml"/><Relationship Id="rId1" Type="http://schemas.openxmlformats.org/officeDocument/2006/relationships/tags" Target="../tags/tag552.xml"/></Relationships>
</file>

<file path=ppt/slides/_rels/slide5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64.xml"/><Relationship Id="rId6" Type="http://schemas.openxmlformats.org/officeDocument/2006/relationships/tags" Target="../tags/tag563.xml"/><Relationship Id="rId5" Type="http://schemas.openxmlformats.org/officeDocument/2006/relationships/tags" Target="../tags/tag562.xml"/><Relationship Id="rId4" Type="http://schemas.openxmlformats.org/officeDocument/2006/relationships/tags" Target="../tags/tag561.xml"/><Relationship Id="rId3" Type="http://schemas.openxmlformats.org/officeDocument/2006/relationships/tags" Target="../tags/tag560.xml"/><Relationship Id="rId2" Type="http://schemas.openxmlformats.org/officeDocument/2006/relationships/tags" Target="../tags/tag559.xml"/><Relationship Id="rId1" Type="http://schemas.openxmlformats.org/officeDocument/2006/relationships/tags" Target="../tags/tag558.xml"/></Relationships>
</file>

<file path=ppt/slides/_rels/slide5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71.xml"/><Relationship Id="rId6" Type="http://schemas.openxmlformats.org/officeDocument/2006/relationships/tags" Target="../tags/tag570.xml"/><Relationship Id="rId5" Type="http://schemas.openxmlformats.org/officeDocument/2006/relationships/tags" Target="../tags/tag569.xml"/><Relationship Id="rId4" Type="http://schemas.openxmlformats.org/officeDocument/2006/relationships/tags" Target="../tags/tag568.xml"/><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tags" Target="../tags/tag565.xml"/></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78.xml"/><Relationship Id="rId6" Type="http://schemas.openxmlformats.org/officeDocument/2006/relationships/tags" Target="../tags/tag577.xml"/><Relationship Id="rId5" Type="http://schemas.openxmlformats.org/officeDocument/2006/relationships/tags" Target="../tags/tag576.xml"/><Relationship Id="rId4" Type="http://schemas.openxmlformats.org/officeDocument/2006/relationships/tags" Target="../tags/tag575.xml"/><Relationship Id="rId3" Type="http://schemas.openxmlformats.org/officeDocument/2006/relationships/tags" Target="../tags/tag574.xml"/><Relationship Id="rId2" Type="http://schemas.openxmlformats.org/officeDocument/2006/relationships/tags" Target="../tags/tag573.xml"/><Relationship Id="rId1" Type="http://schemas.openxmlformats.org/officeDocument/2006/relationships/tags" Target="../tags/tag572.xml"/></Relationships>
</file>

<file path=ppt/slides/_rels/slide59.xml.rels><?xml version="1.0" encoding="UTF-8" standalone="yes"?>
<Relationships xmlns="http://schemas.openxmlformats.org/package/2006/relationships"><Relationship Id="rId9" Type="http://schemas.openxmlformats.org/officeDocument/2006/relationships/tags" Target="../tags/tag587.xml"/><Relationship Id="rId8" Type="http://schemas.openxmlformats.org/officeDocument/2006/relationships/tags" Target="../tags/tag586.xml"/><Relationship Id="rId7" Type="http://schemas.openxmlformats.org/officeDocument/2006/relationships/tags" Target="../tags/tag585.xml"/><Relationship Id="rId6" Type="http://schemas.openxmlformats.org/officeDocument/2006/relationships/tags" Target="../tags/tag584.xml"/><Relationship Id="rId5" Type="http://schemas.openxmlformats.org/officeDocument/2006/relationships/tags" Target="../tags/tag583.xml"/><Relationship Id="rId4" Type="http://schemas.openxmlformats.org/officeDocument/2006/relationships/tags" Target="../tags/tag582.xml"/><Relationship Id="rId3" Type="http://schemas.openxmlformats.org/officeDocument/2006/relationships/tags" Target="../tags/tag581.xml"/><Relationship Id="rId25" Type="http://schemas.openxmlformats.org/officeDocument/2006/relationships/slideLayout" Target="../slideLayouts/slideLayout17.xml"/><Relationship Id="rId24" Type="http://schemas.openxmlformats.org/officeDocument/2006/relationships/tags" Target="../tags/tag602.xml"/><Relationship Id="rId23" Type="http://schemas.openxmlformats.org/officeDocument/2006/relationships/tags" Target="../tags/tag601.xml"/><Relationship Id="rId22" Type="http://schemas.openxmlformats.org/officeDocument/2006/relationships/tags" Target="../tags/tag600.xml"/><Relationship Id="rId21" Type="http://schemas.openxmlformats.org/officeDocument/2006/relationships/tags" Target="../tags/tag599.xml"/><Relationship Id="rId20" Type="http://schemas.openxmlformats.org/officeDocument/2006/relationships/tags" Target="../tags/tag598.xml"/><Relationship Id="rId2" Type="http://schemas.openxmlformats.org/officeDocument/2006/relationships/tags" Target="../tags/tag580.xml"/><Relationship Id="rId19" Type="http://schemas.openxmlformats.org/officeDocument/2006/relationships/tags" Target="../tags/tag597.xml"/><Relationship Id="rId18" Type="http://schemas.openxmlformats.org/officeDocument/2006/relationships/tags" Target="../tags/tag596.xml"/><Relationship Id="rId17" Type="http://schemas.openxmlformats.org/officeDocument/2006/relationships/tags" Target="../tags/tag595.xml"/><Relationship Id="rId16" Type="http://schemas.openxmlformats.org/officeDocument/2006/relationships/tags" Target="../tags/tag594.xml"/><Relationship Id="rId15" Type="http://schemas.openxmlformats.org/officeDocument/2006/relationships/tags" Target="../tags/tag593.xml"/><Relationship Id="rId14" Type="http://schemas.openxmlformats.org/officeDocument/2006/relationships/tags" Target="../tags/tag592.xml"/><Relationship Id="rId13" Type="http://schemas.openxmlformats.org/officeDocument/2006/relationships/tags" Target="../tags/tag591.xml"/><Relationship Id="rId12" Type="http://schemas.openxmlformats.org/officeDocument/2006/relationships/tags" Target="../tags/tag590.xml"/><Relationship Id="rId11" Type="http://schemas.openxmlformats.org/officeDocument/2006/relationships/tags" Target="../tags/tag589.xml"/><Relationship Id="rId10" Type="http://schemas.openxmlformats.org/officeDocument/2006/relationships/tags" Target="../tags/tag588.xml"/><Relationship Id="rId1" Type="http://schemas.openxmlformats.org/officeDocument/2006/relationships/tags" Target="../tags/tag579.xml"/></Relationships>
</file>

<file path=ppt/slides/_rels/slide60.xml.rels><?xml version="1.0" encoding="UTF-8" standalone="yes"?>
<Relationships xmlns="http://schemas.openxmlformats.org/package/2006/relationships"><Relationship Id="rId9" Type="http://schemas.openxmlformats.org/officeDocument/2006/relationships/tags" Target="../tags/tag611.xml"/><Relationship Id="rId8" Type="http://schemas.openxmlformats.org/officeDocument/2006/relationships/tags" Target="../tags/tag610.xml"/><Relationship Id="rId7" Type="http://schemas.openxmlformats.org/officeDocument/2006/relationships/tags" Target="../tags/tag609.xml"/><Relationship Id="rId6" Type="http://schemas.openxmlformats.org/officeDocument/2006/relationships/tags" Target="../tags/tag608.xml"/><Relationship Id="rId5" Type="http://schemas.openxmlformats.org/officeDocument/2006/relationships/tags" Target="../tags/tag607.xml"/><Relationship Id="rId4" Type="http://schemas.openxmlformats.org/officeDocument/2006/relationships/tags" Target="../tags/tag606.xml"/><Relationship Id="rId3" Type="http://schemas.openxmlformats.org/officeDocument/2006/relationships/tags" Target="../tags/tag605.xml"/><Relationship Id="rId2" Type="http://schemas.openxmlformats.org/officeDocument/2006/relationships/tags" Target="../tags/tag604.xml"/><Relationship Id="rId12" Type="http://schemas.openxmlformats.org/officeDocument/2006/relationships/slideLayout" Target="../slideLayouts/slideLayout17.xml"/><Relationship Id="rId11" Type="http://schemas.openxmlformats.org/officeDocument/2006/relationships/tags" Target="../tags/tag613.xml"/><Relationship Id="rId10" Type="http://schemas.openxmlformats.org/officeDocument/2006/relationships/tags" Target="../tags/tag612.xml"/><Relationship Id="rId1" Type="http://schemas.openxmlformats.org/officeDocument/2006/relationships/tags" Target="../tags/tag603.xml"/></Relationships>
</file>

<file path=ppt/slides/_rels/slide6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20.xml"/><Relationship Id="rId6" Type="http://schemas.openxmlformats.org/officeDocument/2006/relationships/tags" Target="../tags/tag619.xml"/><Relationship Id="rId5" Type="http://schemas.openxmlformats.org/officeDocument/2006/relationships/tags" Target="../tags/tag618.xml"/><Relationship Id="rId4" Type="http://schemas.openxmlformats.org/officeDocument/2006/relationships/tags" Target="../tags/tag617.xml"/><Relationship Id="rId3" Type="http://schemas.openxmlformats.org/officeDocument/2006/relationships/tags" Target="../tags/tag616.xml"/><Relationship Id="rId2" Type="http://schemas.openxmlformats.org/officeDocument/2006/relationships/tags" Target="../tags/tag615.xml"/><Relationship Id="rId1" Type="http://schemas.openxmlformats.org/officeDocument/2006/relationships/tags" Target="../tags/tag614.xml"/></Relationships>
</file>

<file path=ppt/slides/_rels/slide6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627.xml"/><Relationship Id="rId6" Type="http://schemas.openxmlformats.org/officeDocument/2006/relationships/tags" Target="../tags/tag626.xml"/><Relationship Id="rId5" Type="http://schemas.openxmlformats.org/officeDocument/2006/relationships/tags" Target="../tags/tag625.xml"/><Relationship Id="rId4" Type="http://schemas.openxmlformats.org/officeDocument/2006/relationships/tags" Target="../tags/tag624.xml"/><Relationship Id="rId3" Type="http://schemas.openxmlformats.org/officeDocument/2006/relationships/tags" Target="../tags/tag623.xml"/><Relationship Id="rId2" Type="http://schemas.openxmlformats.org/officeDocument/2006/relationships/tags" Target="../tags/tag622.xml"/><Relationship Id="rId1" Type="http://schemas.openxmlformats.org/officeDocument/2006/relationships/tags" Target="../tags/tag621.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3.xml"/><Relationship Id="rId3" Type="http://schemas.openxmlformats.org/officeDocument/2006/relationships/tags" Target="../tags/tag630.xml"/><Relationship Id="rId2" Type="http://schemas.openxmlformats.org/officeDocument/2006/relationships/tags" Target="../tags/tag629.xml"/><Relationship Id="rId1" Type="http://schemas.openxmlformats.org/officeDocument/2006/relationships/tags" Target="../tags/tag628.xml"/></Relationships>
</file>

<file path=ppt/slides/_rels/slide64.xml.rels><?xml version="1.0" encoding="UTF-8" standalone="yes"?>
<Relationships xmlns="http://schemas.openxmlformats.org/package/2006/relationships"><Relationship Id="rId9" Type="http://schemas.openxmlformats.org/officeDocument/2006/relationships/tags" Target="../tags/tag639.xml"/><Relationship Id="rId8" Type="http://schemas.openxmlformats.org/officeDocument/2006/relationships/tags" Target="../tags/tag638.xml"/><Relationship Id="rId7" Type="http://schemas.openxmlformats.org/officeDocument/2006/relationships/tags" Target="../tags/tag637.xml"/><Relationship Id="rId6" Type="http://schemas.openxmlformats.org/officeDocument/2006/relationships/tags" Target="../tags/tag636.xml"/><Relationship Id="rId5" Type="http://schemas.openxmlformats.org/officeDocument/2006/relationships/tags" Target="../tags/tag635.xml"/><Relationship Id="rId4" Type="http://schemas.openxmlformats.org/officeDocument/2006/relationships/tags" Target="../tags/tag634.xml"/><Relationship Id="rId3" Type="http://schemas.openxmlformats.org/officeDocument/2006/relationships/tags" Target="../tags/tag633.xml"/><Relationship Id="rId2" Type="http://schemas.openxmlformats.org/officeDocument/2006/relationships/tags" Target="../tags/tag632.xml"/><Relationship Id="rId12" Type="http://schemas.openxmlformats.org/officeDocument/2006/relationships/slideLayout" Target="../slideLayouts/slideLayout17.xml"/><Relationship Id="rId11" Type="http://schemas.openxmlformats.org/officeDocument/2006/relationships/tags" Target="../tags/tag641.xml"/><Relationship Id="rId10" Type="http://schemas.openxmlformats.org/officeDocument/2006/relationships/tags" Target="../tags/tag640.xml"/><Relationship Id="rId1" Type="http://schemas.openxmlformats.org/officeDocument/2006/relationships/tags" Target="../tags/tag631.xml"/></Relationships>
</file>

<file path=ppt/slides/_rels/slide6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647.xml"/><Relationship Id="rId7" Type="http://schemas.openxmlformats.org/officeDocument/2006/relationships/image" Target="../media/image26.emf"/><Relationship Id="rId6" Type="http://schemas.openxmlformats.org/officeDocument/2006/relationships/image" Target="../media/image25.emf"/><Relationship Id="rId5" Type="http://schemas.openxmlformats.org/officeDocument/2006/relationships/tags" Target="../tags/tag646.xml"/><Relationship Id="rId4" Type="http://schemas.openxmlformats.org/officeDocument/2006/relationships/tags" Target="../tags/tag645.xml"/><Relationship Id="rId3" Type="http://schemas.openxmlformats.org/officeDocument/2006/relationships/tags" Target="../tags/tag644.xml"/><Relationship Id="rId2" Type="http://schemas.openxmlformats.org/officeDocument/2006/relationships/tags" Target="../tags/tag643.xml"/><Relationship Id="rId1" Type="http://schemas.openxmlformats.org/officeDocument/2006/relationships/tags" Target="../tags/tag642.xml"/></Relationships>
</file>

<file path=ppt/slides/_rels/slide66.xml.rels><?xml version="1.0" encoding="UTF-8" standalone="yes"?>
<Relationships xmlns="http://schemas.openxmlformats.org/package/2006/relationships"><Relationship Id="rId9" Type="http://schemas.openxmlformats.org/officeDocument/2006/relationships/tags" Target="../tags/tag653.xml"/><Relationship Id="rId8" Type="http://schemas.openxmlformats.org/officeDocument/2006/relationships/image" Target="../media/image29.emf"/><Relationship Id="rId7" Type="http://schemas.openxmlformats.org/officeDocument/2006/relationships/image" Target="../media/image28.emf"/><Relationship Id="rId6" Type="http://schemas.openxmlformats.org/officeDocument/2006/relationships/image" Target="../media/image27.emf"/><Relationship Id="rId5" Type="http://schemas.openxmlformats.org/officeDocument/2006/relationships/tags" Target="../tags/tag652.xml"/><Relationship Id="rId4" Type="http://schemas.openxmlformats.org/officeDocument/2006/relationships/tags" Target="../tags/tag651.xml"/><Relationship Id="rId3" Type="http://schemas.openxmlformats.org/officeDocument/2006/relationships/tags" Target="../tags/tag650.xml"/><Relationship Id="rId2" Type="http://schemas.openxmlformats.org/officeDocument/2006/relationships/tags" Target="../tags/tag649.xml"/><Relationship Id="rId10" Type="http://schemas.openxmlformats.org/officeDocument/2006/relationships/slideLayout" Target="../slideLayouts/slideLayout17.xml"/><Relationship Id="rId1" Type="http://schemas.openxmlformats.org/officeDocument/2006/relationships/tags" Target="../tags/tag648.xml"/></Relationships>
</file>

<file path=ppt/slides/_rels/slide67.xml.rels><?xml version="1.0" encoding="UTF-8" standalone="yes"?>
<Relationships xmlns="http://schemas.openxmlformats.org/package/2006/relationships"><Relationship Id="rId9" Type="http://schemas.openxmlformats.org/officeDocument/2006/relationships/tags" Target="../tags/tag662.xml"/><Relationship Id="rId8" Type="http://schemas.openxmlformats.org/officeDocument/2006/relationships/tags" Target="../tags/tag661.xml"/><Relationship Id="rId7" Type="http://schemas.openxmlformats.org/officeDocument/2006/relationships/tags" Target="../tags/tag660.xml"/><Relationship Id="rId6" Type="http://schemas.openxmlformats.org/officeDocument/2006/relationships/tags" Target="../tags/tag659.xml"/><Relationship Id="rId5" Type="http://schemas.openxmlformats.org/officeDocument/2006/relationships/tags" Target="../tags/tag658.xml"/><Relationship Id="rId4" Type="http://schemas.openxmlformats.org/officeDocument/2006/relationships/tags" Target="../tags/tag657.xml"/><Relationship Id="rId3" Type="http://schemas.openxmlformats.org/officeDocument/2006/relationships/tags" Target="../tags/tag656.xml"/><Relationship Id="rId2" Type="http://schemas.openxmlformats.org/officeDocument/2006/relationships/tags" Target="../tags/tag655.xml"/><Relationship Id="rId19" Type="http://schemas.openxmlformats.org/officeDocument/2006/relationships/slideLayout" Target="../slideLayouts/slideLayout17.xml"/><Relationship Id="rId18" Type="http://schemas.openxmlformats.org/officeDocument/2006/relationships/tags" Target="../tags/tag671.xml"/><Relationship Id="rId17" Type="http://schemas.openxmlformats.org/officeDocument/2006/relationships/tags" Target="../tags/tag670.xml"/><Relationship Id="rId16" Type="http://schemas.openxmlformats.org/officeDocument/2006/relationships/tags" Target="../tags/tag669.xml"/><Relationship Id="rId15" Type="http://schemas.openxmlformats.org/officeDocument/2006/relationships/tags" Target="../tags/tag668.xml"/><Relationship Id="rId14" Type="http://schemas.openxmlformats.org/officeDocument/2006/relationships/tags" Target="../tags/tag667.xml"/><Relationship Id="rId13" Type="http://schemas.openxmlformats.org/officeDocument/2006/relationships/tags" Target="../tags/tag666.xml"/><Relationship Id="rId12" Type="http://schemas.openxmlformats.org/officeDocument/2006/relationships/tags" Target="../tags/tag665.xml"/><Relationship Id="rId11" Type="http://schemas.openxmlformats.org/officeDocument/2006/relationships/tags" Target="../tags/tag664.xml"/><Relationship Id="rId10" Type="http://schemas.openxmlformats.org/officeDocument/2006/relationships/tags" Target="../tags/tag663.xml"/><Relationship Id="rId1" Type="http://schemas.openxmlformats.org/officeDocument/2006/relationships/tags" Target="../tags/tag654.xml"/></Relationships>
</file>

<file path=ppt/slides/_rels/slide68.xml.rels><?xml version="1.0" encoding="UTF-8" standalone="yes"?>
<Relationships xmlns="http://schemas.openxmlformats.org/package/2006/relationships"><Relationship Id="rId9" Type="http://schemas.openxmlformats.org/officeDocument/2006/relationships/tags" Target="../tags/tag680.xml"/><Relationship Id="rId8" Type="http://schemas.openxmlformats.org/officeDocument/2006/relationships/tags" Target="../tags/tag679.xml"/><Relationship Id="rId7" Type="http://schemas.openxmlformats.org/officeDocument/2006/relationships/tags" Target="../tags/tag678.xml"/><Relationship Id="rId6" Type="http://schemas.openxmlformats.org/officeDocument/2006/relationships/tags" Target="../tags/tag677.xml"/><Relationship Id="rId5" Type="http://schemas.openxmlformats.org/officeDocument/2006/relationships/tags" Target="../tags/tag676.xml"/><Relationship Id="rId4" Type="http://schemas.openxmlformats.org/officeDocument/2006/relationships/tags" Target="../tags/tag675.xml"/><Relationship Id="rId3" Type="http://schemas.openxmlformats.org/officeDocument/2006/relationships/tags" Target="../tags/tag674.xml"/><Relationship Id="rId23" Type="http://schemas.openxmlformats.org/officeDocument/2006/relationships/slideLayout" Target="../slideLayouts/slideLayout17.xml"/><Relationship Id="rId22" Type="http://schemas.openxmlformats.org/officeDocument/2006/relationships/tags" Target="../tags/tag693.xml"/><Relationship Id="rId21" Type="http://schemas.openxmlformats.org/officeDocument/2006/relationships/tags" Target="../tags/tag692.xml"/><Relationship Id="rId20" Type="http://schemas.openxmlformats.org/officeDocument/2006/relationships/tags" Target="../tags/tag691.xml"/><Relationship Id="rId2" Type="http://schemas.openxmlformats.org/officeDocument/2006/relationships/tags" Target="../tags/tag673.xml"/><Relationship Id="rId19" Type="http://schemas.openxmlformats.org/officeDocument/2006/relationships/tags" Target="../tags/tag690.xml"/><Relationship Id="rId18" Type="http://schemas.openxmlformats.org/officeDocument/2006/relationships/tags" Target="../tags/tag689.xml"/><Relationship Id="rId17" Type="http://schemas.openxmlformats.org/officeDocument/2006/relationships/tags" Target="../tags/tag688.xml"/><Relationship Id="rId16" Type="http://schemas.openxmlformats.org/officeDocument/2006/relationships/tags" Target="../tags/tag687.xml"/><Relationship Id="rId15" Type="http://schemas.openxmlformats.org/officeDocument/2006/relationships/tags" Target="../tags/tag686.xml"/><Relationship Id="rId14" Type="http://schemas.openxmlformats.org/officeDocument/2006/relationships/tags" Target="../tags/tag685.xml"/><Relationship Id="rId13" Type="http://schemas.openxmlformats.org/officeDocument/2006/relationships/tags" Target="../tags/tag684.xml"/><Relationship Id="rId12" Type="http://schemas.openxmlformats.org/officeDocument/2006/relationships/tags" Target="../tags/tag683.xml"/><Relationship Id="rId11" Type="http://schemas.openxmlformats.org/officeDocument/2006/relationships/tags" Target="../tags/tag682.xml"/><Relationship Id="rId10" Type="http://schemas.openxmlformats.org/officeDocument/2006/relationships/tags" Target="../tags/tag681.xml"/><Relationship Id="rId1" Type="http://schemas.openxmlformats.org/officeDocument/2006/relationships/tags" Target="../tags/tag672.xml"/></Relationships>
</file>

<file path=ppt/slides/_rels/slide69.xml.rels><?xml version="1.0" encoding="UTF-8" standalone="yes"?>
<Relationships xmlns="http://schemas.openxmlformats.org/package/2006/relationships"><Relationship Id="rId9" Type="http://schemas.openxmlformats.org/officeDocument/2006/relationships/tags" Target="../tags/tag702.xml"/><Relationship Id="rId8" Type="http://schemas.openxmlformats.org/officeDocument/2006/relationships/tags" Target="../tags/tag701.xml"/><Relationship Id="rId7" Type="http://schemas.openxmlformats.org/officeDocument/2006/relationships/tags" Target="../tags/tag700.xml"/><Relationship Id="rId6" Type="http://schemas.openxmlformats.org/officeDocument/2006/relationships/tags" Target="../tags/tag699.xml"/><Relationship Id="rId5" Type="http://schemas.openxmlformats.org/officeDocument/2006/relationships/tags" Target="../tags/tag698.xml"/><Relationship Id="rId4" Type="http://schemas.openxmlformats.org/officeDocument/2006/relationships/tags" Target="../tags/tag697.xml"/><Relationship Id="rId3" Type="http://schemas.openxmlformats.org/officeDocument/2006/relationships/tags" Target="../tags/tag696.xml"/><Relationship Id="rId24" Type="http://schemas.openxmlformats.org/officeDocument/2006/relationships/slideLayout" Target="../slideLayouts/slideLayout17.xml"/><Relationship Id="rId23" Type="http://schemas.openxmlformats.org/officeDocument/2006/relationships/tags" Target="../tags/tag716.xml"/><Relationship Id="rId22" Type="http://schemas.openxmlformats.org/officeDocument/2006/relationships/tags" Target="../tags/tag715.xml"/><Relationship Id="rId21" Type="http://schemas.openxmlformats.org/officeDocument/2006/relationships/tags" Target="../tags/tag714.xml"/><Relationship Id="rId20" Type="http://schemas.openxmlformats.org/officeDocument/2006/relationships/tags" Target="../tags/tag713.xml"/><Relationship Id="rId2" Type="http://schemas.openxmlformats.org/officeDocument/2006/relationships/tags" Target="../tags/tag695.xml"/><Relationship Id="rId19" Type="http://schemas.openxmlformats.org/officeDocument/2006/relationships/tags" Target="../tags/tag712.xml"/><Relationship Id="rId18" Type="http://schemas.openxmlformats.org/officeDocument/2006/relationships/tags" Target="../tags/tag711.xml"/><Relationship Id="rId17" Type="http://schemas.openxmlformats.org/officeDocument/2006/relationships/tags" Target="../tags/tag710.xml"/><Relationship Id="rId16" Type="http://schemas.openxmlformats.org/officeDocument/2006/relationships/tags" Target="../tags/tag709.xml"/><Relationship Id="rId15" Type="http://schemas.openxmlformats.org/officeDocument/2006/relationships/tags" Target="../tags/tag708.xml"/><Relationship Id="rId14" Type="http://schemas.openxmlformats.org/officeDocument/2006/relationships/tags" Target="../tags/tag707.xml"/><Relationship Id="rId13" Type="http://schemas.openxmlformats.org/officeDocument/2006/relationships/tags" Target="../tags/tag706.xml"/><Relationship Id="rId12" Type="http://schemas.openxmlformats.org/officeDocument/2006/relationships/tags" Target="../tags/tag705.xml"/><Relationship Id="rId11" Type="http://schemas.openxmlformats.org/officeDocument/2006/relationships/tags" Target="../tags/tag704.xml"/><Relationship Id="rId10" Type="http://schemas.openxmlformats.org/officeDocument/2006/relationships/tags" Target="../tags/tag703.xml"/><Relationship Id="rId1" Type="http://schemas.openxmlformats.org/officeDocument/2006/relationships/tags" Target="../tags/tag694.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22.xml"/><Relationship Id="rId5" Type="http://schemas.openxmlformats.org/officeDocument/2006/relationships/tags" Target="../tags/tag721.xml"/><Relationship Id="rId4" Type="http://schemas.openxmlformats.org/officeDocument/2006/relationships/tags" Target="../tags/tag720.xml"/><Relationship Id="rId3" Type="http://schemas.openxmlformats.org/officeDocument/2006/relationships/tags" Target="../tags/tag719.xml"/><Relationship Id="rId2" Type="http://schemas.openxmlformats.org/officeDocument/2006/relationships/tags" Target="../tags/tag718.xml"/><Relationship Id="rId1" Type="http://schemas.openxmlformats.org/officeDocument/2006/relationships/tags" Target="../tags/tag717.xml"/></Relationships>
</file>

<file path=ppt/slides/_rels/slide71.xml.rels><?xml version="1.0" encoding="UTF-8" standalone="yes"?>
<Relationships xmlns="http://schemas.openxmlformats.org/package/2006/relationships"><Relationship Id="rId9" Type="http://schemas.openxmlformats.org/officeDocument/2006/relationships/tags" Target="../tags/tag731.xml"/><Relationship Id="rId8" Type="http://schemas.openxmlformats.org/officeDocument/2006/relationships/tags" Target="../tags/tag730.xml"/><Relationship Id="rId7" Type="http://schemas.openxmlformats.org/officeDocument/2006/relationships/tags" Target="../tags/tag729.xml"/><Relationship Id="rId6" Type="http://schemas.openxmlformats.org/officeDocument/2006/relationships/tags" Target="../tags/tag728.xml"/><Relationship Id="rId5" Type="http://schemas.openxmlformats.org/officeDocument/2006/relationships/tags" Target="../tags/tag727.xml"/><Relationship Id="rId4" Type="http://schemas.openxmlformats.org/officeDocument/2006/relationships/tags" Target="../tags/tag726.xml"/><Relationship Id="rId3" Type="http://schemas.openxmlformats.org/officeDocument/2006/relationships/tags" Target="../tags/tag725.xml"/><Relationship Id="rId2" Type="http://schemas.openxmlformats.org/officeDocument/2006/relationships/tags" Target="../tags/tag724.xml"/><Relationship Id="rId16" Type="http://schemas.openxmlformats.org/officeDocument/2006/relationships/slideLayout" Target="../slideLayouts/slideLayout17.xml"/><Relationship Id="rId15" Type="http://schemas.openxmlformats.org/officeDocument/2006/relationships/tags" Target="../tags/tag737.xml"/><Relationship Id="rId14" Type="http://schemas.openxmlformats.org/officeDocument/2006/relationships/tags" Target="../tags/tag736.xml"/><Relationship Id="rId13" Type="http://schemas.openxmlformats.org/officeDocument/2006/relationships/tags" Target="../tags/tag735.xml"/><Relationship Id="rId12" Type="http://schemas.openxmlformats.org/officeDocument/2006/relationships/tags" Target="../tags/tag734.xml"/><Relationship Id="rId11" Type="http://schemas.openxmlformats.org/officeDocument/2006/relationships/tags" Target="../tags/tag733.xml"/><Relationship Id="rId10" Type="http://schemas.openxmlformats.org/officeDocument/2006/relationships/tags" Target="../tags/tag732.xml"/><Relationship Id="rId1" Type="http://schemas.openxmlformats.org/officeDocument/2006/relationships/tags" Target="../tags/tag723.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3.xml"/><Relationship Id="rId3" Type="http://schemas.openxmlformats.org/officeDocument/2006/relationships/tags" Target="../tags/tag740.xml"/><Relationship Id="rId2" Type="http://schemas.openxmlformats.org/officeDocument/2006/relationships/tags" Target="../tags/tag739.xml"/><Relationship Id="rId1" Type="http://schemas.openxmlformats.org/officeDocument/2006/relationships/tags" Target="../tags/tag738.xml"/></Relationships>
</file>

<file path=ppt/slides/_rels/slide73.xml.rels><?xml version="1.0" encoding="UTF-8" standalone="yes"?>
<Relationships xmlns="http://schemas.openxmlformats.org/package/2006/relationships"><Relationship Id="rId9" Type="http://schemas.openxmlformats.org/officeDocument/2006/relationships/tags" Target="../tags/tag749.xml"/><Relationship Id="rId8" Type="http://schemas.openxmlformats.org/officeDocument/2006/relationships/tags" Target="../tags/tag748.xml"/><Relationship Id="rId7" Type="http://schemas.openxmlformats.org/officeDocument/2006/relationships/tags" Target="../tags/tag747.xml"/><Relationship Id="rId6" Type="http://schemas.openxmlformats.org/officeDocument/2006/relationships/tags" Target="../tags/tag746.xml"/><Relationship Id="rId5" Type="http://schemas.openxmlformats.org/officeDocument/2006/relationships/tags" Target="../tags/tag745.xml"/><Relationship Id="rId4" Type="http://schemas.openxmlformats.org/officeDocument/2006/relationships/tags" Target="../tags/tag744.xml"/><Relationship Id="rId3" Type="http://schemas.openxmlformats.org/officeDocument/2006/relationships/tags" Target="../tags/tag743.xml"/><Relationship Id="rId2" Type="http://schemas.openxmlformats.org/officeDocument/2006/relationships/tags" Target="../tags/tag742.xml"/><Relationship Id="rId12" Type="http://schemas.openxmlformats.org/officeDocument/2006/relationships/slideLayout" Target="../slideLayouts/slideLayout17.xml"/><Relationship Id="rId11" Type="http://schemas.openxmlformats.org/officeDocument/2006/relationships/tags" Target="../tags/tag751.xml"/><Relationship Id="rId10" Type="http://schemas.openxmlformats.org/officeDocument/2006/relationships/tags" Target="../tags/tag750.xml"/><Relationship Id="rId1" Type="http://schemas.openxmlformats.org/officeDocument/2006/relationships/tags" Target="../tags/tag741.xml"/></Relationships>
</file>

<file path=ppt/slides/_rels/slide7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57.xml"/><Relationship Id="rId5" Type="http://schemas.openxmlformats.org/officeDocument/2006/relationships/tags" Target="../tags/tag756.xml"/><Relationship Id="rId4" Type="http://schemas.openxmlformats.org/officeDocument/2006/relationships/tags" Target="../tags/tag755.xml"/><Relationship Id="rId3" Type="http://schemas.openxmlformats.org/officeDocument/2006/relationships/tags" Target="../tags/tag754.xml"/><Relationship Id="rId2" Type="http://schemas.openxmlformats.org/officeDocument/2006/relationships/tags" Target="../tags/tag753.xml"/><Relationship Id="rId1" Type="http://schemas.openxmlformats.org/officeDocument/2006/relationships/tags" Target="../tags/tag752.xml"/></Relationships>
</file>

<file path=ppt/slides/_rels/slide75.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tags" Target="../tags/tag763.xml"/><Relationship Id="rId5" Type="http://schemas.openxmlformats.org/officeDocument/2006/relationships/tags" Target="../tags/tag762.xml"/><Relationship Id="rId4" Type="http://schemas.openxmlformats.org/officeDocument/2006/relationships/tags" Target="../tags/tag761.xml"/><Relationship Id="rId3" Type="http://schemas.openxmlformats.org/officeDocument/2006/relationships/tags" Target="../tags/tag760.xml"/><Relationship Id="rId2" Type="http://schemas.openxmlformats.org/officeDocument/2006/relationships/tags" Target="../tags/tag759.xml"/><Relationship Id="rId17" Type="http://schemas.openxmlformats.org/officeDocument/2006/relationships/slideLayout" Target="../slideLayouts/slideLayout17.xml"/><Relationship Id="rId16" Type="http://schemas.openxmlformats.org/officeDocument/2006/relationships/tags" Target="../tags/tag764.xml"/><Relationship Id="rId15" Type="http://schemas.openxmlformats.org/officeDocument/2006/relationships/image" Target="../media/image38.emf"/><Relationship Id="rId14" Type="http://schemas.openxmlformats.org/officeDocument/2006/relationships/image" Target="../media/image37.emf"/><Relationship Id="rId13" Type="http://schemas.openxmlformats.org/officeDocument/2006/relationships/image" Target="../media/image36.emf"/><Relationship Id="rId12" Type="http://schemas.openxmlformats.org/officeDocument/2006/relationships/image" Target="../media/image35.png"/><Relationship Id="rId11" Type="http://schemas.openxmlformats.org/officeDocument/2006/relationships/image" Target="../media/image34.png"/><Relationship Id="rId10" Type="http://schemas.openxmlformats.org/officeDocument/2006/relationships/image" Target="../media/image33.png"/><Relationship Id="rId1" Type="http://schemas.openxmlformats.org/officeDocument/2006/relationships/tags" Target="../tags/tag758.xml"/></Relationships>
</file>

<file path=ppt/slides/_rels/slide7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771.xml"/><Relationship Id="rId6" Type="http://schemas.openxmlformats.org/officeDocument/2006/relationships/tags" Target="../tags/tag770.xml"/><Relationship Id="rId5" Type="http://schemas.openxmlformats.org/officeDocument/2006/relationships/tags" Target="../tags/tag769.xml"/><Relationship Id="rId4" Type="http://schemas.openxmlformats.org/officeDocument/2006/relationships/tags" Target="../tags/tag768.xml"/><Relationship Id="rId3" Type="http://schemas.openxmlformats.org/officeDocument/2006/relationships/tags" Target="../tags/tag767.xml"/><Relationship Id="rId2" Type="http://schemas.openxmlformats.org/officeDocument/2006/relationships/tags" Target="../tags/tag766.xml"/><Relationship Id="rId1" Type="http://schemas.openxmlformats.org/officeDocument/2006/relationships/tags" Target="../tags/tag765.xml"/></Relationships>
</file>

<file path=ppt/slides/_rels/slide7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778.xml"/><Relationship Id="rId6" Type="http://schemas.openxmlformats.org/officeDocument/2006/relationships/tags" Target="../tags/tag777.xml"/><Relationship Id="rId5" Type="http://schemas.openxmlformats.org/officeDocument/2006/relationships/tags" Target="../tags/tag776.xml"/><Relationship Id="rId4" Type="http://schemas.openxmlformats.org/officeDocument/2006/relationships/tags" Target="../tags/tag775.xml"/><Relationship Id="rId3" Type="http://schemas.openxmlformats.org/officeDocument/2006/relationships/tags" Target="../tags/tag774.xml"/><Relationship Id="rId2" Type="http://schemas.openxmlformats.org/officeDocument/2006/relationships/tags" Target="../tags/tag773.xml"/><Relationship Id="rId1" Type="http://schemas.openxmlformats.org/officeDocument/2006/relationships/tags" Target="../tags/tag772.xml"/></Relationships>
</file>

<file path=ppt/slides/_rels/slide78.xml.rels><?xml version="1.0" encoding="UTF-8" standalone="yes"?>
<Relationships xmlns="http://schemas.openxmlformats.org/package/2006/relationships"><Relationship Id="rId9" Type="http://schemas.openxmlformats.org/officeDocument/2006/relationships/tags" Target="../tags/tag787.xml"/><Relationship Id="rId8" Type="http://schemas.openxmlformats.org/officeDocument/2006/relationships/tags" Target="../tags/tag786.xml"/><Relationship Id="rId7" Type="http://schemas.openxmlformats.org/officeDocument/2006/relationships/tags" Target="../tags/tag785.xml"/><Relationship Id="rId6" Type="http://schemas.openxmlformats.org/officeDocument/2006/relationships/tags" Target="../tags/tag784.xml"/><Relationship Id="rId5" Type="http://schemas.openxmlformats.org/officeDocument/2006/relationships/tags" Target="../tags/tag783.xml"/><Relationship Id="rId4" Type="http://schemas.openxmlformats.org/officeDocument/2006/relationships/tags" Target="../tags/tag782.xml"/><Relationship Id="rId3" Type="http://schemas.openxmlformats.org/officeDocument/2006/relationships/tags" Target="../tags/tag781.xml"/><Relationship Id="rId2" Type="http://schemas.openxmlformats.org/officeDocument/2006/relationships/tags" Target="../tags/tag780.xml"/><Relationship Id="rId12" Type="http://schemas.openxmlformats.org/officeDocument/2006/relationships/slideLayout" Target="../slideLayouts/slideLayout17.xml"/><Relationship Id="rId11" Type="http://schemas.openxmlformats.org/officeDocument/2006/relationships/tags" Target="../tags/tag789.xml"/><Relationship Id="rId10" Type="http://schemas.openxmlformats.org/officeDocument/2006/relationships/tags" Target="../tags/tag788.xml"/><Relationship Id="rId1" Type="http://schemas.openxmlformats.org/officeDocument/2006/relationships/tags" Target="../tags/tag779.xml"/></Relationships>
</file>

<file path=ppt/slides/_rels/slide7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95.xml"/><Relationship Id="rId5" Type="http://schemas.openxmlformats.org/officeDocument/2006/relationships/tags" Target="../tags/tag794.xml"/><Relationship Id="rId4" Type="http://schemas.openxmlformats.org/officeDocument/2006/relationships/tags" Target="../tags/tag793.xml"/><Relationship Id="rId3" Type="http://schemas.openxmlformats.org/officeDocument/2006/relationships/tags" Target="../tags/tag792.xml"/><Relationship Id="rId2" Type="http://schemas.openxmlformats.org/officeDocument/2006/relationships/tags" Target="../tags/tag791.xml"/><Relationship Id="rId1" Type="http://schemas.openxmlformats.org/officeDocument/2006/relationships/tags" Target="../tags/tag790.xml"/></Relationships>
</file>

<file path=ppt/slides/_rels/slide8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02.xml"/><Relationship Id="rId6" Type="http://schemas.openxmlformats.org/officeDocument/2006/relationships/tags" Target="../tags/tag801.xml"/><Relationship Id="rId5" Type="http://schemas.openxmlformats.org/officeDocument/2006/relationships/tags" Target="../tags/tag800.xml"/><Relationship Id="rId4" Type="http://schemas.openxmlformats.org/officeDocument/2006/relationships/tags" Target="../tags/tag799.xml"/><Relationship Id="rId3" Type="http://schemas.openxmlformats.org/officeDocument/2006/relationships/tags" Target="../tags/tag798.xml"/><Relationship Id="rId2" Type="http://schemas.openxmlformats.org/officeDocument/2006/relationships/tags" Target="../tags/tag797.xml"/><Relationship Id="rId1" Type="http://schemas.openxmlformats.org/officeDocument/2006/relationships/tags" Target="../tags/tag796.xml"/></Relationships>
</file>

<file path=ppt/slides/_rels/slide8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09.xml"/><Relationship Id="rId6" Type="http://schemas.openxmlformats.org/officeDocument/2006/relationships/tags" Target="../tags/tag808.xml"/><Relationship Id="rId5" Type="http://schemas.openxmlformats.org/officeDocument/2006/relationships/tags" Target="../tags/tag807.xml"/><Relationship Id="rId4" Type="http://schemas.openxmlformats.org/officeDocument/2006/relationships/tags" Target="../tags/tag806.xml"/><Relationship Id="rId3" Type="http://schemas.openxmlformats.org/officeDocument/2006/relationships/tags" Target="../tags/tag805.xml"/><Relationship Id="rId2" Type="http://schemas.openxmlformats.org/officeDocument/2006/relationships/tags" Target="../tags/tag804.xml"/><Relationship Id="rId1" Type="http://schemas.openxmlformats.org/officeDocument/2006/relationships/tags" Target="../tags/tag803.xml"/></Relationships>
</file>

<file path=ppt/slides/_rels/slide8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16.xml"/><Relationship Id="rId6" Type="http://schemas.openxmlformats.org/officeDocument/2006/relationships/tags" Target="../tags/tag815.xml"/><Relationship Id="rId5" Type="http://schemas.openxmlformats.org/officeDocument/2006/relationships/tags" Target="../tags/tag814.xml"/><Relationship Id="rId4" Type="http://schemas.openxmlformats.org/officeDocument/2006/relationships/tags" Target="../tags/tag813.xml"/><Relationship Id="rId3" Type="http://schemas.openxmlformats.org/officeDocument/2006/relationships/tags" Target="../tags/tag812.xml"/><Relationship Id="rId2" Type="http://schemas.openxmlformats.org/officeDocument/2006/relationships/tags" Target="../tags/tag811.xml"/><Relationship Id="rId1" Type="http://schemas.openxmlformats.org/officeDocument/2006/relationships/tags" Target="../tags/tag810.xml"/></Relationships>
</file>

<file path=ppt/slides/_rels/slide8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23.xml"/><Relationship Id="rId6" Type="http://schemas.openxmlformats.org/officeDocument/2006/relationships/tags" Target="../tags/tag822.xml"/><Relationship Id="rId5" Type="http://schemas.openxmlformats.org/officeDocument/2006/relationships/tags" Target="../tags/tag821.xml"/><Relationship Id="rId4" Type="http://schemas.openxmlformats.org/officeDocument/2006/relationships/tags" Target="../tags/tag820.xml"/><Relationship Id="rId3" Type="http://schemas.openxmlformats.org/officeDocument/2006/relationships/tags" Target="../tags/tag819.xml"/><Relationship Id="rId2" Type="http://schemas.openxmlformats.org/officeDocument/2006/relationships/tags" Target="../tags/tag818.xml"/><Relationship Id="rId1" Type="http://schemas.openxmlformats.org/officeDocument/2006/relationships/tags" Target="../tags/tag817.xml"/></Relationships>
</file>

<file path=ppt/slides/_rels/slide84.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3.xml"/><Relationship Id="rId3" Type="http://schemas.openxmlformats.org/officeDocument/2006/relationships/tags" Target="../tags/tag826.xml"/><Relationship Id="rId2" Type="http://schemas.openxmlformats.org/officeDocument/2006/relationships/tags" Target="../tags/tag825.xml"/><Relationship Id="rId1" Type="http://schemas.openxmlformats.org/officeDocument/2006/relationships/tags" Target="../tags/tag824.xml"/></Relationships>
</file>

<file path=ppt/slides/_rels/slide8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32.xml"/><Relationship Id="rId5" Type="http://schemas.openxmlformats.org/officeDocument/2006/relationships/tags" Target="../tags/tag831.xml"/><Relationship Id="rId4" Type="http://schemas.openxmlformats.org/officeDocument/2006/relationships/tags" Target="../tags/tag830.xml"/><Relationship Id="rId3" Type="http://schemas.openxmlformats.org/officeDocument/2006/relationships/tags" Target="../tags/tag829.xml"/><Relationship Id="rId2" Type="http://schemas.openxmlformats.org/officeDocument/2006/relationships/tags" Target="../tags/tag828.xml"/><Relationship Id="rId1" Type="http://schemas.openxmlformats.org/officeDocument/2006/relationships/tags" Target="../tags/tag827.xml"/></Relationships>
</file>

<file path=ppt/slides/_rels/slide86.xml.rels><?xml version="1.0" encoding="UTF-8" standalone="yes"?>
<Relationships xmlns="http://schemas.openxmlformats.org/package/2006/relationships"><Relationship Id="rId9" Type="http://schemas.openxmlformats.org/officeDocument/2006/relationships/tags" Target="../tags/tag841.xml"/><Relationship Id="rId8" Type="http://schemas.openxmlformats.org/officeDocument/2006/relationships/tags" Target="../tags/tag840.xml"/><Relationship Id="rId7" Type="http://schemas.openxmlformats.org/officeDocument/2006/relationships/tags" Target="../tags/tag839.xml"/><Relationship Id="rId6" Type="http://schemas.openxmlformats.org/officeDocument/2006/relationships/tags" Target="../tags/tag838.xml"/><Relationship Id="rId5" Type="http://schemas.openxmlformats.org/officeDocument/2006/relationships/tags" Target="../tags/tag837.xml"/><Relationship Id="rId4" Type="http://schemas.openxmlformats.org/officeDocument/2006/relationships/tags" Target="../tags/tag836.xml"/><Relationship Id="rId3" Type="http://schemas.openxmlformats.org/officeDocument/2006/relationships/tags" Target="../tags/tag835.xml"/><Relationship Id="rId2" Type="http://schemas.openxmlformats.org/officeDocument/2006/relationships/tags" Target="../tags/tag834.xml"/><Relationship Id="rId12" Type="http://schemas.openxmlformats.org/officeDocument/2006/relationships/slideLayout" Target="../slideLayouts/slideLayout17.xml"/><Relationship Id="rId11" Type="http://schemas.openxmlformats.org/officeDocument/2006/relationships/tags" Target="../tags/tag843.xml"/><Relationship Id="rId10" Type="http://schemas.openxmlformats.org/officeDocument/2006/relationships/tags" Target="../tags/tag842.xml"/><Relationship Id="rId1" Type="http://schemas.openxmlformats.org/officeDocument/2006/relationships/tags" Target="../tags/tag833.xml"/></Relationships>
</file>

<file path=ppt/slides/_rels/slide87.xml.rels><?xml version="1.0" encoding="UTF-8" standalone="yes"?>
<Relationships xmlns="http://schemas.openxmlformats.org/package/2006/relationships"><Relationship Id="rId9" Type="http://schemas.openxmlformats.org/officeDocument/2006/relationships/tags" Target="../tags/tag852.xml"/><Relationship Id="rId8" Type="http://schemas.openxmlformats.org/officeDocument/2006/relationships/tags" Target="../tags/tag851.xml"/><Relationship Id="rId7" Type="http://schemas.openxmlformats.org/officeDocument/2006/relationships/tags" Target="../tags/tag850.xml"/><Relationship Id="rId6" Type="http://schemas.openxmlformats.org/officeDocument/2006/relationships/tags" Target="../tags/tag849.xml"/><Relationship Id="rId5" Type="http://schemas.openxmlformats.org/officeDocument/2006/relationships/tags" Target="../tags/tag848.xml"/><Relationship Id="rId4" Type="http://schemas.openxmlformats.org/officeDocument/2006/relationships/tags" Target="../tags/tag847.xml"/><Relationship Id="rId3" Type="http://schemas.openxmlformats.org/officeDocument/2006/relationships/tags" Target="../tags/tag846.xml"/><Relationship Id="rId2" Type="http://schemas.openxmlformats.org/officeDocument/2006/relationships/tags" Target="../tags/tag845.xml"/><Relationship Id="rId12" Type="http://schemas.openxmlformats.org/officeDocument/2006/relationships/slideLayout" Target="../slideLayouts/slideLayout17.xml"/><Relationship Id="rId11" Type="http://schemas.openxmlformats.org/officeDocument/2006/relationships/tags" Target="../tags/tag854.xml"/><Relationship Id="rId10" Type="http://schemas.openxmlformats.org/officeDocument/2006/relationships/tags" Target="../tags/tag853.xml"/><Relationship Id="rId1" Type="http://schemas.openxmlformats.org/officeDocument/2006/relationships/tags" Target="../tags/tag844.xml"/></Relationships>
</file>

<file path=ppt/slides/_rels/slide8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61.xml"/><Relationship Id="rId6" Type="http://schemas.openxmlformats.org/officeDocument/2006/relationships/tags" Target="../tags/tag860.xml"/><Relationship Id="rId5" Type="http://schemas.openxmlformats.org/officeDocument/2006/relationships/tags" Target="../tags/tag859.xml"/><Relationship Id="rId4" Type="http://schemas.openxmlformats.org/officeDocument/2006/relationships/tags" Target="../tags/tag858.xml"/><Relationship Id="rId3" Type="http://schemas.openxmlformats.org/officeDocument/2006/relationships/tags" Target="../tags/tag857.xml"/><Relationship Id="rId2" Type="http://schemas.openxmlformats.org/officeDocument/2006/relationships/tags" Target="../tags/tag856.xml"/><Relationship Id="rId1" Type="http://schemas.openxmlformats.org/officeDocument/2006/relationships/tags" Target="../tags/tag855.xml"/></Relationships>
</file>

<file path=ppt/slides/_rels/slide8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68.xml"/><Relationship Id="rId6" Type="http://schemas.openxmlformats.org/officeDocument/2006/relationships/tags" Target="../tags/tag867.xml"/><Relationship Id="rId5" Type="http://schemas.openxmlformats.org/officeDocument/2006/relationships/tags" Target="../tags/tag866.xml"/><Relationship Id="rId4" Type="http://schemas.openxmlformats.org/officeDocument/2006/relationships/tags" Target="../tags/tag865.xml"/><Relationship Id="rId3" Type="http://schemas.openxmlformats.org/officeDocument/2006/relationships/tags" Target="../tags/tag864.xml"/><Relationship Id="rId2" Type="http://schemas.openxmlformats.org/officeDocument/2006/relationships/tags" Target="../tags/tag863.xml"/><Relationship Id="rId1" Type="http://schemas.openxmlformats.org/officeDocument/2006/relationships/tags" Target="../tags/tag862.xml"/></Relationships>
</file>

<file path=ppt/slides/_rels/slide9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75.xml"/><Relationship Id="rId6" Type="http://schemas.openxmlformats.org/officeDocument/2006/relationships/tags" Target="../tags/tag874.xml"/><Relationship Id="rId5" Type="http://schemas.openxmlformats.org/officeDocument/2006/relationships/tags" Target="../tags/tag873.xml"/><Relationship Id="rId4" Type="http://schemas.openxmlformats.org/officeDocument/2006/relationships/tags" Target="../tags/tag872.xml"/><Relationship Id="rId3" Type="http://schemas.openxmlformats.org/officeDocument/2006/relationships/tags" Target="../tags/tag871.xml"/><Relationship Id="rId2" Type="http://schemas.openxmlformats.org/officeDocument/2006/relationships/tags" Target="../tags/tag870.xml"/><Relationship Id="rId1" Type="http://schemas.openxmlformats.org/officeDocument/2006/relationships/tags" Target="../tags/tag869.xml"/></Relationships>
</file>

<file path=ppt/slides/_rels/slide9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882.xml"/><Relationship Id="rId6" Type="http://schemas.openxmlformats.org/officeDocument/2006/relationships/tags" Target="../tags/tag881.xml"/><Relationship Id="rId5" Type="http://schemas.openxmlformats.org/officeDocument/2006/relationships/tags" Target="../tags/tag880.xml"/><Relationship Id="rId4" Type="http://schemas.openxmlformats.org/officeDocument/2006/relationships/tags" Target="../tags/tag879.xml"/><Relationship Id="rId3" Type="http://schemas.openxmlformats.org/officeDocument/2006/relationships/tags" Target="../tags/tag878.xml"/><Relationship Id="rId2" Type="http://schemas.openxmlformats.org/officeDocument/2006/relationships/tags" Target="../tags/tag877.xml"/><Relationship Id="rId1" Type="http://schemas.openxmlformats.org/officeDocument/2006/relationships/tags" Target="../tags/tag876.xml"/></Relationships>
</file>

<file path=ppt/slides/_rels/slide9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88.xml"/><Relationship Id="rId5" Type="http://schemas.openxmlformats.org/officeDocument/2006/relationships/tags" Target="../tags/tag887.xml"/><Relationship Id="rId4" Type="http://schemas.openxmlformats.org/officeDocument/2006/relationships/tags" Target="../tags/tag886.xml"/><Relationship Id="rId3" Type="http://schemas.openxmlformats.org/officeDocument/2006/relationships/tags" Target="../tags/tag885.xml"/><Relationship Id="rId2" Type="http://schemas.openxmlformats.org/officeDocument/2006/relationships/tags" Target="../tags/tag884.xml"/><Relationship Id="rId1" Type="http://schemas.openxmlformats.org/officeDocument/2006/relationships/tags" Target="../tags/tag883.xml"/></Relationships>
</file>

<file path=ppt/slides/_rels/slide93.xml.rels><?xml version="1.0" encoding="UTF-8" standalone="yes"?>
<Relationships xmlns="http://schemas.openxmlformats.org/package/2006/relationships"><Relationship Id="rId9" Type="http://schemas.openxmlformats.org/officeDocument/2006/relationships/tags" Target="../tags/tag895.xml"/><Relationship Id="rId8" Type="http://schemas.openxmlformats.org/officeDocument/2006/relationships/image" Target="../media/image40.emf"/><Relationship Id="rId7" Type="http://schemas.openxmlformats.org/officeDocument/2006/relationships/image" Target="../media/image39.emf"/><Relationship Id="rId6" Type="http://schemas.openxmlformats.org/officeDocument/2006/relationships/tags" Target="../tags/tag894.xml"/><Relationship Id="rId5" Type="http://schemas.openxmlformats.org/officeDocument/2006/relationships/tags" Target="../tags/tag893.xml"/><Relationship Id="rId4" Type="http://schemas.openxmlformats.org/officeDocument/2006/relationships/tags" Target="../tags/tag892.xml"/><Relationship Id="rId3" Type="http://schemas.openxmlformats.org/officeDocument/2006/relationships/tags" Target="../tags/tag891.xml"/><Relationship Id="rId2" Type="http://schemas.openxmlformats.org/officeDocument/2006/relationships/tags" Target="../tags/tag890.xml"/><Relationship Id="rId10" Type="http://schemas.openxmlformats.org/officeDocument/2006/relationships/slideLayout" Target="../slideLayouts/slideLayout17.xml"/><Relationship Id="rId1" Type="http://schemas.openxmlformats.org/officeDocument/2006/relationships/tags" Target="../tags/tag889.xml"/></Relationships>
</file>

<file path=ppt/slides/_rels/slide9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902.xml"/><Relationship Id="rId6" Type="http://schemas.openxmlformats.org/officeDocument/2006/relationships/tags" Target="../tags/tag901.xml"/><Relationship Id="rId5" Type="http://schemas.openxmlformats.org/officeDocument/2006/relationships/tags" Target="../tags/tag900.xml"/><Relationship Id="rId4" Type="http://schemas.openxmlformats.org/officeDocument/2006/relationships/tags" Target="../tags/tag899.xml"/><Relationship Id="rId3" Type="http://schemas.openxmlformats.org/officeDocument/2006/relationships/tags" Target="../tags/tag898.xml"/><Relationship Id="rId2" Type="http://schemas.openxmlformats.org/officeDocument/2006/relationships/tags" Target="../tags/tag897.xml"/><Relationship Id="rId1" Type="http://schemas.openxmlformats.org/officeDocument/2006/relationships/tags" Target="../tags/tag896.xml"/></Relationships>
</file>

<file path=ppt/slides/_rels/slide9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08.xml"/><Relationship Id="rId5" Type="http://schemas.openxmlformats.org/officeDocument/2006/relationships/tags" Target="../tags/tag907.xml"/><Relationship Id="rId4" Type="http://schemas.openxmlformats.org/officeDocument/2006/relationships/tags" Target="../tags/tag906.xml"/><Relationship Id="rId3" Type="http://schemas.openxmlformats.org/officeDocument/2006/relationships/tags" Target="../tags/tag905.xml"/><Relationship Id="rId2" Type="http://schemas.openxmlformats.org/officeDocument/2006/relationships/tags" Target="../tags/tag904.xml"/><Relationship Id="rId1" Type="http://schemas.openxmlformats.org/officeDocument/2006/relationships/tags" Target="../tags/tag903.xml"/></Relationships>
</file>

<file path=ppt/slides/_rels/slide96.xml.rels><?xml version="1.0" encoding="UTF-8" standalone="yes"?>
<Relationships xmlns="http://schemas.openxmlformats.org/package/2006/relationships"><Relationship Id="rId9" Type="http://schemas.openxmlformats.org/officeDocument/2006/relationships/tags" Target="../tags/tag917.xml"/><Relationship Id="rId8" Type="http://schemas.openxmlformats.org/officeDocument/2006/relationships/tags" Target="../tags/tag916.xml"/><Relationship Id="rId7" Type="http://schemas.openxmlformats.org/officeDocument/2006/relationships/tags" Target="../tags/tag915.xml"/><Relationship Id="rId6" Type="http://schemas.openxmlformats.org/officeDocument/2006/relationships/tags" Target="../tags/tag914.xml"/><Relationship Id="rId5" Type="http://schemas.openxmlformats.org/officeDocument/2006/relationships/tags" Target="../tags/tag913.xml"/><Relationship Id="rId4" Type="http://schemas.openxmlformats.org/officeDocument/2006/relationships/tags" Target="../tags/tag912.xml"/><Relationship Id="rId3" Type="http://schemas.openxmlformats.org/officeDocument/2006/relationships/tags" Target="../tags/tag911.xml"/><Relationship Id="rId2" Type="http://schemas.openxmlformats.org/officeDocument/2006/relationships/tags" Target="../tags/tag910.xml"/><Relationship Id="rId13" Type="http://schemas.openxmlformats.org/officeDocument/2006/relationships/slideLayout" Target="../slideLayouts/slideLayout17.xml"/><Relationship Id="rId12" Type="http://schemas.openxmlformats.org/officeDocument/2006/relationships/tags" Target="../tags/tag920.xml"/><Relationship Id="rId11" Type="http://schemas.openxmlformats.org/officeDocument/2006/relationships/tags" Target="../tags/tag919.xml"/><Relationship Id="rId10" Type="http://schemas.openxmlformats.org/officeDocument/2006/relationships/tags" Target="../tags/tag918.xml"/><Relationship Id="rId1" Type="http://schemas.openxmlformats.org/officeDocument/2006/relationships/tags" Target="../tags/tag909.xml"/></Relationships>
</file>

<file path=ppt/slides/_rels/slide9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927.xml"/><Relationship Id="rId6" Type="http://schemas.openxmlformats.org/officeDocument/2006/relationships/tags" Target="../tags/tag926.xml"/><Relationship Id="rId5" Type="http://schemas.openxmlformats.org/officeDocument/2006/relationships/tags" Target="../tags/tag925.xml"/><Relationship Id="rId4" Type="http://schemas.openxmlformats.org/officeDocument/2006/relationships/tags" Target="../tags/tag924.xml"/><Relationship Id="rId3" Type="http://schemas.openxmlformats.org/officeDocument/2006/relationships/tags" Target="../tags/tag923.xml"/><Relationship Id="rId2" Type="http://schemas.openxmlformats.org/officeDocument/2006/relationships/tags" Target="../tags/tag922.xml"/><Relationship Id="rId1" Type="http://schemas.openxmlformats.org/officeDocument/2006/relationships/tags" Target="../tags/tag921.xml"/></Relationships>
</file>

<file path=ppt/slides/_rels/slide9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934.xml"/><Relationship Id="rId6" Type="http://schemas.openxmlformats.org/officeDocument/2006/relationships/tags" Target="../tags/tag933.xml"/><Relationship Id="rId5" Type="http://schemas.openxmlformats.org/officeDocument/2006/relationships/tags" Target="../tags/tag932.xml"/><Relationship Id="rId4" Type="http://schemas.openxmlformats.org/officeDocument/2006/relationships/tags" Target="../tags/tag931.xml"/><Relationship Id="rId3" Type="http://schemas.openxmlformats.org/officeDocument/2006/relationships/tags" Target="../tags/tag930.xml"/><Relationship Id="rId2" Type="http://schemas.openxmlformats.org/officeDocument/2006/relationships/tags" Target="../tags/tag929.xml"/><Relationship Id="rId1" Type="http://schemas.openxmlformats.org/officeDocument/2006/relationships/tags" Target="../tags/tag928.xml"/></Relationships>
</file>

<file path=ppt/slides/_rels/slide9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941.xml"/><Relationship Id="rId6" Type="http://schemas.openxmlformats.org/officeDocument/2006/relationships/tags" Target="../tags/tag940.xml"/><Relationship Id="rId5" Type="http://schemas.openxmlformats.org/officeDocument/2006/relationships/tags" Target="../tags/tag939.xml"/><Relationship Id="rId4" Type="http://schemas.openxmlformats.org/officeDocument/2006/relationships/tags" Target="../tags/tag938.xml"/><Relationship Id="rId3" Type="http://schemas.openxmlformats.org/officeDocument/2006/relationships/tags" Target="../tags/tag937.xml"/><Relationship Id="rId2" Type="http://schemas.openxmlformats.org/officeDocument/2006/relationships/tags" Target="../tags/tag936.xml"/><Relationship Id="rId1" Type="http://schemas.openxmlformats.org/officeDocument/2006/relationships/tags" Target="../tags/tag935.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943.xml"/><Relationship Id="rId1" Type="http://schemas.openxmlformats.org/officeDocument/2006/relationships/tags" Target="../tags/tag9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7.1 数据类型</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3"/>
            </p:custDataLst>
          </p:nvPr>
        </p:nvCxnSpPr>
        <p:spPr>
          <a:xfrm>
            <a:off x="443869" y="9417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矩形 8"/>
          <p:cNvSpPr/>
          <p:nvPr>
            <p:custDataLst>
              <p:tags r:id="rId4"/>
            </p:custDataLst>
          </p:nvPr>
        </p:nvSpPr>
        <p:spPr>
          <a:xfrm>
            <a:off x="1115379" y="1339458"/>
            <a:ext cx="9934947" cy="532532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5"/>
            </p:custDataLst>
          </p:nvPr>
        </p:nvCxnSpPr>
        <p:spPr>
          <a:xfrm>
            <a:off x="1278123" y="1030376"/>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6"/>
            </p:custDataLst>
          </p:nvPr>
        </p:nvCxnSpPr>
        <p:spPr>
          <a:xfrm>
            <a:off x="1115377" y="1107031"/>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10631342" y="6452683"/>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10468596" y="6529337"/>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9"/>
            </p:custDataLst>
          </p:nvPr>
        </p:nvSpPr>
        <p:spPr>
          <a:xfrm>
            <a:off x="1692474" y="1875534"/>
            <a:ext cx="8780841" cy="425320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创建Student数据库之后，接下来要做的工作是向Student数据库加载数据，即创建表。在SQL Server 2016中，是以二维表的形式来存储数据的，能够存储用户输入的各种数据，包括以后使用数据库完成的各种应用也是以表为基础的。所以，表是数据库中最重要的对象，是组成数据库的基本元素。数据库中可包含一个或多个表。
SQL Server 2016中的表是由行和列组成的，通过表名和列名来识别数据。表中各列包含列的名称（字段名）、数据类型和长度、是否为空值等。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4" name="文本框 3"/>
          <p:cNvSpPr txBox="1"/>
          <p:nvPr/>
        </p:nvSpPr>
        <p:spPr>
          <a:xfrm>
            <a:off x="443865" y="421005"/>
            <a:ext cx="6096000" cy="368300"/>
          </a:xfrm>
          <a:prstGeom prst="rect">
            <a:avLst/>
          </a:prstGeom>
          <a:noFill/>
        </p:spPr>
        <p:txBody>
          <a:bodyPr wrap="square" rtlCol="0" anchor="t">
            <a:spAutoFit/>
          </a:bodyPr>
          <a:p>
            <a:r>
              <a:rPr lang="zh-CN" altLang="en-US"/>
              <a:t>创建与管理SQL Server 2016 数据库表</a:t>
            </a:r>
            <a:endParaRPr lang="zh-CN" altLang="en-US"/>
          </a:p>
        </p:txBody>
      </p:sp>
    </p:spTree>
    <p:custDataLst>
      <p:tags r:id="rId10"/>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fontScale="80000"/>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07</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1 数据类型</a:t>
            </a:r>
            <a:endParaRPr lang="zh-CN" altLang="en-US" sz="5445">
              <a:solidFill>
                <a:schemeClr val="accent1"/>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839" y="147447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5"/>
            </p:custDataLst>
          </p:nvPr>
        </p:nvSpPr>
        <p:spPr>
          <a:xfrm>
            <a:off x="457200" y="1580515"/>
            <a:ext cx="11278235" cy="2207895"/>
          </a:xfrm>
          <a:prstGeom prst="rect">
            <a:avLst/>
          </a:prstGeom>
          <a:noFill/>
        </p:spPr>
        <p:txBody>
          <a:bodyPr wrap="square" lIns="91440" tIns="45720" rIns="91440" bIns="45720" rtlCol="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defTabSz="914400">
              <a:lnSpc>
                <a:spcPct val="100000"/>
              </a:lnSpc>
              <a:buClrTx/>
              <a:buSzTx/>
              <a:buFontTx/>
            </a:pPr>
            <a:r>
              <a:rPr lang="zh-CN" altLang="en-US" sz="1800" spc="0">
                <a:latin typeface="Times New Roman" panose="02020603050405020304" charset="0"/>
                <a:cs typeface="Times New Roman" panose="02020603050405020304" charset="0"/>
                <a:sym typeface="+mn-ea"/>
              </a:rPr>
              <a:t>要处理数据，就要考虑数据的值和存储格式，数据的值所表达的信息有一定的范围和运算方式。比如，成绩一般是数字，范围通常是0~100，能够进行数学运算。姓名一般是4个字以内的汉字，不能进行数学运算。成绩和姓名就是不同类型的数据，不同类型的数据存储格式也不相同。为了处理数据更加方便，SQL Server 2016数据库提供了很多数据类型，称为系统数据类型。除此之外，还有用户定义数据类型，一般是在系统数据类型的基础上做一些取值范围等的重新定义。</a:t>
            </a:r>
            <a:endParaRPr lang="zh-CN" altLang="en-US" sz="1800" spc="0">
              <a:latin typeface="Times New Roman" panose="02020603050405020304" charset="0"/>
              <a:cs typeface="Times New Roman" panose="02020603050405020304" charset="0"/>
              <a:sym typeface="+mn-ea"/>
            </a:endParaRPr>
          </a:p>
          <a:p>
            <a:pPr lvl="0" algn="l" defTabSz="914400">
              <a:lnSpc>
                <a:spcPct val="100000"/>
              </a:lnSpc>
              <a:buClrTx/>
              <a:buSzTx/>
              <a:buFontTx/>
            </a:pPr>
            <a:r>
              <a:rPr lang="zh-CN" altLang="en-US" sz="1800" spc="0">
                <a:latin typeface="Times New Roman" panose="02020603050405020304" charset="0"/>
                <a:cs typeface="Times New Roman" panose="02020603050405020304" charset="0"/>
                <a:sym typeface="+mn-ea"/>
              </a:rPr>
              <a:t>表中的每一列（字段）都有特定的数据类型。数据类型定义了各列（字段）所允许的数据值。SQL Server中的列可使用如下数据类型。</a:t>
            </a:r>
            <a:endParaRPr lang="zh-CN" altLang="en-US" sz="1800" spc="0">
              <a:latin typeface="Times New Roman" panose="02020603050405020304" charset="0"/>
              <a:cs typeface="Times New Roman" panose="02020603050405020304" charset="0"/>
              <a:sym typeface="+mn-ea"/>
            </a:endParaRPr>
          </a:p>
          <a:p>
            <a:pPr lvl="0" algn="l" defTabSz="914400">
              <a:lnSpc>
                <a:spcPct val="100000"/>
              </a:lnSpc>
              <a:buClrTx/>
              <a:buSzTx/>
              <a:buFontTx/>
            </a:pPr>
            <a:r>
              <a:rPr lang="zh-CN" altLang="en-US" sz="1800" spc="0">
                <a:latin typeface="Times New Roman" panose="02020603050405020304" charset="0"/>
                <a:cs typeface="Times New Roman" panose="02020603050405020304" charset="0"/>
                <a:sym typeface="+mn-ea"/>
              </a:rPr>
              <a:t>1. 使用整数数据类型</a:t>
            </a:r>
            <a:endParaRPr lang="zh-CN" altLang="en-US" sz="1800" spc="0">
              <a:latin typeface="Times New Roman" panose="02020603050405020304" charset="0"/>
              <a:cs typeface="Times New Roman" panose="02020603050405020304" charset="0"/>
              <a:sym typeface="+mn-ea"/>
            </a:endParaRPr>
          </a:p>
          <a:p>
            <a:pPr lvl="0" algn="l" defTabSz="914400">
              <a:lnSpc>
                <a:spcPct val="100000"/>
              </a:lnSpc>
              <a:buClrTx/>
              <a:buSzTx/>
              <a:buFontTx/>
            </a:pPr>
            <a:r>
              <a:rPr lang="zh-CN" altLang="en-US" sz="1800" spc="0">
                <a:latin typeface="Times New Roman" panose="02020603050405020304" charset="0"/>
                <a:cs typeface="Times New Roman" panose="02020603050405020304" charset="0"/>
                <a:sym typeface="+mn-ea"/>
              </a:rPr>
              <a:t>整数数据类型有bigint、int、smallint、tinyint，它们表示的数的范围大小不一样，其表示的数据范围如表7-1所示。</a:t>
            </a:r>
            <a:endParaRPr lang="zh-CN" altLang="en-US" sz="1800" spc="0">
              <a:latin typeface="Times New Roman" panose="02020603050405020304" charset="0"/>
              <a:cs typeface="Times New Roman" panose="02020603050405020304" charset="0"/>
              <a:sym typeface="+mn-ea"/>
            </a:endParaRPr>
          </a:p>
        </p:txBody>
      </p:sp>
      <p:pic>
        <p:nvPicPr>
          <p:cNvPr id="8" name="图片 7"/>
          <p:cNvPicPr>
            <a:picLocks noChangeAspect="1"/>
          </p:cNvPicPr>
          <p:nvPr/>
        </p:nvPicPr>
        <p:blipFill>
          <a:blip r:embed="rId6"/>
          <a:stretch>
            <a:fillRect/>
          </a:stretch>
        </p:blipFill>
        <p:spPr>
          <a:xfrm>
            <a:off x="2615565" y="4353560"/>
            <a:ext cx="6705600" cy="1019175"/>
          </a:xfrm>
          <a:prstGeom prst="rect">
            <a:avLst/>
          </a:prstGeom>
        </p:spPr>
      </p:pic>
      <p:sp>
        <p:nvSpPr>
          <p:cNvPr id="14" name="文本框 13"/>
          <p:cNvSpPr txBox="1"/>
          <p:nvPr/>
        </p:nvSpPr>
        <p:spPr>
          <a:xfrm>
            <a:off x="457200" y="5480050"/>
            <a:ext cx="11277600" cy="645160"/>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int数据类型是SQL Server中的主要整数数据类型。bigint数据类型用于整数值可能超过int数据类型支持范围的情况。</a:t>
            </a:r>
            <a:endParaRPr lang="zh-CN" altLang="en-US">
              <a:latin typeface="Times New Roman" panose="02020603050405020304" charset="0"/>
              <a:cs typeface="Times New Roman" panose="02020603050405020304" charset="0"/>
            </a:endParaRPr>
          </a:p>
        </p:txBody>
      </p:sp>
      <p:sp>
        <p:nvSpPr>
          <p:cNvPr id="15" name="文本框 14"/>
          <p:cNvSpPr txBox="1"/>
          <p:nvPr/>
        </p:nvSpPr>
        <p:spPr>
          <a:xfrm>
            <a:off x="457200" y="885190"/>
            <a:ext cx="6096000" cy="368300"/>
          </a:xfrm>
          <a:prstGeom prst="rect">
            <a:avLst/>
          </a:prstGeom>
          <a:noFill/>
        </p:spPr>
        <p:txBody>
          <a:bodyPr wrap="square" rtlCol="0" anchor="t">
            <a:spAutoFit/>
          </a:bodyPr>
          <a:p>
            <a:r>
              <a:rPr lang="zh-CN" altLang="en-US"/>
              <a:t>1. 使用整数数据类型</a:t>
            </a:r>
            <a:endParaRPr lang="zh-CN" altLang="en-US"/>
          </a:p>
        </p:txBody>
      </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36335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558804" y="75374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2. 带固定精度和小数位数的精确数值数据类型</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91039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sp>
        <p:nvSpPr>
          <p:cNvPr id="4" name="Title 6"/>
          <p:cNvSpPr txBox="1"/>
          <p:nvPr>
            <p:custDataLst>
              <p:tags r:id="rId6"/>
            </p:custDataLst>
          </p:nvPr>
        </p:nvSpPr>
        <p:spPr>
          <a:xfrm>
            <a:off x="1953895" y="2268220"/>
            <a:ext cx="8294370" cy="381698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带固定精度和小数位数的精确数值数据类型有decimal(p,s)和numeric(p,s)。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使用最大精度时，有效值为-1038 +1～1038 -1。numeric在功能上等价于decimal。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精度是数字中的数字个数。小数位数是数字中小数点右边的数字个数。例如，数字8638.168的精度是7，小数位数是3。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P（精度）：</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指定最多可以存储的十进制数字的总位数，包括小数点左边和右边的位数。该精度必须是从1到最大精度38之间的值，默认精度为18。</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S（小数位数）</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：指定小数点右边可以存储的十进制数字的最大位数。小数位数必须是从0到p之间的值。仅在指定精度后才可以指定小数位数。默认的小数位数为0。因此，0≤s≤p。</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7"/>
            </p:custDataLst>
          </p:nvPr>
        </p:nvSpPr>
        <p:spPr>
          <a:xfrm>
            <a:off x="5588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8"/>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46622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508004" y="75501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3. 浮点数值数据类型</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0" name="文本框 6"/>
          <p:cNvSpPr txBox="1"/>
          <p:nvPr>
            <p:custDataLst>
              <p:tags r:id="rId5"/>
            </p:custDataLst>
          </p:nvPr>
        </p:nvSpPr>
        <p:spPr>
          <a:xfrm>
            <a:off x="5588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文本框 13"/>
          <p:cNvSpPr txBox="1"/>
          <p:nvPr/>
        </p:nvSpPr>
        <p:spPr>
          <a:xfrm>
            <a:off x="457200" y="1478915"/>
            <a:ext cx="11278235" cy="1198880"/>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浮点数值数据类型有float和real，使用科学计数法表示数据。科学记数法是采用指数形式的表示方法，如1.25×105可表示成1.25E5。在科学计数法中，字母E表示10这个“底数”，而E之前为一个十进制表示的小数，称为“尾数”，E之后必须为一个整数，称为“指数”。如，1.2345678 E10、1.2345678 E-8、1.2345678 E9。</a:t>
            </a:r>
            <a:endParaRPr lang="zh-CN" altLang="en-US">
              <a:latin typeface="Times New Roman" panose="02020603050405020304" charset="0"/>
              <a:cs typeface="Times New Roman" panose="02020603050405020304" charset="0"/>
            </a:endParaRPr>
          </a:p>
          <a:p>
            <a:pPr algn="just"/>
            <a:r>
              <a:rPr lang="zh-CN" altLang="en-US">
                <a:latin typeface="Times New Roman" panose="02020603050405020304" charset="0"/>
                <a:cs typeface="Times New Roman" panose="02020603050405020304" charset="0"/>
              </a:rPr>
              <a:t>float和real表示的数据范围如表7-2所示。</a:t>
            </a:r>
            <a:endParaRPr lang="zh-CN" altLang="en-US">
              <a:latin typeface="Times New Roman" panose="02020603050405020304" charset="0"/>
              <a:cs typeface="Times New Roman" panose="02020603050405020304" charset="0"/>
            </a:endParaRPr>
          </a:p>
        </p:txBody>
      </p:sp>
      <p:pic>
        <p:nvPicPr>
          <p:cNvPr id="16" name="图片 15"/>
          <p:cNvPicPr>
            <a:picLocks noChangeAspect="1"/>
          </p:cNvPicPr>
          <p:nvPr/>
        </p:nvPicPr>
        <p:blipFill>
          <a:blip r:embed="rId6"/>
          <a:stretch>
            <a:fillRect/>
          </a:stretch>
        </p:blipFill>
        <p:spPr>
          <a:xfrm>
            <a:off x="2610485" y="2694305"/>
            <a:ext cx="6715125" cy="695325"/>
          </a:xfrm>
          <a:prstGeom prst="rect">
            <a:avLst/>
          </a:prstGeom>
        </p:spPr>
      </p:pic>
      <p:sp>
        <p:nvSpPr>
          <p:cNvPr id="22" name="文本框 21"/>
          <p:cNvSpPr txBox="1"/>
          <p:nvPr/>
        </p:nvSpPr>
        <p:spPr>
          <a:xfrm>
            <a:off x="558800" y="3394710"/>
            <a:ext cx="11175365" cy="645160"/>
          </a:xfrm>
          <a:prstGeom prst="rect">
            <a:avLst/>
          </a:prstGeom>
          <a:noFill/>
        </p:spPr>
        <p:txBody>
          <a:bodyPr wrap="square" rtlCol="0" anchor="t">
            <a:spAutoFit/>
          </a:bodyPr>
          <a:p>
            <a:pPr algn="just"/>
            <a:r>
              <a:rPr lang="zh-CN" altLang="en-US">
                <a:latin typeface="Times New Roman" panose="02020603050405020304" charset="0"/>
                <a:cs typeface="Times New Roman" panose="02020603050405020304" charset="0"/>
              </a:rPr>
              <a:t>float(n)：其中n为用于存储float数值尾数的位数（以科学记数法表示），因此可以确定精度和存储大小。如果指定了n，它就必须是介于1～53之间的某个值。n的默认值为53，如表7-3所示。</a:t>
            </a:r>
            <a:endParaRPr lang="zh-CN" altLang="en-US">
              <a:latin typeface="Times New Roman" panose="02020603050405020304" charset="0"/>
              <a:cs typeface="Times New Roman" panose="02020603050405020304" charset="0"/>
            </a:endParaRPr>
          </a:p>
        </p:txBody>
      </p:sp>
      <p:pic>
        <p:nvPicPr>
          <p:cNvPr id="27" name="图片 26"/>
          <p:cNvPicPr>
            <a:picLocks noChangeAspect="1"/>
          </p:cNvPicPr>
          <p:nvPr/>
        </p:nvPicPr>
        <p:blipFill>
          <a:blip r:embed="rId7"/>
          <a:stretch>
            <a:fillRect/>
          </a:stretch>
        </p:blipFill>
        <p:spPr>
          <a:xfrm>
            <a:off x="2610485" y="4039870"/>
            <a:ext cx="6705600" cy="695325"/>
          </a:xfrm>
          <a:prstGeom prst="rect">
            <a:avLst/>
          </a:prstGeom>
        </p:spPr>
      </p:pic>
      <p:sp>
        <p:nvSpPr>
          <p:cNvPr id="31" name="文本框 30"/>
          <p:cNvSpPr txBox="1"/>
          <p:nvPr/>
        </p:nvSpPr>
        <p:spPr>
          <a:xfrm>
            <a:off x="558800" y="4909820"/>
            <a:ext cx="11175365" cy="1476375"/>
          </a:xfrm>
          <a:prstGeom prst="rect">
            <a:avLst/>
          </a:prstGeom>
          <a:noFill/>
        </p:spPr>
        <p:txBody>
          <a:bodyPr wrap="square" rtlCol="0" anchor="t">
            <a:spAutoFit/>
          </a:bodyPr>
          <a:p>
            <a:pPr lvl="0" algn="just">
              <a:buClrTx/>
              <a:buSzTx/>
              <a:buFontTx/>
            </a:pPr>
            <a:r>
              <a:rPr lang="zh-CN" altLang="en-US">
                <a:latin typeface="Times New Roman" panose="02020603050405020304" charset="0"/>
                <a:cs typeface="Times New Roman" panose="02020603050405020304" charset="0"/>
                <a:sym typeface="+mn-ea"/>
              </a:rPr>
              <a:t>SQL Server将n视为这样两个可能的值之一。如果1≤n≤24，就将n视为24；如果25≤n≤53，就将n视为53。</a:t>
            </a:r>
            <a:endParaRPr lang="zh-CN" altLang="en-US">
              <a:latin typeface="Times New Roman" panose="02020603050405020304" charset="0"/>
              <a:cs typeface="Times New Roman" panose="02020603050405020304" charset="0"/>
              <a:sym typeface="+mn-ea"/>
            </a:endParaRPr>
          </a:p>
          <a:p>
            <a:pPr lvl="0" algn="just">
              <a:buClrTx/>
              <a:buSzTx/>
              <a:buFontTx/>
            </a:pPr>
            <a:r>
              <a:rPr lang="zh-CN" altLang="en-US">
                <a:latin typeface="Times New Roman" panose="02020603050405020304" charset="0"/>
                <a:cs typeface="Times New Roman" panose="02020603050405020304" charset="0"/>
                <a:sym typeface="+mn-ea"/>
              </a:rPr>
              <a:t>real的同义词为float(24)。因此，float叫双精度数据类型，real叫单精度数据类型。</a:t>
            </a:r>
            <a:endParaRPr lang="zh-CN" altLang="en-US">
              <a:latin typeface="Times New Roman" panose="02020603050405020304" charset="0"/>
              <a:cs typeface="Times New Roman" panose="02020603050405020304" charset="0"/>
              <a:sym typeface="+mn-ea"/>
            </a:endParaRPr>
          </a:p>
          <a:p>
            <a:pPr lvl="0" algn="just">
              <a:buClrTx/>
              <a:buSzTx/>
              <a:buFontTx/>
            </a:pPr>
            <a:r>
              <a:rPr lang="zh-CN" altLang="en-US">
                <a:latin typeface="Times New Roman" panose="02020603050405020304" charset="0"/>
                <a:cs typeface="Times New Roman" panose="02020603050405020304" charset="0"/>
                <a:sym typeface="+mn-ea"/>
              </a:rPr>
              <a:t>由表7-3可知，这种数据类型不能够提供精确表示数据的精度，因此浮点数数据类型也称近似数据类型。real类型的数只有7位是有效的，float类型的数只有15位是有效的。因此，并非数据类型范围内的所有值都能精确地表示。这种数据类型可用于取值范围非常大且对精度要求不是非常高的数值量，如一些统计量。</a:t>
            </a:r>
            <a:endParaRPr lang="zh-CN" altLang="en-US">
              <a:latin typeface="Times New Roman" panose="02020603050405020304" charset="0"/>
              <a:cs typeface="Times New Roman" panose="02020603050405020304" charset="0"/>
              <a:sym typeface="+mn-ea"/>
            </a:endParaRPr>
          </a:p>
        </p:txBody>
      </p:sp>
    </p:spTree>
    <p:custDataLst>
      <p:tags r:id="rId8"/>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37287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839" y="76327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固定长度或可变长度的字符串数据类型</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457835" y="1492885"/>
            <a:ext cx="11278235" cy="430911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char和varchar数据类型存储由ASCII字符组成的字符串。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（1）char(n)：固定长度，ASCII字符数据，长度为n个字符的字符串数据类型。n的取值范围为1～8000，n是包含字符的个数，也就是说，char 数据是最多可以包含8000个字符的字符串。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如果char数据类型列的值的长度比指定的n值小，就将在值的右边填补空格，直到达到列的长度n。例如，如果某列定义为char（10），而要存储的数据是music，SQL Server就将数据存储为“music_”字符串，该字符串有10个字符，这里“_”表示空格。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（2）varchar(n)，varchar(max)：可变长度，ASCII 字符数据。n 的取值范围为1～8000，n是最多可以包含的字符个数。也就是说，varchar(n)数据是最多可以包含8000个字符的字符串，varchar（6）表示此数据类型最多存储6个字符。varchar(max)中的max表示varchar数据是最多可以包含231个字符的字符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varchar数据类型是一种长度可变的数据类型。比列的长度小的值不会在值的右边填补来达到列的长度。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使用char或varchar数据类型的一般原则如下。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如果列数据项的大小一致，就使用char。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如果列数据项的大小差异相当大，就使用varchar。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如果列数据项大小相差很大，而且大小可能超过8000个字符，就使用varchar(max)。</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6"/>
            </p:custDataLst>
          </p:nvPr>
        </p:nvSpPr>
        <p:spPr>
          <a:xfrm>
            <a:off x="5588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7"/>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38113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70421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Unicode字符串数据类型</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（1）nchar(n)：n个字符的固定长度的Unicode字符数据。n值必须在1～4000之间（含）。</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（2）nvarchar(n)，nvarchar(max)：nvarchar(n)表示可变长度Unicode 字符数据。n值在1～4000之间（含）。nvarchar(max)中的max指varchar数据是最多可以包含231个字符的字符串。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除下列情况之外，nchar、nvarchar和ntext的使用与char、varchar的使用相同：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①	Unicode支持更大范围的字符。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②	存储Unicode 字符需要更大的空间。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③	nchar列的最大大小为4000个字符，而char和varchar列的最大大小为8000个字符。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④	使用最大说明符，nvarchar列的最大大小为231-1字节。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⑤	Unicode常量以N开头指定，如N'A Unicode string'。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⑥	所有Unicode数据使用由Unicode标准定义的字符集。用于Unicode列的Unicode排序规则以这些属性为基础：区分大小写、区分重音、区分假名、区分全半角和二进制。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6"/>
            </p:custDataLst>
          </p:nvPr>
        </p:nvSpPr>
        <p:spPr>
          <a:xfrm>
            <a:off x="5588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7"/>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29604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68643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货币数据类型</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296035"/>
            <a:ext cx="11277600" cy="53568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使用以下两种数据类型存储货币数据或货币值：money 和 smallmoney。这些数据类型可以使用表中任意一种货币符号。money和smallmoney表示的数据范围如表7-4所示。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表7-4 money和smallmoney数据类型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货币数据不需要用单引号（'）引起来。注意，虽然可以指定前面带有货币符号的货币值，但SQL Server不存储任何与符号关联的货币信息，它只存储数值。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如果一个对象被定义为money，那么它最多可以包含19位数字，其中小数点后可以有4位数字。因此，money数据类型的精度是19，小数位数是4。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money和smallmoney限制小数点后有4位。如果需要小数点后有更多位，就使用decimal数据类型。
用句点分隔局部货币单位（如分）和总体货币单位。例如，￥2.15表示2元15分。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6"/>
            </p:custDataLst>
          </p:nvPr>
        </p:nvSpPr>
        <p:spPr>
          <a:xfrm>
            <a:off x="5588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2" name="图片 1"/>
          <p:cNvPicPr>
            <a:picLocks noChangeAspect="1"/>
          </p:cNvPicPr>
          <p:nvPr/>
        </p:nvPicPr>
        <p:blipFill>
          <a:blip r:embed="rId7"/>
          <a:stretch>
            <a:fillRect/>
          </a:stretch>
        </p:blipFill>
        <p:spPr>
          <a:xfrm>
            <a:off x="558800" y="2910840"/>
            <a:ext cx="6705600" cy="695325"/>
          </a:xfrm>
          <a:prstGeom prst="rect">
            <a:avLst/>
          </a:prstGeom>
        </p:spPr>
      </p:pic>
    </p:spTree>
    <p:custDataLst>
      <p:tags r:id="rId8"/>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50051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78486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位数据类型(布尔数据类型)</a:t>
            </a:r>
            <a:endParaRPr lang="zh-CN" sz="2000"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3" name="直接连接符 62"/>
          <p:cNvCxnSpPr/>
          <p:nvPr>
            <p:custDataLst>
              <p:tags r:id="rId5"/>
            </p:custDataLst>
          </p:nvPr>
        </p:nvCxnSpPr>
        <p:spPr>
          <a:xfrm>
            <a:off x="3389765" y="2645077"/>
            <a:ext cx="0" cy="159446"/>
          </a:xfrm>
          <a:prstGeom prst="line">
            <a:avLst/>
          </a:prstGeom>
          <a:ln w="28575">
            <a:solidFill>
              <a:schemeClr val="lt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custDataLst>
              <p:tags r:id="rId6"/>
            </p:custDataLst>
          </p:nvPr>
        </p:nvCxnSpPr>
        <p:spPr>
          <a:xfrm>
            <a:off x="3389765" y="3830283"/>
            <a:ext cx="0" cy="159446"/>
          </a:xfrm>
          <a:prstGeom prst="line">
            <a:avLst/>
          </a:prstGeom>
          <a:ln w="28575">
            <a:solidFill>
              <a:schemeClr val="lt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3" idx="2"/>
          </p:cNvCxnSpPr>
          <p:nvPr>
            <p:custDataLst>
              <p:tags r:id="rId7"/>
            </p:custDataLst>
          </p:nvPr>
        </p:nvCxnSpPr>
        <p:spPr>
          <a:xfrm>
            <a:off x="3389765" y="5016123"/>
            <a:ext cx="0" cy="159446"/>
          </a:xfrm>
          <a:prstGeom prst="line">
            <a:avLst/>
          </a:prstGeom>
          <a:ln w="28575">
            <a:solidFill>
              <a:schemeClr val="lt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1" name="文本框 5"/>
          <p:cNvSpPr txBox="1"/>
          <p:nvPr>
            <p:custDataLst>
              <p:tags r:id="rId8"/>
            </p:custDataLst>
          </p:nvPr>
        </p:nvSpPr>
        <p:spPr>
          <a:xfrm>
            <a:off x="4184675" y="1807320"/>
            <a:ext cx="5133790" cy="602465"/>
          </a:xfrm>
          <a:prstGeom prst="rect">
            <a:avLst/>
          </a:prstGeom>
          <a:noFill/>
        </p:spPr>
        <p:txBody>
          <a:bodyPr vert="horz" wrap="square" lIns="90000" tIns="46800" rIns="90000" bIns="46800" rtlCol="0" anchor="t" anchorCtr="0">
            <a:normAutofit fontScale="6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auto">
              <a:lnSpc>
                <a:spcPct val="150000"/>
              </a:lnSpc>
            </a:pPr>
            <a:r>
              <a:rPr lang="zh-CN" altLang="en-US" sz="1900"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rPr>
              <a:t>位数据类型（布尔数据类型）为bit类型，它可以取值为1、0或NULL的整数数据类型。</a:t>
            </a:r>
            <a:endParaRPr lang="zh-CN" altLang="en-US" sz="1900"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endParaRPr>
          </a:p>
        </p:txBody>
      </p:sp>
      <p:sp>
        <p:nvSpPr>
          <p:cNvPr id="38" name="矩形: 圆角 37"/>
          <p:cNvSpPr/>
          <p:nvPr>
            <p:custDataLst>
              <p:tags r:id="rId9"/>
            </p:custDataLst>
          </p:nvPr>
        </p:nvSpPr>
        <p:spPr>
          <a:xfrm>
            <a:off x="3010955" y="1733886"/>
            <a:ext cx="757619" cy="635175"/>
          </a:xfrm>
          <a:prstGeom prst="round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 name="矩形: 圆角 1"/>
          <p:cNvSpPr/>
          <p:nvPr>
            <p:custDataLst>
              <p:tags r:id="rId10"/>
            </p:custDataLst>
          </p:nvPr>
        </p:nvSpPr>
        <p:spPr>
          <a:xfrm>
            <a:off x="2874301" y="1619317"/>
            <a:ext cx="1030928" cy="86431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8" name="任意多边形: 形状 7"/>
          <p:cNvSpPr/>
          <p:nvPr>
            <p:custDataLst>
              <p:tags r:id="rId11"/>
            </p:custDataLst>
          </p:nvPr>
        </p:nvSpPr>
        <p:spPr>
          <a:xfrm rot="8100000">
            <a:off x="3275604" y="2369469"/>
            <a:ext cx="228321" cy="228321"/>
          </a:xfrm>
          <a:custGeom>
            <a:avLst/>
            <a:gdLst>
              <a:gd name="connsiteX0" fmla="*/ 202513 w 202513"/>
              <a:gd name="connsiteY0" fmla="*/ 202513 h 202513"/>
              <a:gd name="connsiteX1" fmla="*/ 0 w 202513"/>
              <a:gd name="connsiteY1" fmla="*/ 0 h 202513"/>
              <a:gd name="connsiteX2" fmla="*/ 202513 w 202513"/>
              <a:gd name="connsiteY2" fmla="*/ 0 h 202513"/>
            </a:gdLst>
            <a:ahLst/>
            <a:cxnLst>
              <a:cxn ang="0">
                <a:pos x="connsiteX0" y="connsiteY0"/>
              </a:cxn>
              <a:cxn ang="0">
                <a:pos x="connsiteX1" y="connsiteY1"/>
              </a:cxn>
              <a:cxn ang="0">
                <a:pos x="connsiteX2" y="connsiteY2"/>
              </a:cxn>
            </a:cxnLst>
            <a:rect l="l" t="t" r="r" b="b"/>
            <a:pathLst>
              <a:path w="202513" h="202513">
                <a:moveTo>
                  <a:pt x="202513" y="202513"/>
                </a:moveTo>
                <a:lnTo>
                  <a:pt x="0" y="0"/>
                </a:lnTo>
                <a:lnTo>
                  <a:pt x="202513" y="0"/>
                </a:ln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13" name="文本框 12"/>
          <p:cNvSpPr txBox="1"/>
          <p:nvPr>
            <p:custDataLst>
              <p:tags r:id="rId12"/>
            </p:custDataLst>
          </p:nvPr>
        </p:nvSpPr>
        <p:spPr>
          <a:xfrm>
            <a:off x="3048052" y="1768224"/>
            <a:ext cx="683425" cy="566500"/>
          </a:xfrm>
          <a:prstGeom prst="rect">
            <a:avLst/>
          </a:prstGeom>
          <a:noFill/>
          <a:ln w="19050">
            <a:noFill/>
          </a:ln>
        </p:spPr>
        <p:txBody>
          <a:bodyPr wrap="square" lIns="0" tIns="0" rIns="0" bIns="0" rtlCol="0" anchor="ctr" anchorCtr="0">
            <a:normAutofit fontScale="6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Bef>
                <a:spcPts val="0"/>
              </a:spcBef>
              <a:spcAft>
                <a:spcPts val="0"/>
              </a:spcAft>
            </a:pPr>
            <a:r>
              <a:rPr lang="en-US" altLang="zh-CN" sz="4000" b="1" spc="300" dirty="0">
                <a:solidFill>
                  <a:schemeClr val="lt1"/>
                </a:solidFill>
                <a:latin typeface="微软雅黑" panose="020B0503020204020204" charset="-122"/>
                <a:ea typeface="微软雅黑" panose="020B0503020204020204" charset="-122"/>
                <a:cs typeface="Arial" panose="020B0604020202020204" pitchFamily="34" charset="0"/>
              </a:rPr>
              <a:t>01</a:t>
            </a:r>
            <a:endParaRPr lang="en-US" altLang="zh-CN" sz="4000" b="1" spc="300"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42" name="文本框 5"/>
          <p:cNvSpPr txBox="1"/>
          <p:nvPr>
            <p:custDataLst>
              <p:tags r:id="rId13"/>
            </p:custDataLst>
          </p:nvPr>
        </p:nvSpPr>
        <p:spPr>
          <a:xfrm>
            <a:off x="4184675" y="2992526"/>
            <a:ext cx="5133790" cy="602465"/>
          </a:xfrm>
          <a:prstGeom prst="rect">
            <a:avLst/>
          </a:prstGeom>
          <a:noFill/>
        </p:spPr>
        <p:txBody>
          <a:bodyPr vert="horz" wrap="square" lIns="90000" tIns="46800" rIns="90000" bIns="46800" rtlCol="0" anchor="t" anchorCtr="0">
            <a:normAutofit fontScale="6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auto">
              <a:lnSpc>
                <a:spcPct val="150000"/>
              </a:lnSpc>
            </a:pPr>
            <a:r>
              <a:rPr lang="zh-CN" altLang="en-US" sz="1900"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rPr>
              <a:t>字符串值TRUE和FALSE可以转换为bit值：TRUE转换为1，FALSE转换为0。</a:t>
            </a:r>
            <a:endParaRPr lang="zh-CN" altLang="en-US" sz="1900"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endParaRPr>
          </a:p>
        </p:txBody>
      </p:sp>
      <p:sp>
        <p:nvSpPr>
          <p:cNvPr id="44" name="矩形: 圆角 43"/>
          <p:cNvSpPr/>
          <p:nvPr>
            <p:custDataLst>
              <p:tags r:id="rId14"/>
            </p:custDataLst>
          </p:nvPr>
        </p:nvSpPr>
        <p:spPr>
          <a:xfrm>
            <a:off x="3010955" y="2919092"/>
            <a:ext cx="757619" cy="635175"/>
          </a:xfrm>
          <a:prstGeom prst="roundRect">
            <a:avLst/>
          </a:prstGeom>
          <a:solidFill>
            <a:schemeClr val="accent2"/>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45" name="矩形: 圆角 44"/>
          <p:cNvSpPr/>
          <p:nvPr>
            <p:custDataLst>
              <p:tags r:id="rId15"/>
            </p:custDataLst>
          </p:nvPr>
        </p:nvSpPr>
        <p:spPr>
          <a:xfrm>
            <a:off x="2874301" y="2804523"/>
            <a:ext cx="1030928" cy="86431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46" name="任意多边形: 形状 45"/>
          <p:cNvSpPr/>
          <p:nvPr>
            <p:custDataLst>
              <p:tags r:id="rId16"/>
            </p:custDataLst>
          </p:nvPr>
        </p:nvSpPr>
        <p:spPr>
          <a:xfrm rot="8100000">
            <a:off x="3275604" y="3554675"/>
            <a:ext cx="228321" cy="228321"/>
          </a:xfrm>
          <a:custGeom>
            <a:avLst/>
            <a:gdLst>
              <a:gd name="connsiteX0" fmla="*/ 202513 w 202513"/>
              <a:gd name="connsiteY0" fmla="*/ 202513 h 202513"/>
              <a:gd name="connsiteX1" fmla="*/ 0 w 202513"/>
              <a:gd name="connsiteY1" fmla="*/ 0 h 202513"/>
              <a:gd name="connsiteX2" fmla="*/ 202513 w 202513"/>
              <a:gd name="connsiteY2" fmla="*/ 0 h 202513"/>
            </a:gdLst>
            <a:ahLst/>
            <a:cxnLst>
              <a:cxn ang="0">
                <a:pos x="connsiteX0" y="connsiteY0"/>
              </a:cxn>
              <a:cxn ang="0">
                <a:pos x="connsiteX1" y="connsiteY1"/>
              </a:cxn>
              <a:cxn ang="0">
                <a:pos x="connsiteX2" y="connsiteY2"/>
              </a:cxn>
            </a:cxnLst>
            <a:rect l="l" t="t" r="r" b="b"/>
            <a:pathLst>
              <a:path w="202513" h="202513">
                <a:moveTo>
                  <a:pt x="202513" y="202513"/>
                </a:moveTo>
                <a:lnTo>
                  <a:pt x="0" y="0"/>
                </a:lnTo>
                <a:lnTo>
                  <a:pt x="202513" y="0"/>
                </a:lnTo>
                <a:close/>
              </a:path>
            </a:pathLst>
          </a:cu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47" name="文本框 46"/>
          <p:cNvSpPr txBox="1"/>
          <p:nvPr>
            <p:custDataLst>
              <p:tags r:id="rId17"/>
            </p:custDataLst>
          </p:nvPr>
        </p:nvSpPr>
        <p:spPr>
          <a:xfrm>
            <a:off x="3048052" y="2953430"/>
            <a:ext cx="683425" cy="566500"/>
          </a:xfrm>
          <a:prstGeom prst="rect">
            <a:avLst/>
          </a:prstGeom>
          <a:noFill/>
          <a:ln w="19050">
            <a:noFill/>
          </a:ln>
        </p:spPr>
        <p:txBody>
          <a:bodyPr wrap="square" lIns="0" tIns="0" rIns="0" bIns="0" rtlCol="0" anchor="ctr" anchorCtr="0">
            <a:normAutofit fontScale="6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Bef>
                <a:spcPts val="0"/>
              </a:spcBef>
              <a:spcAft>
                <a:spcPts val="0"/>
              </a:spcAft>
            </a:pPr>
            <a:r>
              <a:rPr lang="en-US" altLang="zh-CN" sz="4000" b="1" spc="300" dirty="0">
                <a:solidFill>
                  <a:schemeClr val="lt1"/>
                </a:solidFill>
                <a:latin typeface="微软雅黑" panose="020B0503020204020204" charset="-122"/>
                <a:ea typeface="微软雅黑" panose="020B0503020204020204" charset="-122"/>
                <a:cs typeface="Arial" panose="020B0604020202020204" pitchFamily="34" charset="0"/>
              </a:rPr>
              <a:t>02</a:t>
            </a:r>
            <a:endParaRPr lang="en-US" altLang="zh-CN" sz="4000" b="1" spc="300"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49" name="文本框 5"/>
          <p:cNvSpPr txBox="1"/>
          <p:nvPr>
            <p:custDataLst>
              <p:tags r:id="rId18"/>
            </p:custDataLst>
          </p:nvPr>
        </p:nvSpPr>
        <p:spPr>
          <a:xfrm>
            <a:off x="4184675" y="4177732"/>
            <a:ext cx="5133790" cy="602465"/>
          </a:xfrm>
          <a:prstGeom prst="rect">
            <a:avLst/>
          </a:prstGeom>
          <a:noFill/>
        </p:spPr>
        <p:txBody>
          <a:bodyPr vert="horz" wrap="square" lIns="90000" tIns="46800" rIns="90000" bIns="46800" rtlCol="0" anchor="t" anchorCtr="0">
            <a:normAutofit fontScale="6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auto">
              <a:lnSpc>
                <a:spcPct val="150000"/>
              </a:lnSpc>
            </a:pPr>
            <a:r>
              <a:rPr lang="zh-CN" altLang="en-US" sz="1900"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rPr>
              <a:t>bit数据类型只能包括0或1。可以用bit数据类型代表TRUE或FALSE、YES或NO。</a:t>
            </a:r>
            <a:endParaRPr lang="zh-CN" altLang="en-US" sz="1900"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endParaRPr>
          </a:p>
        </p:txBody>
      </p:sp>
      <p:sp>
        <p:nvSpPr>
          <p:cNvPr id="51" name="矩形: 圆角 50"/>
          <p:cNvSpPr/>
          <p:nvPr>
            <p:custDataLst>
              <p:tags r:id="rId19"/>
            </p:custDataLst>
          </p:nvPr>
        </p:nvSpPr>
        <p:spPr>
          <a:xfrm>
            <a:off x="3010955" y="4104297"/>
            <a:ext cx="757619" cy="635175"/>
          </a:xfrm>
          <a:prstGeom prst="roundRect">
            <a:avLst/>
          </a:prstGeom>
          <a:solidFill>
            <a:schemeClr val="accent4"/>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panose="020B0503020204020204" charset="-122"/>
              <a:ea typeface="微软雅黑" panose="020B0503020204020204" charset="-122"/>
            </a:endParaRPr>
          </a:p>
        </p:txBody>
      </p:sp>
      <p:sp>
        <p:nvSpPr>
          <p:cNvPr id="52" name="矩形: 圆角 51"/>
          <p:cNvSpPr/>
          <p:nvPr>
            <p:custDataLst>
              <p:tags r:id="rId20"/>
            </p:custDataLst>
          </p:nvPr>
        </p:nvSpPr>
        <p:spPr>
          <a:xfrm>
            <a:off x="2874301" y="3989728"/>
            <a:ext cx="1030928" cy="864313"/>
          </a:xfrm>
          <a:prstGeom prst="round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53" name="任意多边形: 形状 52"/>
          <p:cNvSpPr/>
          <p:nvPr>
            <p:custDataLst>
              <p:tags r:id="rId21"/>
            </p:custDataLst>
          </p:nvPr>
        </p:nvSpPr>
        <p:spPr>
          <a:xfrm rot="8100000">
            <a:off x="3275604" y="4739880"/>
            <a:ext cx="228321" cy="228321"/>
          </a:xfrm>
          <a:custGeom>
            <a:avLst/>
            <a:gdLst>
              <a:gd name="connsiteX0" fmla="*/ 202513 w 202513"/>
              <a:gd name="connsiteY0" fmla="*/ 202513 h 202513"/>
              <a:gd name="connsiteX1" fmla="*/ 0 w 202513"/>
              <a:gd name="connsiteY1" fmla="*/ 0 h 202513"/>
              <a:gd name="connsiteX2" fmla="*/ 202513 w 202513"/>
              <a:gd name="connsiteY2" fmla="*/ 0 h 202513"/>
            </a:gdLst>
            <a:ahLst/>
            <a:cxnLst>
              <a:cxn ang="0">
                <a:pos x="connsiteX0" y="connsiteY0"/>
              </a:cxn>
              <a:cxn ang="0">
                <a:pos x="connsiteX1" y="connsiteY1"/>
              </a:cxn>
              <a:cxn ang="0">
                <a:pos x="connsiteX2" y="connsiteY2"/>
              </a:cxn>
            </a:cxnLst>
            <a:rect l="l" t="t" r="r" b="b"/>
            <a:pathLst>
              <a:path w="202513" h="202513">
                <a:moveTo>
                  <a:pt x="202513" y="202513"/>
                </a:moveTo>
                <a:lnTo>
                  <a:pt x="0" y="0"/>
                </a:lnTo>
                <a:lnTo>
                  <a:pt x="202513" y="0"/>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54" name="文本框 53"/>
          <p:cNvSpPr txBox="1"/>
          <p:nvPr>
            <p:custDataLst>
              <p:tags r:id="rId22"/>
            </p:custDataLst>
          </p:nvPr>
        </p:nvSpPr>
        <p:spPr>
          <a:xfrm>
            <a:off x="3048052" y="4138635"/>
            <a:ext cx="683425" cy="566500"/>
          </a:xfrm>
          <a:prstGeom prst="rect">
            <a:avLst/>
          </a:prstGeom>
          <a:noFill/>
          <a:ln w="19050">
            <a:noFill/>
          </a:ln>
        </p:spPr>
        <p:txBody>
          <a:bodyPr wrap="square" lIns="0" tIns="0" rIns="0" bIns="0" rtlCol="0" anchor="ctr" anchorCtr="0">
            <a:normAutofit fontScale="6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Bef>
                <a:spcPts val="0"/>
              </a:spcBef>
              <a:spcAft>
                <a:spcPts val="0"/>
              </a:spcAft>
            </a:pPr>
            <a:r>
              <a:rPr lang="en-US" altLang="zh-CN" sz="4000" b="1" spc="300" dirty="0">
                <a:solidFill>
                  <a:schemeClr val="lt1"/>
                </a:solidFill>
                <a:latin typeface="微软雅黑" panose="020B0503020204020204" charset="-122"/>
                <a:ea typeface="微软雅黑" panose="020B0503020204020204" charset="-122"/>
                <a:cs typeface="Arial" panose="020B0604020202020204" pitchFamily="34" charset="0"/>
              </a:rPr>
              <a:t>03</a:t>
            </a:r>
            <a:endParaRPr lang="en-US" altLang="zh-CN" sz="4000" b="1" spc="300"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56" name="文本框 5"/>
          <p:cNvSpPr txBox="1"/>
          <p:nvPr>
            <p:custDataLst>
              <p:tags r:id="rId23"/>
            </p:custDataLst>
          </p:nvPr>
        </p:nvSpPr>
        <p:spPr>
          <a:xfrm>
            <a:off x="4184675" y="5362937"/>
            <a:ext cx="5133790" cy="602465"/>
          </a:xfrm>
          <a:prstGeom prst="rect">
            <a:avLst/>
          </a:prstGeom>
          <a:noFill/>
        </p:spPr>
        <p:txBody>
          <a:bodyPr vert="horz" wrap="square" lIns="90000" tIns="46800" rIns="90000" bIns="46800" rtlCol="0" anchor="t" anchorCtr="0">
            <a:normAutofit fontScale="6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auto">
              <a:lnSpc>
                <a:spcPct val="150000"/>
              </a:lnSpc>
            </a:pPr>
            <a:r>
              <a:rPr lang="zh-CN" altLang="en-US" sz="1900"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rPr>
              <a:t>当给bit类型数据赋0时，其值为0；而非0（如28或-5）时，其值为1。</a:t>
            </a:r>
            <a:endParaRPr lang="zh-CN" altLang="en-US" sz="1900"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endParaRPr>
          </a:p>
        </p:txBody>
      </p:sp>
      <p:sp>
        <p:nvSpPr>
          <p:cNvPr id="58" name="矩形: 圆角 57"/>
          <p:cNvSpPr/>
          <p:nvPr>
            <p:custDataLst>
              <p:tags r:id="rId24"/>
            </p:custDataLst>
          </p:nvPr>
        </p:nvSpPr>
        <p:spPr>
          <a:xfrm>
            <a:off x="3010955" y="5289503"/>
            <a:ext cx="757619" cy="635175"/>
          </a:xfrm>
          <a:prstGeom prst="roundRect">
            <a:avLst/>
          </a:prstGeom>
          <a:solidFill>
            <a:schemeClr val="accent6"/>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59" name="矩形: 圆角 58"/>
          <p:cNvSpPr/>
          <p:nvPr>
            <p:custDataLst>
              <p:tags r:id="rId25"/>
            </p:custDataLst>
          </p:nvPr>
        </p:nvSpPr>
        <p:spPr>
          <a:xfrm>
            <a:off x="2874301" y="5174934"/>
            <a:ext cx="1030928" cy="864313"/>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60" name="任意多边形: 形状 59"/>
          <p:cNvSpPr/>
          <p:nvPr>
            <p:custDataLst>
              <p:tags r:id="rId26"/>
            </p:custDataLst>
          </p:nvPr>
        </p:nvSpPr>
        <p:spPr>
          <a:xfrm rot="8100000">
            <a:off x="3275604" y="5925086"/>
            <a:ext cx="228321" cy="228321"/>
          </a:xfrm>
          <a:custGeom>
            <a:avLst/>
            <a:gdLst>
              <a:gd name="connsiteX0" fmla="*/ 202513 w 202513"/>
              <a:gd name="connsiteY0" fmla="*/ 202513 h 202513"/>
              <a:gd name="connsiteX1" fmla="*/ 0 w 202513"/>
              <a:gd name="connsiteY1" fmla="*/ 0 h 202513"/>
              <a:gd name="connsiteX2" fmla="*/ 202513 w 202513"/>
              <a:gd name="connsiteY2" fmla="*/ 0 h 202513"/>
            </a:gdLst>
            <a:ahLst/>
            <a:cxnLst>
              <a:cxn ang="0">
                <a:pos x="connsiteX0" y="connsiteY0"/>
              </a:cxn>
              <a:cxn ang="0">
                <a:pos x="connsiteX1" y="connsiteY1"/>
              </a:cxn>
              <a:cxn ang="0">
                <a:pos x="connsiteX2" y="connsiteY2"/>
              </a:cxn>
            </a:cxnLst>
            <a:rect l="l" t="t" r="r" b="b"/>
            <a:pathLst>
              <a:path w="202513" h="202513">
                <a:moveTo>
                  <a:pt x="202513" y="202513"/>
                </a:moveTo>
                <a:lnTo>
                  <a:pt x="0" y="0"/>
                </a:lnTo>
                <a:lnTo>
                  <a:pt x="202513" y="0"/>
                </a:lnTo>
                <a:close/>
              </a:path>
            </a:pathLst>
          </a:cu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61" name="文本框 60"/>
          <p:cNvSpPr txBox="1"/>
          <p:nvPr>
            <p:custDataLst>
              <p:tags r:id="rId27"/>
            </p:custDataLst>
          </p:nvPr>
        </p:nvSpPr>
        <p:spPr>
          <a:xfrm>
            <a:off x="3048052" y="5323841"/>
            <a:ext cx="683425" cy="566500"/>
          </a:xfrm>
          <a:prstGeom prst="rect">
            <a:avLst/>
          </a:prstGeom>
          <a:noFill/>
          <a:ln w="19050">
            <a:noFill/>
          </a:ln>
        </p:spPr>
        <p:txBody>
          <a:bodyPr wrap="square" lIns="0" tIns="0" rIns="0" bIns="0" rtlCol="0" anchor="ctr" anchorCtr="0">
            <a:normAutofit fontScale="6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Bef>
                <a:spcPts val="0"/>
              </a:spcBef>
              <a:spcAft>
                <a:spcPts val="0"/>
              </a:spcAft>
            </a:pPr>
            <a:r>
              <a:rPr lang="en-US" altLang="zh-CN" sz="4000" b="1" spc="300" dirty="0">
                <a:solidFill>
                  <a:schemeClr val="lt1"/>
                </a:solidFill>
                <a:latin typeface="微软雅黑" panose="020B0503020204020204" charset="-122"/>
                <a:ea typeface="微软雅黑" panose="020B0503020204020204" charset="-122"/>
                <a:cs typeface="Arial" panose="020B0604020202020204" pitchFamily="34" charset="0"/>
              </a:rPr>
              <a:t>04</a:t>
            </a:r>
            <a:endParaRPr lang="en-US" altLang="zh-CN" sz="4000" b="1" spc="300"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5" name="文本框 6"/>
          <p:cNvSpPr txBox="1"/>
          <p:nvPr>
            <p:custDataLst>
              <p:tags r:id="rId28"/>
            </p:custDataLst>
          </p:nvPr>
        </p:nvSpPr>
        <p:spPr>
          <a:xfrm>
            <a:off x="5588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29"/>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45139" y="117348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45139" y="57658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二进制数据类型</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cxnSp>
        <p:nvCxnSpPr>
          <p:cNvPr id="12" name="直接连接符 11"/>
          <p:cNvCxnSpPr/>
          <p:nvPr>
            <p:custDataLst>
              <p:tags r:id="rId5"/>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7"/>
            </p:custDataLst>
          </p:nvPr>
        </p:nvSpPr>
        <p:spPr>
          <a:xfrm>
            <a:off x="445135" y="1235075"/>
            <a:ext cx="11277600" cy="53187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二进制数据类型有binary和varbinary，它们用来存储位串。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binary数据最多可以存储8000字节。varbinary使用最大说明符，最多可以存储231个字节。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二进制常量以0x（一个零和小写字母x）开始，后跟十六进制表示形式。例如，0x2A表示十六进制值2A，它等于十进制值42。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存储十六进制值或用十六进制方式存储复杂数字时，可以使用二进制数据。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（1）binary(n)：长度为n字节的固定长度二进制数据，其中n是1～8000的值，存储大小为n字节。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（2）varbinary(n)，varbinary(max)：可变长度二进制数据。n可以是从1～8000之间的值。varbinary (max)中的max表示最大存储大小为231-1字节。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如果没有在数据定义或变量声明语句中指定n，默认长度就为1。如果没有使用CAST函数指定n，默认长度就为30。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如果列数据项的大小一致，就使用binary。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如果列数据项的大小差异相当大，就使用varbinary。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当列数据条目超出 8 000 字节时，就使用varbinary(max)。</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8"/>
            </p:custDataLst>
          </p:nvPr>
        </p:nvSpPr>
        <p:spPr>
          <a:xfrm>
            <a:off x="445139" y="3746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9"/>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29731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6096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使用日期和时间数据类型</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457835" y="1388110"/>
            <a:ext cx="11276965" cy="5445125"/>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表7-5列出了日期和时间数据类型。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其中：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YYYY是一个4位数，表示年份。</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MM是一个两位数，表示指定年份中的月份。</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DD是一个两位数，范围为01～31（具体取决于月份），表示指定月份中的某一天。</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hh 是一个两位数，范围为00～23，表示小时。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mm 是一个两位数，范围为00～59，表示分钟。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ss 是一个两位数，范围为00～59，表示秒钟。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nnnnnnn 代表0～7位数字，范围为0～9999999，表示秒的小数部分，即微秒数。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nnn代表0～3位的数字，范围为0～999，表示秒的小数部分。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注意，方括号表示秒，小数部分是可选的。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这里要特别说明的是datetimeoffset日期时间类型。datetimeoffset类型具有时区偏移量，此偏移量指定某个time或datetime 值相对于UTC（协调世界时）偏移的小时和分钟数。时区偏移量可以表示为[+|-]hh:mm。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6"/>
            </p:custDataLst>
          </p:nvPr>
        </p:nvSpPr>
        <p:spPr>
          <a:xfrm>
            <a:off x="445139" y="3746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8" name="图片 7"/>
          <p:cNvPicPr>
            <a:picLocks noChangeAspect="1"/>
          </p:cNvPicPr>
          <p:nvPr/>
        </p:nvPicPr>
        <p:blipFill>
          <a:blip r:embed="rId7"/>
          <a:stretch>
            <a:fillRect/>
          </a:stretch>
        </p:blipFill>
        <p:spPr>
          <a:xfrm>
            <a:off x="1999615" y="1807210"/>
            <a:ext cx="6715125" cy="1952625"/>
          </a:xfrm>
          <a:prstGeom prst="rect">
            <a:avLst/>
          </a:prstGeom>
        </p:spPr>
      </p:pic>
    </p:spTree>
    <p:custDataLst>
      <p:tags r:id="rId8"/>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109284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57721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其他数据类型</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177925"/>
            <a:ext cx="11277600" cy="546798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（1）uniqueidentifier：以一个 16 位的十六进制数表示全局唯一标识符（GUID）。当需要在多行中唯一标识某一行时可使用 GUID。例如，可使用 unique identifier 数据类型定义一个客户标识代码列，以编辑公司来自多个国家/地区的总的客户名录。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uniqueidentifier 数据类型的列或局部变量可通过使用 NEWID 函数初始化为一个值。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通过从××××××××-××××-××××-××××-××××××××××××形式的字符串常量进行转换，其中每个×都是0～9或a～f范围内的十六进制数字。例如，6F9619FF-8B86-D011-B42D-00C04FC964FF为有效的uniqueidentifier值。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（2）table：一种特殊的数据类型，存储供以后处理的结果集。table数据类型只能用于定义table 类型的局部变量或用户定义函数的返回值。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（3）rowversion是二进制数字的数据类型，该数据类型列的值是数据库自动生成的，并且是唯一的。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每个数据库都有一个计数器，当对数据库中包含rowversion列的表执行插入或更新操作时，该计数器值就会增加。此计数器值是数据库行版本。每次修改或插入包含rowversion列的行时，就会在rowversion列中插入经过增量的数据库行版本值，即将原来的值加上一个增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这可以跟踪数据库内的相对时间，而不是时钟相关联的实际时间。一个表只能有一个rowversion列。rowversion列的值实际上反映了对该行修改的相对（相对于其他行）顺序。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（4）xml：存储XML数据的数据类型。XML数据包括格式正确的XML片段或XML文档。但存储的XML数据的大小不能超过2GB。</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（5）sql_variant：一种存储SQL Server所支持的各种数据类型（text、ntext、timestamp和sql_variant除外）值的数据类型。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6"/>
            </p:custDataLst>
          </p:nvPr>
        </p:nvSpPr>
        <p:spPr>
          <a:xfrm>
            <a:off x="445139" y="3746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7"/>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45139" y="101219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45139" y="49974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2000" dirty="0" err="1">
                <a:solidFill>
                  <a:schemeClr val="dk1"/>
                </a:solidFill>
                <a:latin typeface="微软雅黑" panose="020B0503020204020204" charset="-122"/>
                <a:ea typeface="微软雅黑" panose="020B0503020204020204" charset="-122"/>
                <a:sym typeface="微软雅黑" panose="020B0503020204020204" charset="-122"/>
              </a:rPr>
              <a:t>空值的含义</a:t>
            </a:r>
            <a:endParaRPr lang="zh-CN" sz="2000"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883035" y="1960779"/>
            <a:ext cx="6425930" cy="385084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创建表时，需要确定该列的取值能否为空值（NULL）。空值（NULL）通常是未知、不可用或在以后添加的数据。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若一个列</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允许为空值，则向表中输入数据值时可以不输入。而若一个列不允许为空值，则向表中输入数据值时必须输入具体的值。空值意味着没有值，并不是空格字符或数值。空格实际上是一个有效的字符。0则表示一个有效的数字，而空值只不过表示一个概念，允许空值表示该列的取值是不确定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6"/>
            </p:custDataLst>
          </p:nvPr>
        </p:nvSpPr>
        <p:spPr>
          <a:xfrm>
            <a:off x="445139" y="37466"/>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ustDataLst>
      <p:tags r:id="rId7"/>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07</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2 表的概念</a:t>
            </a:r>
            <a:endParaRPr lang="zh-CN" altLang="en-US" sz="5445">
              <a:solidFill>
                <a:schemeClr val="accent1"/>
              </a:solidFill>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表的概念</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456565" y="1079500"/>
            <a:ext cx="11278235" cy="496252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数据是放在数据库的表中的，表是用来存储数据和操作数据的逻辑结构，关系数据库中的所有数据都表现为表的形式。在SQL Server中，创建表一般要经过定义表结构、设置约束和添加数据3步。而创建表之前的重要工作就是设计表结构，即确定表的名称、表所包含的各个列的列名、数据类型和长度、是否为空值等。
表是关系模型中表示实体的方式，是数据库存储数据的主要对象。
SQL Server数据库的表由行和列组成，行有时也称为记录，列有时也称为字段或域，如表7-6所示。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在表中，行的顺序可以是任意的，一般按照数据插入的先后顺序存储。在使用过程中，可以使用排序语句或按照索引对表中的行进行排序。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列的顺序也可以是任意的，对于每一个表，最多可以允许用户定义1024列。在同一个表中，列名必须是唯一的，即不能有名称相同的两个或两个以上的列同时存在于一个表中，并且在定义时为每一个列指定一种数据类型。但是，在同一个数据库的不同表中，可以使用相同的列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6"/>
          <a:stretch>
            <a:fillRect/>
          </a:stretch>
        </p:blipFill>
        <p:spPr>
          <a:xfrm>
            <a:off x="3171190" y="2803525"/>
            <a:ext cx="5848350" cy="1514475"/>
          </a:xfrm>
          <a:prstGeom prst="rect">
            <a:avLst/>
          </a:prstGeom>
        </p:spPr>
      </p:pic>
    </p:spTree>
    <p:custDataLst>
      <p:tags r:id="rId7"/>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07</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3 创建表</a:t>
            </a:r>
            <a:endParaRPr lang="zh-CN" altLang="en-US" sz="5445">
              <a:solidFill>
                <a:schemeClr val="accent1"/>
              </a:solidFill>
            </a:endParaRPr>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创建表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本节以student（学生）表的创建为例，说明使用Management Studio和T-SQL方式创建数据表。表7-7所示为student表结构。
表7-7 student表结构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Server中，可以使用SSMS创建表，也可以通过T-SQL的CREATE TABLE命令在查询编辑器中创建表。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6"/>
          <a:stretch>
            <a:fillRect/>
          </a:stretch>
        </p:blipFill>
        <p:spPr>
          <a:xfrm>
            <a:off x="2026285" y="3223895"/>
            <a:ext cx="6696075" cy="1323975"/>
          </a:xfrm>
          <a:prstGeom prst="rect">
            <a:avLst/>
          </a:prstGeom>
        </p:spPr>
      </p:pic>
    </p:spTree>
    <p:custDataLst>
      <p:tags r:id="rId7"/>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3.1 使用图形界面创建数据表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3454c655-17aa-11ee-86bd-a2d6284a62e3.jpg3454c655-17aa-11ee-86bd-a2d6284a62e3"/>
          <p:cNvPicPr>
            <a:picLocks noChangeAspect="1"/>
          </p:cNvPicPr>
          <p:nvPr>
            <p:custDataLst>
              <p:tags r:id="rId5"/>
            </p:custDataLst>
          </p:nvPr>
        </p:nvPicPr>
        <p:blipFill rotWithShape="1">
          <a:blip r:embed="rId6"/>
          <a:srcRect/>
          <a:stretch>
            <a:fillRect/>
          </a:stretch>
        </p:blipFill>
        <p:spPr>
          <a:xfrm>
            <a:off x="850845" y="926922"/>
            <a:ext cx="3590564" cy="2702933"/>
          </a:xfrm>
          <a:custGeom>
            <a:avLst/>
            <a:gdLst/>
            <a:ahLst/>
            <a:cxnLst>
              <a:cxn ang="3">
                <a:pos x="hc" y="t"/>
              </a:cxn>
              <a:cxn ang="cd2">
                <a:pos x="l" y="vc"/>
              </a:cxn>
              <a:cxn ang="cd4">
                <a:pos x="hc" y="b"/>
              </a:cxn>
              <a:cxn ang="0">
                <a:pos x="r" y="vc"/>
              </a:cxn>
            </a:cxnLst>
            <a:rect l="l" t="t" r="r" b="b"/>
            <a:pathLst>
              <a:path w="4320" h="2160">
                <a:moveTo>
                  <a:pt x="0" y="0"/>
                </a:moveTo>
                <a:lnTo>
                  <a:pt x="4320" y="0"/>
                </a:lnTo>
                <a:lnTo>
                  <a:pt x="4320" y="2160"/>
                </a:lnTo>
                <a:lnTo>
                  <a:pt x="0" y="2160"/>
                </a:lnTo>
                <a:close/>
              </a:path>
            </a:pathLst>
          </a:custGeom>
        </p:spPr>
      </p:pic>
      <p:sp>
        <p:nvSpPr>
          <p:cNvPr id="11" name="Title 6"/>
          <p:cNvSpPr txBox="1"/>
          <p:nvPr>
            <p:custDataLst>
              <p:tags r:id="rId7"/>
            </p:custDataLst>
          </p:nvPr>
        </p:nvSpPr>
        <p:spPr>
          <a:xfrm>
            <a:off x="5824855" y="1479550"/>
            <a:ext cx="5717540" cy="481266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下面以创建student表为例说明使用SSMS创建表的过程。
</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（1）启动SSMS，在“对象资源管理器”窗口中展开已经创建的Student数据库，右击“表”图标，在弹出的快捷菜单中选择“新建表”命令，如图7-1所示，启动表设计器。</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（2）在表设计窗口中，根据student表结构，依次输入每一列的列名、数据类型、长度、是否为空等属性，如图7-2所示。</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（3）输入完各列后，单击工具栏上的【保存】按钮，在弹出的【选择名称】对话框中输入表名student。</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（4）单击【确定】按钮，完成student表结构的创建。</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8"/>
          <a:stretch>
            <a:fillRect/>
          </a:stretch>
        </p:blipFill>
        <p:spPr>
          <a:xfrm>
            <a:off x="864235" y="4237355"/>
            <a:ext cx="3576955" cy="2261235"/>
          </a:xfrm>
          <a:prstGeom prst="rect">
            <a:avLst/>
          </a:prstGeom>
        </p:spPr>
      </p:pic>
      <p:sp>
        <p:nvSpPr>
          <p:cNvPr id="5" name="文本框 4"/>
          <p:cNvSpPr txBox="1"/>
          <p:nvPr/>
        </p:nvSpPr>
        <p:spPr>
          <a:xfrm>
            <a:off x="1248410" y="3749675"/>
            <a:ext cx="6096000" cy="368300"/>
          </a:xfrm>
          <a:prstGeom prst="rect">
            <a:avLst/>
          </a:prstGeom>
          <a:noFill/>
        </p:spPr>
        <p:txBody>
          <a:bodyPr wrap="square" rtlCol="0" anchor="t">
            <a:spAutoFit/>
          </a:bodyPr>
          <a:p>
            <a:r>
              <a:rPr lang="zh-CN" altLang="en-US"/>
              <a:t>图7-1  启动表设计器</a:t>
            </a:r>
            <a:endParaRPr lang="zh-CN" altLang="en-US"/>
          </a:p>
        </p:txBody>
      </p:sp>
      <p:sp>
        <p:nvSpPr>
          <p:cNvPr id="8" name="文本框 7"/>
          <p:cNvSpPr txBox="1"/>
          <p:nvPr/>
        </p:nvSpPr>
        <p:spPr>
          <a:xfrm>
            <a:off x="1333500" y="6498590"/>
            <a:ext cx="6096000" cy="368300"/>
          </a:xfrm>
          <a:prstGeom prst="rect">
            <a:avLst/>
          </a:prstGeom>
          <a:noFill/>
        </p:spPr>
        <p:txBody>
          <a:bodyPr wrap="square" rtlCol="0" anchor="t">
            <a:spAutoFit/>
          </a:bodyPr>
          <a:p>
            <a:r>
              <a:rPr lang="zh-CN" altLang="en-US"/>
              <a:t>图7-2  定义student表结构</a:t>
            </a:r>
            <a:endParaRPr lang="zh-CN" altLang="en-US"/>
          </a:p>
        </p:txBody>
      </p:sp>
    </p:spTree>
    <p:custDataLst>
      <p:tags r:id="rId9"/>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使用SQL的CREATE TABLE命令创建数据表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35" y="1139190"/>
            <a:ext cx="8916035" cy="548386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935" y="1218565"/>
            <a:ext cx="8382635" cy="526542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SQL语言提供了CREATE TABLE命令来创建表，用户可以在查询编辑器中使用CREATE TABLE语句来创建表结构，基本语法如下：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TABLE[database_name ][owner ]table_name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Column_ name data_type{[NULL/NOT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[ON{filegroup "default"}]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各参数说明如下。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TABLE：创建表命令，关键字用大写字母来表示。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database_name：指定新建表所属的数据库名称，若不指定，则在当前数据库中创建新表。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owner：指定数据库所有者的名称，必须是database_name所指定的数据库中现有的用户ID。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table_name：是新建表的名称。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column_name：是表中的列名，在表内必须是唯一的。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data_type：指定列的数据类型。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NULL/NOT NULL：允许列的取值为空或不为空，默认情况为NULL。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[，...n]：表明重复以上内容，即允许定义多个列。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{filegroup "default"}：指定存储表的文件组。如果指定了filegroup，那么该表将存储在命名的文件组中，数据库中必须存在该文件组。如果指定了default，或省略ON子句，那么表存储在默认文件组中。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45139" y="93091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矩形 1"/>
          <p:cNvSpPr/>
          <p:nvPr>
            <p:custDataLst>
              <p:tags r:id="rId4"/>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5"/>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6"/>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9"/>
            </p:custDataLst>
          </p:nvPr>
        </p:nvSpPr>
        <p:spPr>
          <a:xfrm>
            <a:off x="1892935" y="1496060"/>
            <a:ext cx="8382635" cy="4779645"/>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【例7.1】利用CREATE TABLE命令创建course表。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操作步骤如下：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（1）在SSMS界面中打开查询编辑器。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（2）在查询编辑器的文本输入窗口中输入如下代码：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course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cno char（4） NOT 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cname char(20)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credit int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cpno char（4）,</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describe varchar(100)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（3）单击工具栏上的分析按钮【˅】，进行语法分析检查。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（4）检查通过后，单击执行按钮【!】，创建course表结构，结果如图7-3所示。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6"/>
          <p:cNvSpPr txBox="1"/>
          <p:nvPr>
            <p:custDataLst>
              <p:tags r:id="rId10"/>
            </p:custDataLst>
          </p:nvPr>
        </p:nvSpPr>
        <p:spPr>
          <a:xfrm>
            <a:off x="445139" y="17653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使用SQL的CREATE TABLE命令创建数据表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8" name="图片 7"/>
          <p:cNvPicPr>
            <a:picLocks noChangeAspect="1"/>
          </p:cNvPicPr>
          <p:nvPr/>
        </p:nvPicPr>
        <p:blipFill>
          <a:blip r:embed="rId11"/>
          <a:stretch>
            <a:fillRect/>
          </a:stretch>
        </p:blipFill>
        <p:spPr>
          <a:xfrm>
            <a:off x="5650230" y="1969770"/>
            <a:ext cx="4200525" cy="2324100"/>
          </a:xfrm>
          <a:prstGeom prst="rect">
            <a:avLst/>
          </a:prstGeom>
        </p:spPr>
      </p:pic>
      <p:sp>
        <p:nvSpPr>
          <p:cNvPr id="14" name="文本框 13"/>
          <p:cNvSpPr txBox="1"/>
          <p:nvPr/>
        </p:nvSpPr>
        <p:spPr>
          <a:xfrm>
            <a:off x="6171565" y="4373245"/>
            <a:ext cx="6096000" cy="368300"/>
          </a:xfrm>
          <a:prstGeom prst="rect">
            <a:avLst/>
          </a:prstGeom>
          <a:noFill/>
        </p:spPr>
        <p:txBody>
          <a:bodyPr wrap="square" rtlCol="0" anchor="t">
            <a:spAutoFit/>
          </a:bodyPr>
          <a:p>
            <a:r>
              <a:rPr lang="zh-CN" altLang="en-US"/>
              <a:t>图7-3  用T-SQL命令创建course表</a:t>
            </a:r>
            <a:endParaRPr lang="zh-CN" altLang="en-US"/>
          </a:p>
        </p:txBody>
      </p:sp>
    </p:spTree>
    <p:custDataLst>
      <p:tags r:id="rId12"/>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07</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4 操作表</a:t>
            </a:r>
            <a:endParaRPr lang="zh-CN" altLang="en-US" sz="5445">
              <a:solidFill>
                <a:schemeClr val="accent1"/>
              </a:solidFill>
            </a:endParaRPr>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操作表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在表的使用过程中，往往需要对表的结构和属性等进行调整与修改。下面分别介绍使用SSMS或T-SQL语句管理表。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表结构的修改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查看表属性</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7" name="图文框 6"/>
          <p:cNvSpPr/>
          <p:nvPr>
            <p:custDataLst>
              <p:tags r:id="rId6"/>
            </p:custDataLst>
          </p:nvPr>
        </p:nvSpPr>
        <p:spPr>
          <a:xfrm>
            <a:off x="1586372" y="1799809"/>
            <a:ext cx="9019333" cy="4753433"/>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7"/>
            </p:custDataLst>
          </p:nvPr>
        </p:nvSpPr>
        <p:spPr>
          <a:xfrm rot="10800000" flipH="1" flipV="1">
            <a:off x="2020574" y="1676400"/>
            <a:ext cx="805944" cy="63581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9" name="任意多边形: 形状 19"/>
          <p:cNvSpPr>
            <a:spLocks noChangeAspect="1"/>
          </p:cNvSpPr>
          <p:nvPr>
            <p:custDataLst>
              <p:tags r:id="rId8"/>
            </p:custDataLst>
          </p:nvPr>
        </p:nvSpPr>
        <p:spPr>
          <a:xfrm rot="10800000" flipH="1" flipV="1">
            <a:off x="1876347" y="1676400"/>
            <a:ext cx="805944" cy="63581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4" name="Title 6"/>
          <p:cNvSpPr txBox="1"/>
          <p:nvPr>
            <p:custDataLst>
              <p:tags r:id="rId9"/>
            </p:custDataLst>
          </p:nvPr>
        </p:nvSpPr>
        <p:spPr>
          <a:xfrm>
            <a:off x="457399" y="2584042"/>
            <a:ext cx="3905320" cy="320143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 Management Studio中，选中要查看的数据表并右击，选择“属性”，将打开“表属性”对话框，如图7-4所示。
另外，还可以通过sp_help存储过程查看表属性信息，如图7-5所示。</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descr="/data/temp/3488cec3-17aa-11ee-b573-f66a8e0a4694.jpg3488cec3-17aa-11ee-b573-f66a8e0a4694"/>
          <p:cNvPicPr>
            <a:picLocks noChangeAspect="1"/>
          </p:cNvPicPr>
          <p:nvPr>
            <p:custDataLst>
              <p:tags r:id="rId10"/>
            </p:custDataLst>
          </p:nvPr>
        </p:nvPicPr>
        <p:blipFill rotWithShape="1">
          <a:blip r:embed="rId11"/>
          <a:srcRect/>
          <a:stretch>
            <a:fillRect/>
          </a:stretch>
        </p:blipFill>
        <p:spPr>
          <a:xfrm>
            <a:off x="4449445" y="2705100"/>
            <a:ext cx="3278505" cy="2559050"/>
          </a:xfrm>
          <a:custGeom>
            <a:avLst/>
            <a:gdLst/>
            <a:ahLst/>
            <a:cxnLst>
              <a:cxn ang="3">
                <a:pos x="hc" y="t"/>
              </a:cxn>
              <a:cxn ang="cd2">
                <a:pos x="l" y="vc"/>
              </a:cxn>
              <a:cxn ang="cd4">
                <a:pos x="hc" y="b"/>
              </a:cxn>
              <a:cxn ang="0">
                <a:pos x="r" y="vc"/>
              </a:cxn>
            </a:cxnLst>
            <a:rect l="l" t="t" r="r" b="b"/>
            <a:pathLst>
              <a:path w="8880" h="6480">
                <a:moveTo>
                  <a:pt x="0" y="0"/>
                </a:moveTo>
                <a:lnTo>
                  <a:pt x="8880" y="0"/>
                </a:lnTo>
                <a:lnTo>
                  <a:pt x="8880" y="6480"/>
                </a:lnTo>
                <a:lnTo>
                  <a:pt x="0" y="6480"/>
                </a:lnTo>
                <a:lnTo>
                  <a:pt x="0" y="0"/>
                </a:lnTo>
                <a:close/>
              </a:path>
            </a:pathLst>
          </a:custGeom>
        </p:spPr>
      </p:pic>
      <p:pic>
        <p:nvPicPr>
          <p:cNvPr id="12" name="图片 11"/>
          <p:cNvPicPr>
            <a:picLocks noChangeAspect="1"/>
          </p:cNvPicPr>
          <p:nvPr/>
        </p:nvPicPr>
        <p:blipFill>
          <a:blip r:embed="rId12"/>
          <a:stretch>
            <a:fillRect/>
          </a:stretch>
        </p:blipFill>
        <p:spPr>
          <a:xfrm>
            <a:off x="7874635" y="2705100"/>
            <a:ext cx="4018280" cy="2559050"/>
          </a:xfrm>
          <a:prstGeom prst="rect">
            <a:avLst/>
          </a:prstGeom>
        </p:spPr>
      </p:pic>
      <p:sp>
        <p:nvSpPr>
          <p:cNvPr id="13" name="文本框 12"/>
          <p:cNvSpPr txBox="1"/>
          <p:nvPr/>
        </p:nvSpPr>
        <p:spPr>
          <a:xfrm>
            <a:off x="4616450" y="5332730"/>
            <a:ext cx="2840355" cy="368300"/>
          </a:xfrm>
          <a:prstGeom prst="rect">
            <a:avLst/>
          </a:prstGeom>
          <a:noFill/>
        </p:spPr>
        <p:txBody>
          <a:bodyPr wrap="none" rtlCol="0" anchor="t">
            <a:spAutoFit/>
          </a:bodyPr>
          <a:p>
            <a:r>
              <a:rPr lang="zh-CN" altLang="en-US" spc="100" dirty="0" smtClean="0">
                <a:ln w="3175">
                  <a:noFill/>
                  <a:prstDash val="dash"/>
                </a:ln>
                <a:solidFill>
                  <a:schemeClr val="dk1">
                    <a:lumMod val="75000"/>
                    <a:lumOff val="25000"/>
                  </a:schemeClr>
                </a:solidFill>
                <a:effectLst/>
                <a:uFillTx/>
                <a:latin typeface="微软雅黑" panose="020B0503020204020204" charset="-122"/>
                <a:ea typeface="微软雅黑" panose="020B0503020204020204" charset="-122"/>
                <a:cs typeface="微软雅黑" panose="020B0503020204020204" charset="-122"/>
                <a:sym typeface="+mn-ea"/>
              </a:rPr>
              <a:t>图7-4 “表属性”对话框</a:t>
            </a:r>
            <a:endParaRPr lang="zh-CN" altLang="en-US"/>
          </a:p>
        </p:txBody>
      </p:sp>
      <p:sp>
        <p:nvSpPr>
          <p:cNvPr id="14" name="文本框 13"/>
          <p:cNvSpPr txBox="1"/>
          <p:nvPr/>
        </p:nvSpPr>
        <p:spPr>
          <a:xfrm>
            <a:off x="7911465" y="5332730"/>
            <a:ext cx="6096000" cy="368300"/>
          </a:xfrm>
          <a:prstGeom prst="rect">
            <a:avLst/>
          </a:prstGeom>
          <a:noFill/>
        </p:spPr>
        <p:txBody>
          <a:bodyPr wrap="square" rtlCol="0" anchor="t">
            <a:spAutoFit/>
          </a:bodyPr>
          <a:p>
            <a:r>
              <a:rPr lang="zh-CN" altLang="en-US"/>
              <a:t>图7-5  用sp_help存储过程查看表结构信息</a:t>
            </a:r>
            <a:endParaRPr lang="zh-CN" altLang="en-US"/>
          </a:p>
        </p:txBody>
      </p:sp>
    </p:spTree>
    <p:custDataLst>
      <p:tags r:id="rId13"/>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表结构的修改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修改表结构</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085975" y="1994535"/>
            <a:ext cx="7841615" cy="4284345"/>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3. 更改表名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右击表名，在弹出的菜单中选择“重命名”，可以更改表名。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 使用SQL命令修改表，包括增加列、删除列、修改列和重命名表等操作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（1）增加列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基本语法如下：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TABLE 表名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ADD 列名 数据类型 NULL或NOT 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【例7.2】修改student表，添加一个允许空值的列Phone。各行的Phone列的值将为NULL。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TABLE student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ADD Phone NVARCHAR(20) 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增加列要修改表，ALTER TABLE是修改表命令的关键字。其后的student是指定修改的表的名称。ADD是关键字，表示添加，ADD后是对添加列的定义，包括列名、数据类型等。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向一个表添加新列时，系统会在该列中为表中的每个现有数据行插入一个值。如果新列没有指定默认值，就必须指定该列允许NULL值。系统将NULL值插入该列，如果新列不允许NULL值，就返回错误。因此，不能添加不允许为空的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表结构的修改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删除列</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066036"/>
            <a:ext cx="9021857" cy="4097528"/>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（2）删除列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删除列的基本语法如下：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TABLE表名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COLUMN 列名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【例7.3】修改student表，删除列Phone。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TABLE student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DROP COLUMN Phone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删除列要修改表，ALTER TABLE是修改表命令的关键字，student是修改的表的名称。DROP COLUMN是删除列的关键字。DROP COLUMN后紧跟要删除列的名称。以上代码指定删除列的列名为Phone。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表结构的修改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修改列的属性</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28" name="文本框 27"/>
          <p:cNvSpPr txBox="1"/>
          <p:nvPr/>
        </p:nvSpPr>
        <p:spPr>
          <a:xfrm>
            <a:off x="397510" y="1371600"/>
            <a:ext cx="11276965" cy="5692775"/>
          </a:xfrm>
          <a:prstGeom prst="rect">
            <a:avLst/>
          </a:prstGeom>
          <a:noFill/>
        </p:spPr>
        <p:txBody>
          <a:bodyPr wrap="square" rtlCol="0" anchor="t">
            <a:spAutoFit/>
          </a:bodyPr>
          <a:p>
            <a:pPr algn="just"/>
            <a:r>
              <a:rPr lang="zh-CN" altLang="en-US" sz="1400">
                <a:latin typeface="Times New Roman" panose="02020603050405020304" charset="0"/>
                <a:cs typeface="Times New Roman" panose="02020603050405020304" charset="0"/>
              </a:rPr>
              <a:t>修改列的属性的基本语法如下：</a:t>
            </a:r>
            <a:endParaRPr lang="zh-CN" altLang="en-US" sz="1400">
              <a:latin typeface="Times New Roman" panose="02020603050405020304" charset="0"/>
              <a:cs typeface="Times New Roman" panose="02020603050405020304" charset="0"/>
            </a:endParaRPr>
          </a:p>
          <a:p>
            <a:pPr algn="just"/>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ALTER TABLE表名</a:t>
            </a:r>
            <a:endParaRPr lang="zh-CN" altLang="en-US" sz="1400">
              <a:latin typeface="Times New Roman" panose="02020603050405020304" charset="0"/>
              <a:cs typeface="Times New Roman" panose="02020603050405020304" charset="0"/>
            </a:endParaRPr>
          </a:p>
          <a:p>
            <a:pPr algn="just"/>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ALTER COLUMN 列名 数据类型 NULL或NOT NULL</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【例7.4】修改student表的sname列，将其数据类型改为NCHAR，长度为20。</a:t>
            </a:r>
            <a:endParaRPr lang="zh-CN" altLang="en-US" sz="1400">
              <a:latin typeface="Times New Roman" panose="02020603050405020304" charset="0"/>
              <a:cs typeface="Times New Roman" panose="02020603050405020304" charset="0"/>
            </a:endParaRPr>
          </a:p>
          <a:p>
            <a:pPr algn="just"/>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ALTER TABLE student </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 </a:t>
            </a:r>
            <a:r>
              <a:rPr lang="en-US" altLang="zh-CN" sz="1400">
                <a:latin typeface="Times New Roman" panose="02020603050405020304" charset="0"/>
                <a:cs typeface="Times New Roman" panose="02020603050405020304" charset="0"/>
              </a:rPr>
              <a:t>	</a:t>
            </a:r>
            <a:r>
              <a:rPr lang="zh-CN" altLang="en-US" sz="1400">
                <a:latin typeface="Times New Roman" panose="02020603050405020304" charset="0"/>
                <a:cs typeface="Times New Roman" panose="02020603050405020304" charset="0"/>
              </a:rPr>
              <a:t>ALTER COLUMN sname NVARCHAR(20) NULL</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注意事项：</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（1）以上代码修改的是student表的sname列。</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（2）表中每一列都有一组属性，如名称、数据类型、为空性和数据长度。列的所有属性构成表中列的定义。但使用ALTER TABLE命令不可以修改列的名称，其他列出的属性可以使用ALTER TABLE命令修改。</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（3）ALTER COLUMN是修改列的关键字，紧跟其后的是要修改列的名称。</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① 修改列的数据类型。如果可以将现有列中的现有数据隐式转换为新的数据类型，就可以更改该列的数据类型。</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由于原来的sname列的nchar类型的数据可以隐式转换为新的NVARCHAR数据类型，因此以上代码修改了sname列的数据类型。</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② 修改列的数据长度。选择数据类型时，将自动定义长度。只能增加或减少具有binary、char、nchar、varbinary、varchar 或 nvarchar数据类型的列的长度属性。对于其他数据类型的列，其长度由数据类型确定，无法更改。如果新指定的长度小于原列长度，列中超过新列长度的所有值就会被截断，而无任何警告。</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③ 修改列的精度。数值列的精度是选定数据类型所使用的最大位数。非数值列的精度是指最大长度或定义的列长度。</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除decimal和numeric外，所有数值列数据类型的精度都是自动定义的。如果要重新定义那些具有decimal和numeric数据类型的列所使用的最大位数，就可以更改这些列的精度。系统不允许更改除decimal和numeric之外的数值列的精度。</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④ 修改列的小数位数。numeric或decimal列的小数位数是指小数点右侧的最大位数。选择数据类型时，列的小数位数默认设置为 0。对于含有近似浮点数的列，因为小数点右侧的位数不固定，所以不定义小数位数。如果要重新定义小数点右侧有效的位数，就可以更改 numeric或decimal列的小数位数。</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⑤ 修改列的为空性。可以将列定义为允许或不允许为空值。默认情况下，列允许为空值。仅当现有列中不存在空值时，才有可能将该列更改为不允许为空值。也就是说，只有列中不包含空值时，才有可能在 ALTER COLUMN 中指定 NOT NULL。否则必须先将空值更新为某个值后，才允许执行 ALTER COLUMN NOT NULL 语句。</a:t>
            </a:r>
            <a:endParaRPr lang="zh-CN" altLang="en-US" sz="1400">
              <a:latin typeface="Times New Roman" panose="02020603050405020304" charset="0"/>
              <a:cs typeface="Times New Roman" panose="02020603050405020304" charset="0"/>
            </a:endParaRPr>
          </a:p>
          <a:p>
            <a:pPr algn="just"/>
            <a:r>
              <a:rPr lang="zh-CN" altLang="en-US" sz="1400">
                <a:latin typeface="Times New Roman" panose="02020603050405020304" charset="0"/>
                <a:cs typeface="Times New Roman" panose="02020603050405020304" charset="0"/>
              </a:rPr>
              <a:t>可以将不允许为空值的现有列更改为允许为空值，除非为该列定义了 PRIMARY KEY 约束。PRIMARY KEY 约束将在后面继续讨论。</a:t>
            </a:r>
            <a:endParaRPr lang="zh-CN" altLang="en-US" sz="1400">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表结构的修改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重命名表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0660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【例7.5】将表student 重命名为newstudent。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sp_rename 'student', 'newstudent', 'TABLE'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sp_rename是系统存储过程，通过使用EXEC命令执行该存储过程，以在当前数据库中更改用户创建对象的名称。EXEC sp_rename中有三个字符串值，每个字符串值之间用逗号分隔，第一个字符串值指定要修改的对象的名称，第二个字符串值指定修改后新的名称，最后一个字符串值指定要修改的对象的类型。此示例中，三个字符串值分别为student、newstudent和TABLE。此示例指定修改的对象的类型为TABLE（表），将表名student修改为new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表结构的修改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重命名列</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cxnSp>
        <p:nvCxnSpPr>
          <p:cNvPr id="41" name="直接连接符 40"/>
          <p:cNvCxnSpPr/>
          <p:nvPr>
            <p:custDataLst>
              <p:tags r:id="rId6"/>
            </p:custDataLst>
          </p:nvPr>
        </p:nvCxnSpPr>
        <p:spPr>
          <a:xfrm>
            <a:off x="4762499" y="2445734"/>
            <a:ext cx="0" cy="2931206"/>
          </a:xfrm>
          <a:prstGeom prst="line">
            <a:avLst/>
          </a:prstGeom>
          <a:ln w="12700">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27" name="等腰三角形 26"/>
          <p:cNvSpPr/>
          <p:nvPr>
            <p:custDataLst>
              <p:tags r:id="rId7"/>
            </p:custDataLst>
          </p:nvPr>
        </p:nvSpPr>
        <p:spPr>
          <a:xfrm rot="20700000" flipH="1" flipV="1">
            <a:off x="4541714" y="2183067"/>
            <a:ext cx="420371" cy="377455"/>
          </a:xfrm>
          <a:prstGeom prst="triangle">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29" name="等腰三角形 28"/>
          <p:cNvSpPr/>
          <p:nvPr>
            <p:custDataLst>
              <p:tags r:id="rId8"/>
            </p:custDataLst>
          </p:nvPr>
        </p:nvSpPr>
        <p:spPr>
          <a:xfrm flipH="1" flipV="1">
            <a:off x="4541714" y="2183067"/>
            <a:ext cx="420371" cy="37745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0" name="文本框 29"/>
          <p:cNvSpPr txBox="1"/>
          <p:nvPr>
            <p:custDataLst>
              <p:tags r:id="rId9"/>
            </p:custDataLst>
          </p:nvPr>
        </p:nvSpPr>
        <p:spPr>
          <a:xfrm>
            <a:off x="4571703" y="2195993"/>
            <a:ext cx="360392" cy="249741"/>
          </a:xfrm>
          <a:prstGeom prst="rect">
            <a:avLst/>
          </a:prstGeom>
          <a:noFill/>
        </p:spPr>
        <p:txBody>
          <a:bodyPr wrap="square" rtlCol="0">
            <a:normAutofit fontScale="60000"/>
          </a:bodyPr>
          <a:p>
            <a:pPr algn="ctr"/>
            <a:r>
              <a:rPr lang="en-US" altLang="zh-CN" sz="1400" b="1" dirty="0">
                <a:solidFill>
                  <a:schemeClr val="lt1"/>
                </a:solidFill>
                <a:latin typeface="微软雅黑" panose="020B0503020204020204" charset="-122"/>
                <a:ea typeface="微软雅黑" panose="020B0503020204020204" charset="-122"/>
                <a:sym typeface="Arial" panose="020B0604020202020204" pitchFamily="34" charset="0"/>
              </a:rPr>
              <a:t>01</a:t>
            </a:r>
            <a:endParaRPr lang="en-US" altLang="zh-CN" sz="1400" b="1"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49" name="文本框 48"/>
          <p:cNvSpPr txBox="1"/>
          <p:nvPr>
            <p:custDataLst>
              <p:tags r:id="rId10"/>
            </p:custDataLst>
          </p:nvPr>
        </p:nvSpPr>
        <p:spPr>
          <a:xfrm>
            <a:off x="5088890" y="2042160"/>
            <a:ext cx="6092825" cy="540385"/>
          </a:xfrm>
          <a:prstGeom prst="rect">
            <a:avLst/>
          </a:prstGeom>
          <a:noFill/>
        </p:spPr>
        <p:txBody>
          <a:bodyPr wrap="square" rtlCol="0">
            <a:normAutofit/>
          </a:bodyPr>
          <a:p>
            <a:pPr>
              <a:lnSpc>
                <a:spcPct val="130000"/>
              </a:lnSpc>
            </a:pPr>
            <a:r>
              <a:rPr lang="zh-CN" altLang="en-US" sz="1400" spc="150">
                <a:solidFill>
                  <a:schemeClr val="dk1">
                    <a:lumMod val="85000"/>
                    <a:lumOff val="1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【例7.6】将表newstudent中的列sname重命名为fullsname。</a:t>
            </a:r>
            <a:endParaRPr lang="zh-CN" altLang="en-US" sz="1400" spc="150">
              <a:solidFill>
                <a:schemeClr val="dk1">
                  <a:lumMod val="85000"/>
                  <a:lumOff val="1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34" name="等腰三角形 33"/>
          <p:cNvSpPr/>
          <p:nvPr>
            <p:custDataLst>
              <p:tags r:id="rId11"/>
            </p:custDataLst>
          </p:nvPr>
        </p:nvSpPr>
        <p:spPr>
          <a:xfrm rot="20700000" flipH="1" flipV="1">
            <a:off x="4541714" y="3243382"/>
            <a:ext cx="420371" cy="377455"/>
          </a:xfrm>
          <a:prstGeom prst="triangle">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5" name="等腰三角形 34"/>
          <p:cNvSpPr/>
          <p:nvPr>
            <p:custDataLst>
              <p:tags r:id="rId12"/>
            </p:custDataLst>
          </p:nvPr>
        </p:nvSpPr>
        <p:spPr>
          <a:xfrm flipH="1" flipV="1">
            <a:off x="4541714" y="3243382"/>
            <a:ext cx="420371" cy="37745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6" name="文本框 35"/>
          <p:cNvSpPr txBox="1"/>
          <p:nvPr>
            <p:custDataLst>
              <p:tags r:id="rId13"/>
            </p:custDataLst>
          </p:nvPr>
        </p:nvSpPr>
        <p:spPr>
          <a:xfrm>
            <a:off x="4571703" y="3256826"/>
            <a:ext cx="360392" cy="249741"/>
          </a:xfrm>
          <a:prstGeom prst="rect">
            <a:avLst/>
          </a:prstGeom>
          <a:noFill/>
        </p:spPr>
        <p:txBody>
          <a:bodyPr wrap="square" rtlCol="0">
            <a:normAutofit fontScale="60000"/>
          </a:bodyPr>
          <a:p>
            <a:pPr algn="ctr"/>
            <a:r>
              <a:rPr lang="en-US" altLang="zh-CN" sz="1400" b="1">
                <a:solidFill>
                  <a:schemeClr val="lt1"/>
                </a:solidFill>
                <a:latin typeface="微软雅黑" panose="020B0503020204020204" charset="-122"/>
                <a:ea typeface="微软雅黑" panose="020B0503020204020204" charset="-122"/>
                <a:sym typeface="Arial" panose="020B0604020202020204" pitchFamily="34" charset="0"/>
              </a:rPr>
              <a:t>02</a:t>
            </a:r>
            <a:endParaRPr lang="en-US" altLang="zh-CN" sz="1400" b="1">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16" name="文本框 15"/>
          <p:cNvSpPr txBox="1"/>
          <p:nvPr>
            <p:custDataLst>
              <p:tags r:id="rId14"/>
            </p:custDataLst>
          </p:nvPr>
        </p:nvSpPr>
        <p:spPr>
          <a:xfrm>
            <a:off x="5088890" y="3101975"/>
            <a:ext cx="6186170" cy="964565"/>
          </a:xfrm>
          <a:prstGeom prst="rect">
            <a:avLst/>
          </a:prstGeom>
          <a:noFill/>
        </p:spPr>
        <p:txBody>
          <a:bodyPr wrap="square" rtlCol="0">
            <a:normAutofit/>
          </a:bodyPr>
          <a:p>
            <a:pPr>
              <a:lnSpc>
                <a:spcPct val="130000"/>
              </a:lnSpc>
            </a:pPr>
            <a:r>
              <a:rPr lang="zh-CN" altLang="en-US" sz="1300" spc="150">
                <a:solidFill>
                  <a:schemeClr val="dk1">
                    <a:lumMod val="85000"/>
                    <a:lumOff val="1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EXEC sp_rename ' newstudent.sname', ' fullsname', 'COLUMN'</a:t>
            </a:r>
            <a:endParaRPr lang="zh-CN" altLang="en-US" sz="1300" spc="150">
              <a:solidFill>
                <a:schemeClr val="dk1">
                  <a:lumMod val="85000"/>
                  <a:lumOff val="1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71" name="等腰三角形 70"/>
          <p:cNvSpPr/>
          <p:nvPr>
            <p:custDataLst>
              <p:tags r:id="rId15"/>
            </p:custDataLst>
          </p:nvPr>
        </p:nvSpPr>
        <p:spPr>
          <a:xfrm rot="20700000" flipH="1" flipV="1">
            <a:off x="4541714" y="4303697"/>
            <a:ext cx="420371" cy="377455"/>
          </a:xfrm>
          <a:prstGeom prst="triangle">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72" name="等腰三角形 71"/>
          <p:cNvSpPr/>
          <p:nvPr>
            <p:custDataLst>
              <p:tags r:id="rId16"/>
            </p:custDataLst>
          </p:nvPr>
        </p:nvSpPr>
        <p:spPr>
          <a:xfrm flipH="1" flipV="1">
            <a:off x="4541714" y="4303697"/>
            <a:ext cx="420371" cy="377455"/>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73" name="文本框 72"/>
          <p:cNvSpPr txBox="1"/>
          <p:nvPr>
            <p:custDataLst>
              <p:tags r:id="rId17"/>
            </p:custDataLst>
          </p:nvPr>
        </p:nvSpPr>
        <p:spPr>
          <a:xfrm>
            <a:off x="4571703" y="4316624"/>
            <a:ext cx="360392" cy="249741"/>
          </a:xfrm>
          <a:prstGeom prst="rect">
            <a:avLst/>
          </a:prstGeom>
          <a:noFill/>
        </p:spPr>
        <p:txBody>
          <a:bodyPr wrap="square" rtlCol="0">
            <a:normAutofit fontScale="60000"/>
          </a:bodyPr>
          <a:p>
            <a:pPr algn="ctr"/>
            <a:r>
              <a:rPr lang="en-US" altLang="zh-CN" sz="1400" b="1">
                <a:solidFill>
                  <a:schemeClr val="lt1"/>
                </a:solidFill>
                <a:latin typeface="微软雅黑" panose="020B0503020204020204" charset="-122"/>
                <a:ea typeface="微软雅黑" panose="020B0503020204020204" charset="-122"/>
                <a:sym typeface="Arial" panose="020B0604020202020204" pitchFamily="34" charset="0"/>
              </a:rPr>
              <a:t>03</a:t>
            </a:r>
            <a:endParaRPr lang="en-US" altLang="zh-CN" sz="1400" b="1">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17" name="文本框 16"/>
          <p:cNvSpPr txBox="1"/>
          <p:nvPr>
            <p:custDataLst>
              <p:tags r:id="rId18"/>
            </p:custDataLst>
          </p:nvPr>
        </p:nvSpPr>
        <p:spPr>
          <a:xfrm>
            <a:off x="5088890" y="4162425"/>
            <a:ext cx="6093460" cy="964565"/>
          </a:xfrm>
          <a:prstGeom prst="rect">
            <a:avLst/>
          </a:prstGeom>
          <a:noFill/>
        </p:spPr>
        <p:txBody>
          <a:bodyPr wrap="square" rtlCol="0">
            <a:normAutofit/>
          </a:bodyPr>
          <a:p>
            <a:pPr algn="just">
              <a:lnSpc>
                <a:spcPct val="130000"/>
              </a:lnSpc>
            </a:pPr>
            <a:r>
              <a:rPr lang="zh-CN" altLang="en-US" sz="1400" spc="150">
                <a:solidFill>
                  <a:schemeClr val="dk1">
                    <a:lumMod val="85000"/>
                    <a:lumOff val="1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通过使用EXEC执行sp_rename系统存储过程，将newstudent表的列名为sname的列重命名为fullsname。此示例指定修改的对象的类型为COLUMN（列）。</a:t>
            </a:r>
            <a:endParaRPr lang="zh-CN" altLang="en-US" sz="1400" spc="150">
              <a:solidFill>
                <a:schemeClr val="dk1">
                  <a:lumMod val="85000"/>
                  <a:lumOff val="1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Tree>
    <p:custDataLst>
      <p:tags r:id="rId19"/>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表结构的修改</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删除表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73225" y="1597025"/>
            <a:ext cx="9095740"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有些情况下必须删除表。例如，要在数据库中实现一个新的设计或释放空间。删除表后，该表的结构定义、数据等都从数据库中永久删除。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【例7.7】将表newstudent从数据库中删除。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TABLE newstudent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TABLE是删除表的命令，其后紧跟要删除的表的名称。使用DROP TABLE命令删除表后，与该表相关的一切内容将永久删除，不可恢复。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883035" y="2265033"/>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经过物理设计阶段之后，已经在数据库系统中建立了存储数据的数据库和数据表，具备了向数据结构中填充数据的条件。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1. 使用SQL Server Management Studio直接输入和修改数据</a:t>
            </a:r>
            <a:r>
              <a:rPr lang="zh-CN" dirty="0" err="1">
                <a:solidFill>
                  <a:schemeClr val="dk1"/>
                </a:solidFill>
                <a:latin typeface="微软雅黑" panose="020B0503020204020204" charset="-122"/>
                <a:ea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sym typeface="微软雅黑" panose="020B0503020204020204" charset="-122"/>
              </a:rPr>
              <a:t>1</a:t>
            </a:r>
            <a:r>
              <a:rPr lang="zh-CN" dirty="0" err="1">
                <a:solidFill>
                  <a:schemeClr val="dk1"/>
                </a:solidFill>
                <a:latin typeface="微软雅黑" panose="020B0503020204020204" charset="-122"/>
                <a:ea typeface="微软雅黑" panose="020B0503020204020204" charset="-122"/>
                <a:sym typeface="微软雅黑" panose="020B0503020204020204" charset="-122"/>
              </a:rPr>
              <a:t>）</a:t>
            </a:r>
            <a:r>
              <a:rPr dirty="0" err="1">
                <a:solidFill>
                  <a:schemeClr val="dk1"/>
                </a:solidFill>
                <a:latin typeface="微软雅黑" panose="020B0503020204020204" charset="-122"/>
                <a:ea typeface="微软雅黑" panose="020B0503020204020204" charset="-122"/>
                <a:sym typeface="微软雅黑" panose="020B0503020204020204" charset="-122"/>
              </a:rPr>
              <a:t>插入表数据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989325" y="1456801"/>
            <a:ext cx="5366452" cy="3686587"/>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如果用户要查看表中的数据，可以在SQL Server对象资源管理器中选中要打开的数据表student，然后右击，在弹出的快捷菜单中选择“编辑前200行”命令，在数据显示区域就会显示出这个表中的所有数据。这时用户可以直接在表中输入要插入的数据，如果一条记录还没有输入完成，已输入的字段会有 标识提示，待该条记录输入完成后，这个提示会自动消失，如图7-6所示。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6" name="图片 5" descr="/data/temp/34d1f294-17aa-11ee-aa10-327733399c9e.jpg34d1f294-17aa-11ee-aa10-327733399c9e"/>
          <p:cNvPicPr>
            <a:picLocks noChangeAspect="1"/>
          </p:cNvPicPr>
          <p:nvPr>
            <p:custDataLst>
              <p:tags r:id="rId7"/>
            </p:custDataLst>
          </p:nvPr>
        </p:nvPicPr>
        <p:blipFill rotWithShape="1">
          <a:blip r:embed="rId8"/>
          <a:srcRect/>
          <a:stretch>
            <a:fillRect/>
          </a:stretch>
        </p:blipFill>
        <p:spPr>
          <a:xfrm>
            <a:off x="1970843" y="2271460"/>
            <a:ext cx="2527096" cy="1837843"/>
          </a:xfrm>
          <a:custGeom>
            <a:avLst/>
            <a:gdLst/>
            <a:ahLst/>
            <a:cxnLst>
              <a:cxn ang="3">
                <a:pos x="hc" y="t"/>
              </a:cxn>
              <a:cxn ang="cd2">
                <a:pos x="l" y="vc"/>
              </a:cxn>
              <a:cxn ang="cd4">
                <a:pos x="hc" y="b"/>
              </a:cxn>
              <a:cxn ang="0">
                <a:pos x="r" y="vc"/>
              </a:cxn>
            </a:cxnLst>
            <a:rect l="l" t="t" r="r" b="b"/>
            <a:pathLst>
              <a:path w="3120" h="3120">
                <a:moveTo>
                  <a:pt x="0" y="0"/>
                </a:moveTo>
                <a:lnTo>
                  <a:pt x="3120" y="0"/>
                </a:lnTo>
                <a:lnTo>
                  <a:pt x="3120" y="3120"/>
                </a:lnTo>
                <a:lnTo>
                  <a:pt x="0" y="3120"/>
                </a:lnTo>
                <a:lnTo>
                  <a:pt x="0" y="0"/>
                </a:lnTo>
                <a:close/>
              </a:path>
            </a:pathLst>
          </a:custGeom>
        </p:spPr>
      </p:pic>
      <p:pic>
        <p:nvPicPr>
          <p:cNvPr id="4" name="图片 3"/>
          <p:cNvPicPr>
            <a:picLocks noChangeAspect="1"/>
          </p:cNvPicPr>
          <p:nvPr/>
        </p:nvPicPr>
        <p:blipFill>
          <a:blip r:embed="rId9"/>
          <a:stretch>
            <a:fillRect/>
          </a:stretch>
        </p:blipFill>
        <p:spPr>
          <a:xfrm>
            <a:off x="5163820" y="4398010"/>
            <a:ext cx="5191125" cy="1933575"/>
          </a:xfrm>
          <a:prstGeom prst="rect">
            <a:avLst/>
          </a:prstGeom>
        </p:spPr>
      </p:pic>
      <p:sp>
        <p:nvSpPr>
          <p:cNvPr id="9" name="文本框 8"/>
          <p:cNvSpPr txBox="1"/>
          <p:nvPr/>
        </p:nvSpPr>
        <p:spPr>
          <a:xfrm>
            <a:off x="5769610" y="6331585"/>
            <a:ext cx="6096000" cy="368300"/>
          </a:xfrm>
          <a:prstGeom prst="rect">
            <a:avLst/>
          </a:prstGeom>
          <a:noFill/>
        </p:spPr>
        <p:txBody>
          <a:bodyPr wrap="square" rtlCol="0" anchor="t">
            <a:spAutoFit/>
          </a:bodyPr>
          <a:p>
            <a:r>
              <a:rPr lang="zh-CN" altLang="en-US"/>
              <a:t>图7-6  向数据表student中插入数据</a:t>
            </a:r>
            <a:endParaRPr lang="zh-CN" altLang="en-US"/>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（2）删除表数据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矩形 3"/>
          <p:cNvSpPr/>
          <p:nvPr>
            <p:custDataLst>
              <p:tags r:id="rId6"/>
            </p:custDataLst>
          </p:nvPr>
        </p:nvSpPr>
        <p:spPr>
          <a:xfrm>
            <a:off x="7825952" y="1676397"/>
            <a:ext cx="2949180" cy="4876839"/>
          </a:xfrm>
          <a:prstGeom prst="rect">
            <a:avLst/>
          </a:prstGeom>
          <a:noFill/>
          <a:ln w="25400">
            <a:solidFill>
              <a:schemeClr val="dk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sp>
        <p:nvSpPr>
          <p:cNvPr id="5" name="Title 6"/>
          <p:cNvSpPr txBox="1"/>
          <p:nvPr>
            <p:custDataLst>
              <p:tags r:id="rId7"/>
            </p:custDataLst>
          </p:nvPr>
        </p:nvSpPr>
        <p:spPr>
          <a:xfrm>
            <a:off x="1416873" y="2071171"/>
            <a:ext cx="5486433" cy="408598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表中的某条记录不再需要时，可以将其删除。删除方法为：在操作表数据的窗口中定位需要删除的记录行，即将当前光标（窗口的第一列位置）移到要被删除的行，此时该行反相显示，右击该行，在弹出的快捷菜单中选择“删除”命令即可，如图7-7所示。
选择“删除”命令后，将弹出对话框，单击“是”按钮将删除所选的记录，单击“否”按钮不删除所选的记录。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6" name="图片 5" descr="/data/temp/34ed2b17-17aa-11ee-86bd-a2d6284a62e3.jpg34ed2b17-17aa-11ee-86bd-a2d6284a62e3"/>
          <p:cNvPicPr>
            <a:picLocks noChangeAspect="1"/>
          </p:cNvPicPr>
          <p:nvPr>
            <p:custDataLst>
              <p:tags r:id="rId8"/>
            </p:custDataLst>
          </p:nvPr>
        </p:nvPicPr>
        <p:blipFill rotWithShape="1">
          <a:blip r:embed="rId9"/>
          <a:srcRect/>
          <a:stretch>
            <a:fillRect/>
          </a:stretch>
        </p:blipFill>
        <p:spPr>
          <a:xfrm>
            <a:off x="6951107" y="2522924"/>
            <a:ext cx="4995171" cy="2176643"/>
          </a:xfrm>
          <a:custGeom>
            <a:avLst/>
            <a:gdLst/>
            <a:ahLst/>
            <a:cxnLst>
              <a:cxn ang="3">
                <a:pos x="hc" y="t"/>
              </a:cxn>
              <a:cxn ang="cd2">
                <a:pos x="l" y="vc"/>
              </a:cxn>
              <a:cxn ang="cd4">
                <a:pos x="hc" y="b"/>
              </a:cxn>
              <a:cxn ang="0">
                <a:pos x="r" y="vc"/>
              </a:cxn>
            </a:cxnLst>
            <a:rect l="l" t="t" r="r" b="b"/>
            <a:pathLst>
              <a:path w="7680" h="7440">
                <a:moveTo>
                  <a:pt x="0" y="0"/>
                </a:moveTo>
                <a:lnTo>
                  <a:pt x="7680" y="0"/>
                </a:lnTo>
                <a:lnTo>
                  <a:pt x="7680" y="7440"/>
                </a:lnTo>
                <a:lnTo>
                  <a:pt x="0" y="7440"/>
                </a:lnTo>
                <a:lnTo>
                  <a:pt x="0" y="0"/>
                </a:lnTo>
                <a:close/>
              </a:path>
            </a:pathLst>
          </a:custGeom>
        </p:spPr>
      </p:pic>
      <p:sp>
        <p:nvSpPr>
          <p:cNvPr id="9" name="文本框 8"/>
          <p:cNvSpPr txBox="1"/>
          <p:nvPr/>
        </p:nvSpPr>
        <p:spPr>
          <a:xfrm>
            <a:off x="8175625" y="4819015"/>
            <a:ext cx="6096000" cy="368300"/>
          </a:xfrm>
          <a:prstGeom prst="rect">
            <a:avLst/>
          </a:prstGeom>
          <a:noFill/>
        </p:spPr>
        <p:txBody>
          <a:bodyPr wrap="square" rtlCol="0" anchor="t">
            <a:spAutoFit/>
          </a:bodyPr>
          <a:p>
            <a:r>
              <a:rPr lang="zh-CN" altLang="en-US"/>
              <a:t>图7-7 删除记录数据</a:t>
            </a:r>
            <a:endParaRPr lang="zh-CN" altLang="en-US"/>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（3）更改表数据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4" name="图片 3" descr="/data/temp/34e68e24-17aa-11ee-a7eb-e22f9fbfe80f.jpg34e68e24-17aa-11ee-a7eb-e22f9fbfe80f"/>
          <p:cNvPicPr>
            <a:picLocks noChangeAspect="1"/>
          </p:cNvPicPr>
          <p:nvPr>
            <p:custDataLst>
              <p:tags r:id="rId6"/>
            </p:custDataLst>
          </p:nvPr>
        </p:nvPicPr>
        <p:blipFill rotWithShape="1">
          <a:blip r:embed="rId7"/>
          <a:srcRect/>
          <a:stretch>
            <a:fillRect/>
          </a:stretch>
        </p:blipFill>
        <p:spPr>
          <a:xfrm>
            <a:off x="423291" y="2680815"/>
            <a:ext cx="5538361" cy="1995480"/>
          </a:xfrm>
          <a:custGeom>
            <a:avLst/>
            <a:gdLst/>
            <a:ahLst/>
            <a:cxnLst>
              <a:cxn ang="3">
                <a:pos x="hc" y="t"/>
              </a:cxn>
              <a:cxn ang="cd2">
                <a:pos x="l" y="vc"/>
              </a:cxn>
              <a:cxn ang="cd4">
                <a:pos x="hc" y="b"/>
              </a:cxn>
              <a:cxn ang="0">
                <a:pos x="r" y="vc"/>
              </a:cxn>
            </a:cxnLst>
            <a:rect l="l" t="t" r="r" b="b"/>
            <a:pathLst>
              <a:path w="4320" h="2160">
                <a:moveTo>
                  <a:pt x="0" y="0"/>
                </a:moveTo>
                <a:lnTo>
                  <a:pt x="4320" y="0"/>
                </a:lnTo>
                <a:lnTo>
                  <a:pt x="4320" y="2160"/>
                </a:lnTo>
                <a:lnTo>
                  <a:pt x="0" y="2160"/>
                </a:lnTo>
                <a:close/>
              </a:path>
            </a:pathLst>
          </a:custGeom>
        </p:spPr>
      </p:pic>
      <p:sp>
        <p:nvSpPr>
          <p:cNvPr id="5" name="Title 6"/>
          <p:cNvSpPr txBox="1"/>
          <p:nvPr>
            <p:custDataLst>
              <p:tags r:id="rId8"/>
            </p:custDataLst>
          </p:nvPr>
        </p:nvSpPr>
        <p:spPr>
          <a:xfrm>
            <a:off x="6304478" y="1722969"/>
            <a:ext cx="3463608" cy="403690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Server对象资源管理器中修改记录非常简单，只要先定位到被修改的记录字段，然后对该字段值进行修改即可。例如，修改王五的adress为太原，如图7-8所示。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8" name="文本框 7"/>
          <p:cNvSpPr txBox="1"/>
          <p:nvPr/>
        </p:nvSpPr>
        <p:spPr>
          <a:xfrm>
            <a:off x="1591310" y="4676140"/>
            <a:ext cx="6096000" cy="368300"/>
          </a:xfrm>
          <a:prstGeom prst="rect">
            <a:avLst/>
          </a:prstGeom>
          <a:noFill/>
        </p:spPr>
        <p:txBody>
          <a:bodyPr wrap="square" rtlCol="0" anchor="t">
            <a:spAutoFit/>
          </a:bodyPr>
          <a:p>
            <a:r>
              <a:rPr lang="zh-CN" altLang="en-US"/>
              <a:t>图7-8 修改记录数据</a:t>
            </a:r>
            <a:endParaRPr lang="zh-CN" altLang="en-US"/>
          </a:p>
        </p:txBody>
      </p:sp>
    </p:spTree>
    <p:custDataLst>
      <p:tags r:id="rId9"/>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使用T-SQL语句查询、插入和更新表数据（1）使用SELECT语句查看表数据</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397477" y="1798943"/>
            <a:ext cx="5955983" cy="3101363"/>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用户要操作表中的数据，首先要知道表中都有什么数据，以便对表中的数据做进一步处理，在这里简单介绍一下查询语句。单击工具栏中的“新建查询”按钮，然后在查询窗口中输入查询语句，再按F5键或单击“执行”按钮即可得到如图7-9所示的结果。
【例7.8】查看学生student表中的数据。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descr="/data/temp/34e97377-17aa-11ee-9215-3ac49097c3cd.jpg34e97377-17aa-11ee-9215-3ac49097c3cd"/>
          <p:cNvPicPr>
            <a:picLocks noChangeAspect="1"/>
          </p:cNvPicPr>
          <p:nvPr>
            <p:custDataLst>
              <p:tags r:id="rId7"/>
            </p:custDataLst>
          </p:nvPr>
        </p:nvPicPr>
        <p:blipFill rotWithShape="1">
          <a:blip r:embed="rId8"/>
          <a:srcRect/>
          <a:stretch>
            <a:fillRect/>
          </a:stretch>
        </p:blipFill>
        <p:spPr>
          <a:xfrm>
            <a:off x="6353790" y="2087880"/>
            <a:ext cx="5423555" cy="2098040"/>
          </a:xfrm>
          <a:custGeom>
            <a:avLst/>
            <a:gdLst/>
            <a:ahLst/>
            <a:cxnLst>
              <a:cxn ang="3">
                <a:pos x="hc" y="t"/>
              </a:cxn>
              <a:cxn ang="cd2">
                <a:pos x="l" y="vc"/>
              </a:cxn>
              <a:cxn ang="cd4">
                <a:pos x="hc" y="b"/>
              </a:cxn>
              <a:cxn ang="0">
                <a:pos x="r" y="vc"/>
              </a:cxn>
            </a:cxnLst>
            <a:rect l="l" t="t" r="r" b="b"/>
            <a:pathLst>
              <a:path w="3600" h="2880">
                <a:moveTo>
                  <a:pt x="3600" y="0"/>
                </a:moveTo>
                <a:lnTo>
                  <a:pt x="3600" y="2880"/>
                </a:lnTo>
                <a:lnTo>
                  <a:pt x="0" y="2880"/>
                </a:lnTo>
                <a:lnTo>
                  <a:pt x="0" y="0"/>
                </a:lnTo>
                <a:lnTo>
                  <a:pt x="3600" y="0"/>
                </a:lnTo>
                <a:close/>
              </a:path>
            </a:pathLst>
          </a:custGeom>
        </p:spPr>
      </p:pic>
      <p:sp>
        <p:nvSpPr>
          <p:cNvPr id="8" name="文本框 7"/>
          <p:cNvSpPr txBox="1"/>
          <p:nvPr/>
        </p:nvSpPr>
        <p:spPr>
          <a:xfrm>
            <a:off x="6353175" y="4280535"/>
            <a:ext cx="6096000" cy="368300"/>
          </a:xfrm>
          <a:prstGeom prst="rect">
            <a:avLst/>
          </a:prstGeom>
          <a:noFill/>
        </p:spPr>
        <p:txBody>
          <a:bodyPr wrap="square" rtlCol="0" anchor="t">
            <a:spAutoFit/>
          </a:bodyPr>
          <a:p>
            <a:r>
              <a:rPr lang="zh-CN" altLang="en-US"/>
              <a:t>图7-9 student全表查询结果</a:t>
            </a:r>
            <a:endParaRPr lang="zh-CN" altLang="en-US"/>
          </a:p>
        </p:txBody>
      </p:sp>
    </p:spTree>
    <p:custDataLst>
      <p:tags r:id="rId9"/>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使用SELECT语句查看表数据</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2531110" y="1384300"/>
            <a:ext cx="6428105" cy="162623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例7.9</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】查看student表中的sno、sname和birhdate。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SELECT sno,sname,birhdate FROM student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单击“执行”按钮即可得到如图7-10所示的结果。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6" name="图片 5" descr="/data/temp/34f519e3-17aa-11ee-b573-f66a8e0a4694.jpg34f519e3-17aa-11ee-b573-f66a8e0a4694"/>
          <p:cNvPicPr>
            <a:picLocks noChangeAspect="1"/>
          </p:cNvPicPr>
          <p:nvPr>
            <p:custDataLst>
              <p:tags r:id="rId7"/>
            </p:custDataLst>
          </p:nvPr>
        </p:nvPicPr>
        <p:blipFill rotWithShape="1">
          <a:blip r:embed="rId8"/>
          <a:srcRect/>
          <a:stretch>
            <a:fillRect/>
          </a:stretch>
        </p:blipFill>
        <p:spPr>
          <a:xfrm>
            <a:off x="2588260" y="2693670"/>
            <a:ext cx="6313805" cy="2437765"/>
          </a:xfrm>
          <a:custGeom>
            <a:avLst/>
            <a:gdLst/>
            <a:ahLst/>
            <a:cxnLst>
              <a:cxn ang="3">
                <a:pos x="hc" y="t"/>
              </a:cxn>
              <a:cxn ang="cd2">
                <a:pos x="l" y="vc"/>
              </a:cxn>
              <a:cxn ang="cd4">
                <a:pos x="hc" y="b"/>
              </a:cxn>
              <a:cxn ang="0">
                <a:pos x="r" y="vc"/>
              </a:cxn>
            </a:cxnLst>
            <a:rect l="l" t="t" r="r" b="b"/>
            <a:pathLst>
              <a:path w="3120" h="3120">
                <a:moveTo>
                  <a:pt x="0" y="0"/>
                </a:moveTo>
                <a:lnTo>
                  <a:pt x="3120" y="0"/>
                </a:lnTo>
                <a:lnTo>
                  <a:pt x="3120" y="3120"/>
                </a:lnTo>
                <a:lnTo>
                  <a:pt x="0" y="3120"/>
                </a:lnTo>
                <a:lnTo>
                  <a:pt x="0" y="0"/>
                </a:lnTo>
                <a:close/>
              </a:path>
            </a:pathLst>
          </a:custGeom>
        </p:spPr>
      </p:pic>
      <p:sp>
        <p:nvSpPr>
          <p:cNvPr id="4" name="文本框 3"/>
          <p:cNvSpPr txBox="1"/>
          <p:nvPr/>
        </p:nvSpPr>
        <p:spPr>
          <a:xfrm>
            <a:off x="3556000" y="5361305"/>
            <a:ext cx="6096000" cy="368300"/>
          </a:xfrm>
          <a:prstGeom prst="rect">
            <a:avLst/>
          </a:prstGeom>
          <a:noFill/>
        </p:spPr>
        <p:txBody>
          <a:bodyPr wrap="square" rtlCol="0" anchor="t">
            <a:spAutoFit/>
          </a:bodyPr>
          <a:p>
            <a:r>
              <a:rPr lang="zh-CN" altLang="en-US"/>
              <a:t>图7-10 student列查询结果</a:t>
            </a:r>
            <a:endParaRPr lang="zh-CN" altLang="en-US"/>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2192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（2）使用Insert语句插入表数据</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267460"/>
            <a:ext cx="11277600" cy="560197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使用Insert语句插入表数据就是将一条或多条记录添加到表的末尾。在SQL中，使用Insert命令完成数据的插入，语法如下：
Insert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[Into]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table_or_view_name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 column_list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Values ( { DEFAULT | NULL | expression } [ ,...n ]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derived_table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execute_statement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Default Values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Into：一个可选的关键字，可以将它用在 Insert 和目标表之间。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table_or view_name：要接收数据的表或视图的名称。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（column_list）：要在其中插入数据的一列或多列的列表，必须用括号将 column_list括起来，并且用逗号分隔。</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Values：引入要插入的数据值的列表。对于 column_list（如果已指定）或表中的每一列，都必须有一个数据值，且必须用圆括号将值列表括起来。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DEFAULT：强制数据库引擎加载为列定义的默认值。如果某列并不存在默认值，并且该列允许空值，就插入NULL。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derived_table：任何有效的 Select 语句，返回将加载到表中的数据行。Select 语句 不能包含公用表表达式（CTE）。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execute_statement：任何有效的 Execute 语句，使用Select或ReadText语句返回数据。Select语句不能包含 CTE。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Default Values：强制新行包含为每个列定义的默认值。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使用Insert语句插入表数据</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1941195"/>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【例7.10】用Insert语句在student表中插入如下记录，插入的结果如图7-11所示。
201700205，王菲，女，1998-05-12，丹东，计算机科学。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INSERT INTO student VALUES('201700205', '王菲'，'女'，'1998-05-12'，'丹东'，'计算机科学')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2355850" y="3641090"/>
            <a:ext cx="6244590" cy="2306955"/>
          </a:xfrm>
          <a:prstGeom prst="rect">
            <a:avLst/>
          </a:prstGeom>
        </p:spPr>
      </p:pic>
      <p:sp>
        <p:nvSpPr>
          <p:cNvPr id="8" name="文本框 7"/>
          <p:cNvSpPr txBox="1"/>
          <p:nvPr/>
        </p:nvSpPr>
        <p:spPr>
          <a:xfrm>
            <a:off x="3048000" y="5948045"/>
            <a:ext cx="6096000" cy="368300"/>
          </a:xfrm>
          <a:prstGeom prst="rect">
            <a:avLst/>
          </a:prstGeom>
          <a:noFill/>
        </p:spPr>
        <p:txBody>
          <a:bodyPr wrap="square" rtlCol="0" anchor="t">
            <a:spAutoFit/>
          </a:bodyPr>
          <a:p>
            <a:r>
              <a:rPr lang="zh-CN" altLang="en-US"/>
              <a:t>图7-11  向student表中插入一条记录</a:t>
            </a:r>
            <a:endParaRPr lang="zh-CN" altLang="en-US"/>
          </a:p>
        </p:txBody>
      </p:sp>
    </p:spTree>
    <p:custDataLst>
      <p:tags r:id="rId8"/>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使用Insert语句插入表数据</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504825" y="1929765"/>
            <a:ext cx="11207750" cy="4369435"/>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076195" y="1676212"/>
            <a:ext cx="496570" cy="36131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1942660" y="1739108"/>
            <a:ext cx="496570" cy="36131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750631" y="6125284"/>
            <a:ext cx="496570" cy="36131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17096" y="6188180"/>
            <a:ext cx="496570" cy="36131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838200" y="2144395"/>
            <a:ext cx="10537825" cy="39401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【例7.11】向student表中插入部分记录，只输入3个列值，即201700206、王东、1998-08-10。
USE Student
GO
INSERT INTO student(sno,sname,birthdate) VALUES ('201700206', '王东', '1998-08-10')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（3）修改数据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219200"/>
            <a:ext cx="5937885" cy="5638800"/>
          </a:xfrm>
          <a:prstGeom prst="rect">
            <a:avLst/>
          </a:prstGeom>
          <a:noFill/>
          <a:ln w="3175">
            <a:noFill/>
            <a:prstDash val="dash"/>
          </a:ln>
        </p:spPr>
        <p:txBody>
          <a:bodyPr wrap="square" lIns="63500" tIns="25400" rIns="63500" bIns="25400" anchor="ctr" anchorCtr="0">
            <a:normAutofit fontScale="45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创建表并添加数据之后，更改或更新表中的数据就成为维护数据库的日常操作之一。可使用UPDATE语句更改数据。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UPDATE语句可以更改表中单行、多行或所有行的数据值。其基本语法为：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Update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table_or_view_name | rowset_function_limited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column_name = { expression | DEFAULT |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@variable = expression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@variable = column = expression [ ,...n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 ,...n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From{ &lt;table_source&gt; } [ ,...n ]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Where { &lt;search_condition&gt;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 [ CURRENT OF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 [ GLOBAL ] cursor_name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cursor_variable_name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Option ( &lt;query_hint&gt; [ ,...n ]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6308725" y="962025"/>
            <a:ext cx="5588000" cy="5953125"/>
          </a:xfrm>
          <a:prstGeom prst="rect">
            <a:avLst/>
          </a:prstGeom>
          <a:noFill/>
          <a:ln w="3175">
            <a:noFill/>
            <a:prstDash val="dash"/>
          </a:ln>
        </p:spPr>
        <p:txBody>
          <a:bodyPr wrap="square" lIns="63500" tIns="25400" rIns="63500" bIns="25400" rtlCol="0" anchor="ctr" anchorCtr="0">
            <a:normAutofit fontScale="55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table_or view_name：要更新行的表或视图的名称。</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rowset_function_limited：OPENQUERY 或 OPENROWSET 函数，视提供程序的功能而定。</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column_name：包含要更改的数据的列。column_name 必须已存在于 table_or view_ name 中，不能更新标识列。</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expression：返回单个值的变量、文字值、表达式或嵌套 Select 语句（加括号）。</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expression：返回的值替换 column_name 或@variable 中的现有值。</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DEFAULT：用为列定义的默认值替换列中的现有值。如果该列没有默认值并且定义为允许空值，该参数就可用于将列更改为 NULL。</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From{&lt;table_source&gt;}：指定表、视图或派生表源为更新操作提供条件。</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Where：指定条件来限定所更新的行。根据所使用的 WHERE 子句的形式有两种更新形式，一种是搜索更新指定搜索条件来限定要删除的行；另一种是定位更新使用 CURRENT OF 子句指定游标，更新操作发生在游标的当前位置。</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&lt;search_condition&gt;：为要更新的行指定需满足的条件。</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CURRENT OF：指定更新在指定游标的当前位置进行。</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GLOBAL：指定cursor_name涉及全局游标。</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cursor_name：要从中提取的开放游标的名称。</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cursor_variable_name：游标变量的名称。</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a:p>
            <a:pPr marL="171450" lvl="0" indent="-171450" algn="just">
              <a:lnSpc>
                <a:spcPct val="120000"/>
              </a:lnSpc>
              <a:spcAft>
                <a:spcPts val="800"/>
              </a:spcAft>
              <a:buClrTx/>
              <a:buSzTx/>
              <a:buFont typeface="Arial" panose="020B0604020202020204" pitchFamily="34" charset="0"/>
              <a:buChar char="•"/>
            </a:pPr>
            <a:r>
              <a:rPr altLang="zh-CN"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   </a:t>
            </a: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Option（  &lt;query_hint&gt; [ ,…n ]）：指定优化器提示用于自定义数据库引擎处理语句的方式。</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Tree>
    <p:custDataLst>
      <p:tags r:id="rId7"/>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【例7.12】</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61" y="1821679"/>
            <a:ext cx="11277678" cy="456719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【例7.12】将学生表student中学号为201700203 的学生的姓名改为谢霆锋。
Use Student
Go
Update student
Set sname='谢霆锋'
Where sno='201700203'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操作表数据</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删除数据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1600"/>
            <a:ext cx="11277600" cy="547878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DELETE语句可删除表或视图中的一行或多行。DELETE命令的基本语法为：
Delete From
{ table_or_view
|table_sources
}
Where search_condition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table_or_view：指定要删除行的表或视图。table_or_view中所有符合Where搜索条件的行都将被删除，如果没有指定Where子句，将删除table_or_view 中的所有行。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table_sources：将在介绍Select语句时详细讨论。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例7.13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】删除学生表student中1988年以前出生的学生。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Delete From student Where birthdate&lt;='1988-01-01'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例7.14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】将学生表student中性别为空的行删除。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Delete From student Where ssex is 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例7.15</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】删除学生表student中的所有数据（将学生表student清空）。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Delete 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07</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5 表约束</a:t>
            </a:r>
            <a:endParaRPr lang="zh-CN" altLang="en-US" sz="5445">
              <a:solidFill>
                <a:schemeClr val="accent1"/>
              </a:solidFill>
            </a:endParaRPr>
          </a:p>
        </p:txBody>
      </p:sp>
    </p:spTree>
    <p:custDataLst>
      <p:tags r:id="rId3"/>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表约束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indent="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约束是自动强制数据库完整性的方式，通过定义列中允许值的规则来维护数据的完整性。在SQL Server中常用的约束有：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PRIMARY KEY（主键）约束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UNIQUE（唯一）约束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CHECK（检查）约束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DEFAULT（默认）约束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NOT NULL（非空）约束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FOREIGN KEY（外键）约束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创建PRIMARY KEY约束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456565" y="989965"/>
            <a:ext cx="11278235" cy="38169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表中经常有一个列或列的组合，其值能唯一地标识表中的每一行。这样的一列或多列称为表的主键，通过它可强制表的实体完整性。当创建或更改表时，可通过定义PRIMARY KEY约束来创建主键。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一个表只能有一个PRIMARY KEY约束，而且PRIMARY KEY约束中的列不能接受空值。由于PRIMARY KEY约束确保唯一数据，因此经常用来定义标识符列。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在创建表时创建 PRIMARY KEY约束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【例7.16】在NewDataBase数据库中创建表7-8所示的Categories表，使CategoryID具有PRIMARY KEY约束。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6"/>
          <a:stretch>
            <a:fillRect/>
          </a:stretch>
        </p:blipFill>
        <p:spPr>
          <a:xfrm>
            <a:off x="2479040" y="4356100"/>
            <a:ext cx="6677025" cy="847725"/>
          </a:xfrm>
          <a:prstGeom prst="rect">
            <a:avLst/>
          </a:prstGeom>
        </p:spPr>
      </p:pic>
    </p:spTree>
    <p:custDataLst>
      <p:tags r:id="rId7"/>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创建PRIMARY KEY约束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在创建表时创建 PRIMARY KEY约束</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3665"/>
            <a:ext cx="11277600" cy="5301615"/>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解决方案1：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NewDataBase;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Categories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CategoryID    int  PRIMARY KEY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CategoryName    nvarchar  (15)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Description    ntext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解决方案2：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Categories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CategoryID int  CONSTRAINT column_CategoryID_pk PRIMARY KEY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CategoryName    nvarchar  (15)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Description    ntext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（1）通过在创建表时给列提供关键字PRIMARY KEY，为该列创建PRIMARY KEY 约束。如果不指定约束名，系统就会自动指定约束名，如解决方案1；用户也可以自己指定约束名，如解决方案2。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（2）在解决方案2中，CONSTRAINT为关键字，column_CategoryID_pk为给该约束取的名称（即约束名为column_CategoryID_pk）。自己指定约束名时，必须有关键字CONSTRAINT。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（3）创建表时指定的PRIMARY KEY约束列隐式转换为NOT NULL。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创建PRIMARY KEY约束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为现有表添加具有PRIMARY KEY约束的新列</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297305"/>
            <a:ext cx="11277600" cy="561784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【例7.17】在NewDataBase数据库中，向表7-9所示的Shippers表中添加具有PRIMARY KEY约束的新列ShipperID。
表7-9 Shippers表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解决方案：
USE NewDataBase;</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Shippers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CompanyName    nvarchar  (40)  NOT NULL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Phone    nvarchar  (24) NULL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TABLE Shippers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ADD ShipperID INT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CONSTRAINT ShipperID_pk PRIMARY KEY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（1）由于有关键字PRIMARY KEY，因此向Shippers表中添加的新列ShipperID具有PRIMARY KEY约束，其约束名为ShipperID_pk。注意CONSTRAINT和PRIMARY KEY关键字在ALTER TABLE命令中的位置。</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（2）PRIMARY KEY 约束的列不能有空值。因此，如果表中已有数据，就不能为该表添加具有PRIMARY KEY 约束的新列。</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1496695" y="1797050"/>
            <a:ext cx="6724650" cy="847725"/>
          </a:xfrm>
          <a:prstGeom prst="rect">
            <a:avLst/>
          </a:prstGeom>
        </p:spPr>
      </p:pic>
    </p:spTree>
    <p:custDataLst>
      <p:tags r:id="rId8"/>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创建PRIMARY KEY约束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为已有的列定义PRIMARY KEY约束</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43355"/>
            <a:ext cx="11277600" cy="541464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0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例7.18</a:t>
            </a: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】在NewDataBase数据库中为表7-10所示的Employees表的EmployeeID列定义PRIMARY KEY约束，使EmployeeID成为Employees 表的主键。
表7-10 Employees表</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解决方案：
USE NewDataBase;</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TABLE Employees </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ADD CONSTRAINT pk_empid</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PRIMARY KEY(EmployeeID)</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（1）以上代码添加一个约束，CONSTRAINT关键字后为约束名，PRIMARY KEY后的括号中为创建约束的列。</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（2）为表中的现有列添加PRIMARY KEY约束时，系统将检查现有列的数据，以确保列值符合以下规则。</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①列不允许有空值。</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②不能有重复的值。</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如果为具有重复值或允许有空值的列添加PRIMARY KEY约束，数据库引擎就会返回一个错误并且不添加约束。</a:t>
            </a:r>
            <a:endParaRPr lang="zh-CN" altLang="en-US" sz="10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custDataLst>
              <p:tags r:id="rId7"/>
            </p:custDataLst>
          </p:nvPr>
        </p:nvPicPr>
        <p:blipFill>
          <a:blip r:embed="rId8"/>
          <a:stretch>
            <a:fillRect/>
          </a:stretch>
        </p:blipFill>
        <p:spPr>
          <a:xfrm>
            <a:off x="576580" y="1878965"/>
            <a:ext cx="6705600" cy="1666875"/>
          </a:xfrm>
          <a:prstGeom prst="rect">
            <a:avLst/>
          </a:prstGeom>
        </p:spPr>
      </p:pic>
      <p:pic>
        <p:nvPicPr>
          <p:cNvPr id="8" name="图片 7"/>
          <p:cNvPicPr>
            <a:picLocks noChangeAspect="1"/>
          </p:cNvPicPr>
          <p:nvPr/>
        </p:nvPicPr>
        <p:blipFill>
          <a:blip r:embed="rId9"/>
          <a:stretch>
            <a:fillRect/>
          </a:stretch>
        </p:blipFill>
        <p:spPr>
          <a:xfrm>
            <a:off x="5991860" y="1878965"/>
            <a:ext cx="6705600" cy="1828800"/>
          </a:xfrm>
          <a:prstGeom prst="rect">
            <a:avLst/>
          </a:prstGeom>
        </p:spPr>
      </p:pic>
    </p:spTree>
    <p:custDataLst>
      <p:tags r:id="rId10"/>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5.1 创建PRIMARY KEY约束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删除约束</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935"/>
            <a:ext cx="11277600" cy="50133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可使用修改表的DROP CONSTRAINT子句删除约束。
【</a:t>
            </a:r>
            <a:r>
              <a:rPr lang="zh-CN" altLang="en-US" sz="16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例7.19</a:t>
            </a: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】在NewDataBase数据库中，删除Shippers表中名为ShipperID_pk的约束。
解决方案：
USE NewDataBase;
GO
ALTER TABLE Shippers
DROP CONSTRAINT ShipperID_pk
GO
说明：</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（1）可使用ALTER TABLE 命令的DROP CONSTRAINT子句删除约束，删除约束时需要知道约束名。删除约束同样是对表结构的修改。</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（2）若要修改 PRIMARY KEY 约束，则必须先删除现有的 PRIMARY KEY 约束，然后用新定义重新创建该约束。</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如果已存在 PRIMARY KEY 约束，就可以修改或删除它。例如，可以让表的 PRIMARY KEY 约束引用其他列。但是，不能更改使用 PRIMARY KEY 约束定义的列的长度。</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创建UNIQUE约束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27100"/>
            <a:ext cx="11277600" cy="368617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可使用UNIQUE约束确保在非主键列中不输入重复值。尽管UNIQUE约束和 PRIMARY KEY约束都强制唯一性，不过想要强制一列或多列组合（不是主键）的唯一性应使用 UNIQUE 约束，而不是 PRIMARY KEY 约束。UNIQUE约束可用于以下列：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（1）非主键的一列或列组合。</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（2）允许空值的列。允许空值的列可以定义UNIQUE约束，但不能定义 PRIMARY KEY 约束。不过，参与 UNIQUE 约束的列，每列只允许一个空值。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一个表可以定义多个UNIQUE约束，但只能定义一个PRIMARY KEY约束。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在创建表时创建UNIQUE约束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【例7.20】如表7-11所示，在创建的Customers表中，使Email列是具有UNIQUE约束的列定义。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6"/>
          <a:stretch>
            <a:fillRect/>
          </a:stretch>
        </p:blipFill>
        <p:spPr>
          <a:xfrm>
            <a:off x="1817370" y="4485640"/>
            <a:ext cx="6696075" cy="2314575"/>
          </a:xfrm>
          <a:prstGeom prst="rect">
            <a:avLst/>
          </a:prstGeom>
        </p:spPr>
      </p:pic>
    </p:spTree>
    <p:custDataLst>
      <p:tags r:id="rId7"/>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创建UNIQUE约束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在创建表时创建UNIQUE约束</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43990"/>
            <a:ext cx="11277600" cy="541401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解决方案1：</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NewDataBase;</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TABLE Customers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Customers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CustomerID    nchar  （5） PRIMARY KEY NOT NULL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ContactName    nvarchar  (30) NULL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Address    nvarchar  (60) NULL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Email    nvarchar  (25) UNIQUE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解决方案2：</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Customers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CustomerID    nchar  （5） PRIMARY KEY NOT NULL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ContactName    nvarchar  (30) NULL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Address    nvarchar  (60) NULL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Email    nvarchar  (25) CONSTRAINT column_email_uk UNIQUE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（1）通过在创建表时给列提供关键字UNIQUE，为该列创建UNIQUE 约束。如果不指定约束名，系统就会自动指定约束名，如解决方案1，用户也可以自己指定约束名，如解决方案2。</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（2）在解决方案2中，CONSTRAINT为关键字，column_email_uk是为该约束取的名称（约束名为column_email_uk）。自己指定约束名时，必须有关键字CONSTRAINT。</a:t>
            </a:r>
            <a:endParaRPr lang="zh-CN" altLang="en-US" sz="9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创建UNIQUE约束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为现有的表添加具有UNIQUE约束的新列</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【例7.21】向Shippers表中添加具有UNIQUE约束的新列E-mail。
解决方案：</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NewDataBase;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TABLE Shippers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ADD Email nvarchar  (25)</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CONSTRAINT column_email_uk UNIQUE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（1）向Shippers表中添加新列E-mail时，由于有UNIQUE关键字，因此该列具有UNIQUE约束，CONSTRAINT后是为该约束指定的名称column_email_uk。</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（2）UNIQUE 约束的列允许空值，但是在UNIQUE 约束的列中，每列只允许一个空值。因此，如果一个表有两行或两行以上的数据，就不能为该表添加具有UNIQUE约束的新列。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2"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创建UNIQUE约束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为已有的列定义UNIQUE约束</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5" name="TextBox"/>
          <p:cNvSpPr txBox="1"/>
          <p:nvPr>
            <p:custDataLst>
              <p:tags r:id="rId6"/>
            </p:custDataLst>
          </p:nvPr>
        </p:nvSpPr>
        <p:spPr>
          <a:xfrm>
            <a:off x="1233170" y="1842135"/>
            <a:ext cx="9476740" cy="4057015"/>
          </a:xfrm>
          <a:prstGeom prst="rect">
            <a:avLst/>
          </a:prstGeom>
          <a:noFill/>
        </p:spPr>
        <p:txBody>
          <a:bodyPr wrap="square" rtlCol="0" anchor="ctr">
            <a:normAutofit/>
          </a:bodyPr>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【例7.22】为Employees 表的FullName列定义UNIQUE约束。</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解决方案：</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NewDataBase;</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TABLE Employees </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ADD CONSTRAINT Fullname_uk</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UNIQUE(FullName)</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 </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（1）CONSTRAINT 后fullname_uk为约束名，PRIMARY KEY后的括号中FullName为创建约束的列。</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a:lnSpc>
                <a:spcPct val="130000"/>
              </a:lnSpc>
            </a:pPr>
            <a:r>
              <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（2）如果向含有重复值的列（包括有两个或两个以上NULL）添加UNIQUE约束，数据库引擎将返回错误消息，并且不添加约束。</a:t>
            </a:r>
            <a:endParaRPr lang="zh-CN" altLang="en-US" sz="1400" spc="15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5.2 创建UNIQUE约束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4.</a:t>
            </a:r>
            <a:r>
              <a:rPr dirty="0" err="1">
                <a:solidFill>
                  <a:schemeClr val="dk1"/>
                </a:solidFill>
                <a:latin typeface="微软雅黑" panose="020B0503020204020204" charset="-122"/>
                <a:ea typeface="微软雅黑" panose="020B0503020204020204" charset="-122"/>
                <a:sym typeface="微软雅黑" panose="020B0503020204020204" charset="-122"/>
              </a:rPr>
              <a:t>删除约束</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89847" y="1676387"/>
            <a:ext cx="11212305" cy="48768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例7.23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】删除Employees表中名为fullname_uk的约束。
解决方案：
USE NewDataBase;
GO
ALTER TABLE Employees
DROP CONSTRAINT fullname_uk
GO
说明：
（1）可使用DROP命令删除指定的约束。
（2）若要修改UNIQUE约束，则必须首先删除现有的UNIQUE约束，然后用新定义重新创建。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5.3 创建CHECK约束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HECK约束通过限制输入到列中的值来强制域的完整性。CHECK约束有列CHECK约束和表CHECK约束。在创建基于列的CHECK约束时，CHECK约束判断哪些值有效是通过逻辑表达式判断的，而非基于其他列的数据。例如，通过创建CHECK约束可将salary列的取值范围限制在$15 000～$100 000之间，从而防止输入的薪金值超出正常的薪金范围。
可以通过任何基于逻辑运算符返回结果TRUE或FALSE的逻辑（布尔）表达式来创建 CHECK约束。对上例，逻辑表达式为：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salary &gt;= 15000 AND salary &lt;= 100000
对单独一列可使用多个CHECK约束，并按约束创建的顺序对其取值。通过在表一级上创建CHECK约束可以将该约束应用到多列上，这样就允许在一处同时检查多个条件，而且在判断哪些值有效时可以根据其他列的数据进行判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5.3 创建CHECK约束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在创建表时创建CHECK约束</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473065"/>
          </a:xfrm>
          <a:prstGeom prst="rect">
            <a:avLst/>
          </a:prstGeom>
          <a:noFill/>
          <a:ln w="3175">
            <a:noFill/>
            <a:prstDash val="dash"/>
          </a:ln>
        </p:spPr>
        <p:txBody>
          <a:bodyPr wrap="square" lIns="63500" tIns="25400" rIns="63500" bIns="25400" anchor="ctr" anchorCtr="0">
            <a:normAutofit fontScale="4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例7.24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】创建订单明细Order Details表，为UnitPrice（单价）、Quantity（数量）和Discount（折扣率）列创建CHECK约束。
解决方案1：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[Order Details]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OrderID   int NOT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ProductID   int  NOT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UnitPrice   money DEFAULT (0) CHECK(UnitPrice&gt;=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Quantity   smallint   DEFAULT （1）  CHECK(Quantity&gt;0),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Discount  real DEFAULT (0)  CHECK(Discount&gt;=0 and Discount&lt;=1)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解决方案2：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TABLE  [Order Details]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OrderID   int NOT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ProductID   int  NOT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UnitPrice   money DEFAULT (0)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CONSTRAINT ck_UnitPrice CHECK(UnitPrice&gt;=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Quantity   smallint   DEFAULT （1）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CONSTRAINT ck _Quantity CHECK(Quantity&gt;0),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Discount  real DEFAULT (0)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CONSTRAINT ck_Discount CHECK(Discount&gt;=0 and Discount&lt;=1)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（1）通过在创建表时给列提供关键字CHECK后跟一逻辑表达式为该列创建CHECK 约束，逻辑表达式是CHECK 约束的条件，只有满足条件的列值才能被输入到列中。如果不指定约束名，系统就会自动指定约束名，如解决方案1，用户也可以自己指定约束名，如解决方案2。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（2）在解决方案2中，CONSTRAINT为关键字，后跟约束名，如ck_UnitPrice、ck _Quantity和ck_Discount分别为3个CHECK约束的名称。自己指定约束名时，必须有关键字CONSTRAINT。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5.3 创建CHECK约束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在现有的表中添加CHECK约束</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89847" y="1676387"/>
            <a:ext cx="11212305" cy="48768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例7.25</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】向Employees表中添加具有CHECK约束的新列salary。
解决方案：
ALTER TABLE Employees
ADD salary Decimal(6,2)
CONSTRAINT ck_salary CHECK (salary &gt;= 1500 AND salary &lt;= 100000)
说明：
可以通过任何基于逻辑运算符返回结果 TRUE 或 FALSE 的逻辑（布尔）表达式来创建 CHECK 约束。ck_salary为CHECK约束的名称，salary &gt;= 1500 AND salary &lt;= 100000为CHECK约束的逻辑表达式，只有使该逻辑表达式为TRUE的数据才能被添加到表中。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5.3 创建CHECK约束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为已有的列定义CHECK约束</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【例7.26】为Employees表的BirthDate列定义CHECK约束。
解决方案：
ALTER TABLE Employees
ADD CONSTRAINT ck_BirthDate
CHECK (BirthDate &lt; getdate())
说明：
为已有的列定义CHECK约束需要修改表的结构，ck_BirthDate是指定的约束名称，BirthDate &lt;getdate()是约束条件，只有满足该约束条件的数据才能够输入BirthDate列。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8"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5.3 创建CHECK约束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4.</a:t>
            </a:r>
            <a:r>
              <a:rPr dirty="0" err="1">
                <a:solidFill>
                  <a:schemeClr val="dk1"/>
                </a:solidFill>
                <a:latin typeface="微软雅黑" panose="020B0503020204020204" charset="-122"/>
                <a:ea typeface="微软雅黑" panose="020B0503020204020204" charset="-122"/>
                <a:sym typeface="微软雅黑" panose="020B0503020204020204" charset="-122"/>
              </a:rPr>
              <a:t>删除约束</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矩形 4"/>
          <p:cNvSpPr/>
          <p:nvPr>
            <p:custDataLst>
              <p:tags r:id="rId6"/>
            </p:custDataLst>
          </p:nvPr>
        </p:nvSpPr>
        <p:spPr>
          <a:xfrm>
            <a:off x="8190370" y="2042796"/>
            <a:ext cx="300733" cy="59715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4" name="矩形 3"/>
          <p:cNvSpPr/>
          <p:nvPr>
            <p:custDataLst>
              <p:tags r:id="rId7"/>
            </p:custDataLst>
          </p:nvPr>
        </p:nvSpPr>
        <p:spPr>
          <a:xfrm>
            <a:off x="4002203" y="2137893"/>
            <a:ext cx="4465860" cy="406964"/>
          </a:xfrm>
          <a:prstGeom prst="rect">
            <a:avLst/>
          </a:prstGeom>
          <a:solidFill>
            <a:schemeClr val="l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a:bodyPr>
          <a:p>
            <a:pPr algn="ctr"/>
            <a:r>
              <a:rPr lang="da-DK" altLang="zh-CN" sz="1445" spc="300" dirty="0">
                <a:solidFill>
                  <a:schemeClr val="dk1"/>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a:t>
            </a:r>
            <a:r>
              <a:rPr lang="da-DK" altLang="zh-CN" sz="1445" spc="3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例7.27</a:t>
            </a:r>
            <a:r>
              <a:rPr lang="da-DK" altLang="zh-CN" sz="1445" spc="300" dirty="0">
                <a:solidFill>
                  <a:schemeClr val="dk1"/>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】删除Employees表的名为ck_ Date的约束。</a:t>
            </a:r>
            <a:endParaRPr lang="da-DK" altLang="zh-CN" sz="1445" spc="300" dirty="0">
              <a:solidFill>
                <a:schemeClr val="dk1"/>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6" name="燕尾形 5"/>
          <p:cNvSpPr/>
          <p:nvPr>
            <p:custDataLst>
              <p:tags r:id="rId8"/>
            </p:custDataLst>
          </p:nvPr>
        </p:nvSpPr>
        <p:spPr>
          <a:xfrm>
            <a:off x="8190370" y="2042137"/>
            <a:ext cx="598476" cy="598476"/>
          </a:xfrm>
          <a:prstGeom prst="chevron">
            <a:avLst>
              <a:gd name="adj" fmla="val 455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normAutofit/>
          </a:bodyPr>
          <a:p>
            <a:pPr algn="r"/>
            <a:endParaRPr lang="zh-CN" altLang="en-US" sz="2400" dirty="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13" name="矩形 12"/>
          <p:cNvSpPr/>
          <p:nvPr>
            <p:custDataLst>
              <p:tags r:id="rId9"/>
            </p:custDataLst>
          </p:nvPr>
        </p:nvSpPr>
        <p:spPr>
          <a:xfrm>
            <a:off x="8190370" y="3461903"/>
            <a:ext cx="300733" cy="59715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14" name="矩形 13"/>
          <p:cNvSpPr/>
          <p:nvPr>
            <p:custDataLst>
              <p:tags r:id="rId10"/>
            </p:custDataLst>
          </p:nvPr>
        </p:nvSpPr>
        <p:spPr>
          <a:xfrm>
            <a:off x="4002203" y="3557000"/>
            <a:ext cx="4465860" cy="406964"/>
          </a:xfrm>
          <a:prstGeom prst="rect">
            <a:avLst/>
          </a:prstGeom>
          <a:solidFill>
            <a:schemeClr val="l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l"/>
            <a:r>
              <a:rPr lang="da-DK" altLang="zh-CN" sz="1000" spc="300" dirty="0">
                <a:solidFill>
                  <a:schemeClr val="dk1"/>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ALTER TABLE Employees</a:t>
            </a:r>
            <a:endParaRPr lang="da-DK" altLang="zh-CN" sz="1000" spc="300" dirty="0">
              <a:solidFill>
                <a:schemeClr val="dk1"/>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5" name="燕尾形 14"/>
          <p:cNvSpPr/>
          <p:nvPr>
            <p:custDataLst>
              <p:tags r:id="rId11"/>
            </p:custDataLst>
          </p:nvPr>
        </p:nvSpPr>
        <p:spPr>
          <a:xfrm>
            <a:off x="8190370" y="3461243"/>
            <a:ext cx="598476" cy="598476"/>
          </a:xfrm>
          <a:prstGeom prst="chevron">
            <a:avLst>
              <a:gd name="adj" fmla="val 455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normAutofit/>
          </a:bodyPr>
          <a:p>
            <a:pPr algn="r"/>
            <a:endParaRPr lang="zh-CN" altLang="en-US" sz="2400" dirty="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21" name="矩形 20"/>
          <p:cNvSpPr/>
          <p:nvPr>
            <p:custDataLst>
              <p:tags r:id="rId12"/>
            </p:custDataLst>
          </p:nvPr>
        </p:nvSpPr>
        <p:spPr>
          <a:xfrm>
            <a:off x="8190370" y="4881010"/>
            <a:ext cx="300733" cy="59715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22" name="矩形 21"/>
          <p:cNvSpPr/>
          <p:nvPr>
            <p:custDataLst>
              <p:tags r:id="rId13"/>
            </p:custDataLst>
          </p:nvPr>
        </p:nvSpPr>
        <p:spPr>
          <a:xfrm>
            <a:off x="4002203" y="4976107"/>
            <a:ext cx="4465860" cy="406964"/>
          </a:xfrm>
          <a:prstGeom prst="rect">
            <a:avLst/>
          </a:prstGeom>
          <a:solidFill>
            <a:schemeClr val="l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r>
              <a:rPr lang="da-DK" altLang="zh-CN" sz="1000" spc="300" dirty="0">
                <a:solidFill>
                  <a:schemeClr val="dk1"/>
                </a:solidFill>
                <a:uFillTx/>
                <a:latin typeface="微软雅黑" panose="020B0503020204020204" charset="-122"/>
                <a:ea typeface="微软雅黑" panose="020B0503020204020204" charset="-122"/>
                <a:sym typeface="Arial" panose="020B0604020202020204" pitchFamily="34" charset="0"/>
              </a:rPr>
              <a:t>说明：</a:t>
            </a:r>
            <a:endParaRPr lang="da-DK" altLang="zh-CN" sz="1000" spc="300" dirty="0">
              <a:solidFill>
                <a:schemeClr val="dk1"/>
              </a:solidFill>
              <a:uFillTx/>
              <a:latin typeface="微软雅黑" panose="020B0503020204020204" charset="-122"/>
              <a:ea typeface="微软雅黑" panose="020B0503020204020204" charset="-122"/>
              <a:sym typeface="Arial" panose="020B0604020202020204" pitchFamily="34" charset="0"/>
            </a:endParaRPr>
          </a:p>
        </p:txBody>
      </p:sp>
      <p:sp>
        <p:nvSpPr>
          <p:cNvPr id="23" name="燕尾形 22"/>
          <p:cNvSpPr/>
          <p:nvPr>
            <p:custDataLst>
              <p:tags r:id="rId14"/>
            </p:custDataLst>
          </p:nvPr>
        </p:nvSpPr>
        <p:spPr>
          <a:xfrm>
            <a:off x="8190370" y="4880351"/>
            <a:ext cx="598476" cy="598476"/>
          </a:xfrm>
          <a:prstGeom prst="chevron">
            <a:avLst>
              <a:gd name="adj" fmla="val 455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normAutofit/>
          </a:bodyPr>
          <a:p>
            <a:pPr algn="r"/>
            <a:endParaRPr lang="zh-CN" altLang="en-US" sz="2400" dirty="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9" name="矩形 8"/>
          <p:cNvSpPr/>
          <p:nvPr>
            <p:custDataLst>
              <p:tags r:id="rId15"/>
            </p:custDataLst>
          </p:nvPr>
        </p:nvSpPr>
        <p:spPr>
          <a:xfrm flipH="1">
            <a:off x="3701468" y="2752350"/>
            <a:ext cx="300733" cy="59715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10" name="矩形 9"/>
          <p:cNvSpPr/>
          <p:nvPr>
            <p:custDataLst>
              <p:tags r:id="rId16"/>
            </p:custDataLst>
          </p:nvPr>
        </p:nvSpPr>
        <p:spPr>
          <a:xfrm flipH="1">
            <a:off x="3724510" y="2847446"/>
            <a:ext cx="4465860" cy="406964"/>
          </a:xfrm>
          <a:prstGeom prst="rect">
            <a:avLst/>
          </a:prstGeom>
          <a:solidFill>
            <a:schemeClr val="l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r>
              <a:rPr lang="da-DK" altLang="zh-CN" sz="1000" spc="300" dirty="0">
                <a:solidFill>
                  <a:schemeClr val="dk1"/>
                </a:solidFill>
                <a:uFillTx/>
                <a:latin typeface="微软雅黑" panose="020B0503020204020204" charset="-122"/>
                <a:ea typeface="微软雅黑" panose="020B0503020204020204" charset="-122"/>
                <a:sym typeface="Arial" panose="020B0604020202020204" pitchFamily="34" charset="0"/>
              </a:rPr>
              <a:t>解决方案：</a:t>
            </a:r>
            <a:endParaRPr lang="da-DK" altLang="zh-CN" sz="1000" spc="300" dirty="0">
              <a:solidFill>
                <a:schemeClr val="dk1"/>
              </a:solidFill>
              <a:uFillTx/>
              <a:latin typeface="微软雅黑" panose="020B0503020204020204" charset="-122"/>
              <a:ea typeface="微软雅黑" panose="020B0503020204020204" charset="-122"/>
              <a:sym typeface="Arial" panose="020B0604020202020204" pitchFamily="34" charset="0"/>
            </a:endParaRPr>
          </a:p>
        </p:txBody>
      </p:sp>
      <p:sp>
        <p:nvSpPr>
          <p:cNvPr id="7" name="燕尾形 6"/>
          <p:cNvSpPr/>
          <p:nvPr>
            <p:custDataLst>
              <p:tags r:id="rId17"/>
            </p:custDataLst>
          </p:nvPr>
        </p:nvSpPr>
        <p:spPr>
          <a:xfrm flipH="1">
            <a:off x="3403726" y="2751690"/>
            <a:ext cx="598476" cy="598476"/>
          </a:xfrm>
          <a:prstGeom prst="chevron">
            <a:avLst>
              <a:gd name="adj" fmla="val 455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17" name="矩形 16"/>
          <p:cNvSpPr/>
          <p:nvPr>
            <p:custDataLst>
              <p:tags r:id="rId18"/>
            </p:custDataLst>
          </p:nvPr>
        </p:nvSpPr>
        <p:spPr>
          <a:xfrm flipH="1">
            <a:off x="3701468" y="4171457"/>
            <a:ext cx="300733" cy="59715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18" name="矩形 17"/>
          <p:cNvSpPr/>
          <p:nvPr>
            <p:custDataLst>
              <p:tags r:id="rId19"/>
            </p:custDataLst>
          </p:nvPr>
        </p:nvSpPr>
        <p:spPr>
          <a:xfrm flipH="1">
            <a:off x="4002405" y="4266565"/>
            <a:ext cx="4187825" cy="407035"/>
          </a:xfrm>
          <a:prstGeom prst="rect">
            <a:avLst/>
          </a:prstGeom>
          <a:solidFill>
            <a:schemeClr val="l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l"/>
            <a:r>
              <a:rPr lang="da-DK" altLang="zh-CN" sz="1000" spc="300" dirty="0">
                <a:solidFill>
                  <a:schemeClr val="dk1"/>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DROP CONSTRAINT ck_Date</a:t>
            </a:r>
            <a:endParaRPr lang="da-DK" altLang="zh-CN" sz="1000" spc="300" dirty="0">
              <a:solidFill>
                <a:schemeClr val="dk1"/>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9" name="燕尾形 18"/>
          <p:cNvSpPr/>
          <p:nvPr>
            <p:custDataLst>
              <p:tags r:id="rId20"/>
            </p:custDataLst>
          </p:nvPr>
        </p:nvSpPr>
        <p:spPr>
          <a:xfrm flipH="1">
            <a:off x="3403726" y="4170797"/>
            <a:ext cx="598476" cy="598476"/>
          </a:xfrm>
          <a:prstGeom prst="chevron">
            <a:avLst>
              <a:gd name="adj" fmla="val 455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25" name="矩形 24"/>
          <p:cNvSpPr/>
          <p:nvPr>
            <p:custDataLst>
              <p:tags r:id="rId21"/>
            </p:custDataLst>
          </p:nvPr>
        </p:nvSpPr>
        <p:spPr>
          <a:xfrm flipH="1">
            <a:off x="3701468" y="5590564"/>
            <a:ext cx="300733" cy="59715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26" name="矩形 25"/>
          <p:cNvSpPr/>
          <p:nvPr>
            <p:custDataLst>
              <p:tags r:id="rId22"/>
            </p:custDataLst>
          </p:nvPr>
        </p:nvSpPr>
        <p:spPr>
          <a:xfrm flipH="1">
            <a:off x="4003040" y="5685790"/>
            <a:ext cx="4187190" cy="407035"/>
          </a:xfrm>
          <a:prstGeom prst="rect">
            <a:avLst/>
          </a:prstGeom>
          <a:solidFill>
            <a:schemeClr val="l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a:bodyPr>
          <a:p>
            <a:pPr algn="ctr"/>
            <a:r>
              <a:rPr lang="da-DK" altLang="zh-CN" sz="1400" spc="300" dirty="0">
                <a:solidFill>
                  <a:schemeClr val="dk1"/>
                </a:solidFill>
                <a:uFillTx/>
                <a:latin typeface="微软雅黑" panose="020B0503020204020204" charset="-122"/>
                <a:ea typeface="微软雅黑" panose="020B0503020204020204" charset="-122"/>
                <a:sym typeface="Arial" panose="020B0604020202020204" pitchFamily="34" charset="0"/>
              </a:rPr>
              <a:t>删除约束需要修改表的结构，删除约束时要指定约束的名称。</a:t>
            </a:r>
            <a:endParaRPr lang="da-DK" altLang="zh-CN" sz="1400" spc="300" dirty="0">
              <a:solidFill>
                <a:schemeClr val="dk1"/>
              </a:solidFill>
              <a:uFillTx/>
              <a:latin typeface="微软雅黑" panose="020B0503020204020204" charset="-122"/>
              <a:ea typeface="微软雅黑" panose="020B0503020204020204" charset="-122"/>
              <a:sym typeface="Arial" panose="020B0604020202020204" pitchFamily="34" charset="0"/>
            </a:endParaRPr>
          </a:p>
        </p:txBody>
      </p:sp>
      <p:sp>
        <p:nvSpPr>
          <p:cNvPr id="27" name="燕尾形 26"/>
          <p:cNvSpPr/>
          <p:nvPr>
            <p:custDataLst>
              <p:tags r:id="rId23"/>
            </p:custDataLst>
          </p:nvPr>
        </p:nvSpPr>
        <p:spPr>
          <a:xfrm flipH="1">
            <a:off x="3403726" y="5589904"/>
            <a:ext cx="598476" cy="598476"/>
          </a:xfrm>
          <a:prstGeom prst="chevron">
            <a:avLst>
              <a:gd name="adj" fmla="val 455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dk1"/>
              </a:solidFill>
              <a:latin typeface="微软雅黑" panose="020B0503020204020204" charset="-122"/>
              <a:ea typeface="微软雅黑" panose="020B0503020204020204" charset="-122"/>
              <a:sym typeface="Arial" panose="020B0604020202020204" pitchFamily="34" charset="0"/>
            </a:endParaRPr>
          </a:p>
        </p:txBody>
      </p:sp>
    </p:spTree>
    <p:custDataLst>
      <p:tags r:id="rId24"/>
    </p:custData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5.4 比较列约束和表约束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约束可以是列约束或表约束。列约束被指定为列定义的一部分，并且仅适用于约束的列（前面示例中的约束就是列约束）。表约束的声明与列的定义无关，可以适用于表中一个以上的列。当一个约束中必须包含一个以上的列时，必须使用表约束。例如，如果一个表的主键内有两个或两个以上的列，就必须使用表约束将这两列加入主键内。</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5.4 比较列约束和表约束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1.</a:t>
            </a:r>
            <a:r>
              <a:rPr dirty="0" err="1">
                <a:solidFill>
                  <a:schemeClr val="dk1"/>
                </a:solidFill>
                <a:latin typeface="微软雅黑" panose="020B0503020204020204" charset="-122"/>
                <a:ea typeface="微软雅黑" panose="020B0503020204020204" charset="-122"/>
                <a:sym typeface="微软雅黑" panose="020B0503020204020204" charset="-122"/>
              </a:rPr>
              <a:t>创建表约束</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4960" y="2066290"/>
            <a:ext cx="9271000" cy="409765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例7.28</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】创建Order_Details表，并为该表创建PRIMARY KEY约束。
解决方案：
CREATE TABLE  Order_Details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OrderID   int NOT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ProductID   int  NOT NULL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UnitPrice   money DEFAULT (0) NOT NULL CHECK(UnitPrice&gt;=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Quantity   smallint  NOT DEFAULT （1） NULL CHECK(Quantity&gt;0),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Discount  real DEFAULT (0) NOT NULL CHECK(Discount&gt;=0 and Discount&lt;=1)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CONSTRAINT   PK_Order_Details  PRIMARY KEY (OrderID,ProductID)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由于一个订单可以订购多种产品，因此OrderID列可以有重复值；由于一种产品可以被多个订单订购，因此ProductID列也可以有重复值，对OrderID列或ProductID列都不可以创建PRIMARY KEY约束。但(OrderID, ProductID)不能有重复值，这一点可以通过将OrderID 列和ProductID列加入双列主键内来强制执行。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5.4 比较列约束和表约束</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2.</a:t>
            </a:r>
            <a:r>
              <a:rPr dirty="0" err="1">
                <a:solidFill>
                  <a:schemeClr val="dk1"/>
                </a:solidFill>
                <a:latin typeface="微软雅黑" panose="020B0503020204020204" charset="-122"/>
                <a:ea typeface="微软雅黑" panose="020B0503020204020204" charset="-122"/>
                <a:sym typeface="微软雅黑" panose="020B0503020204020204" charset="-122"/>
              </a:rPr>
              <a:t>创建引用多个列的约束</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例7.29</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】为Employees 表定义CHECK约束，强制输入HireDate列的日期必须大于BirthDate列的日期。
解决方案：
ALTER TABLE Employees
ADD CONSTRAINT ck_Date
CHECK (BirthDate &lt; HireDate)
说明：
由于要创建的CHECK约束涉及两列，因此必须使用表约束。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fontScale="80000"/>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07</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6 关系图</a:t>
            </a:r>
            <a:endParaRPr lang="zh-CN" altLang="en-US" sz="5445">
              <a:solidFill>
                <a:schemeClr val="accent1"/>
              </a:solidFill>
            </a:endParaRPr>
          </a:p>
        </p:txBody>
      </p:sp>
    </p:spTree>
    <p:custDataLst>
      <p:tags r:id="rId3"/>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关系图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关系图是一个描述表与表之间联系的图，数据库不止一个表，而且表与表之间、表和列之间大多是有联系的。这种关联在处理数据时有着一定影响，为了更好地描述这种联系，完善数据库，SQL Server提供了关系图记录这种联系。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6.1 创建新的数据库关系图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27100"/>
            <a:ext cx="11277600" cy="161544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可以使用“服务器资源管理器”创建新的数据库关系图。数据库关系图以图形的方式显示数据库的结构。使用数据库关系图可以创建和修改表、列、关系和键。另外，可以修改索引和约束。
关系图的创建使用对象资源管理器，在数据库下的【数据库关系图】节点右击，执行【新建数据库关系图】命令，如图7-12所示。在打开的【添加表】对话框中选择相关的表，如图7-13所示。选中并单击【添加】按钮，进入如图7-14所示的界面。
接下来是保存关系图，在关系图的页眉处右击，执行【保存】命令，如图7-15所示。然后在对话框中命名关系图，并单击【确定】按钮完成保存。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2" name="图片 1"/>
          <p:cNvPicPr>
            <a:picLocks noChangeAspect="1"/>
          </p:cNvPicPr>
          <p:nvPr/>
        </p:nvPicPr>
        <p:blipFill>
          <a:blip r:embed="rId6"/>
          <a:stretch>
            <a:fillRect/>
          </a:stretch>
        </p:blipFill>
        <p:spPr>
          <a:xfrm>
            <a:off x="457200" y="2542540"/>
            <a:ext cx="6649085" cy="2938780"/>
          </a:xfrm>
          <a:prstGeom prst="rect">
            <a:avLst/>
          </a:prstGeom>
        </p:spPr>
      </p:pic>
      <p:pic>
        <p:nvPicPr>
          <p:cNvPr id="4" name="图片 3"/>
          <p:cNvPicPr>
            <a:picLocks noChangeAspect="1"/>
          </p:cNvPicPr>
          <p:nvPr/>
        </p:nvPicPr>
        <p:blipFill>
          <a:blip r:embed="rId7"/>
          <a:stretch>
            <a:fillRect/>
          </a:stretch>
        </p:blipFill>
        <p:spPr>
          <a:xfrm>
            <a:off x="7182485" y="2660650"/>
            <a:ext cx="4482465" cy="2828925"/>
          </a:xfrm>
          <a:prstGeom prst="rect">
            <a:avLst/>
          </a:prstGeom>
        </p:spPr>
      </p:pic>
      <p:sp>
        <p:nvSpPr>
          <p:cNvPr id="5" name="文本框 4"/>
          <p:cNvSpPr txBox="1"/>
          <p:nvPr/>
        </p:nvSpPr>
        <p:spPr>
          <a:xfrm>
            <a:off x="518160" y="5612130"/>
            <a:ext cx="6096000" cy="368300"/>
          </a:xfrm>
          <a:prstGeom prst="rect">
            <a:avLst/>
          </a:prstGeom>
          <a:noFill/>
        </p:spPr>
        <p:txBody>
          <a:bodyPr wrap="square" rtlCol="0" anchor="t">
            <a:spAutoFit/>
          </a:bodyPr>
          <a:p>
            <a:r>
              <a:rPr lang="zh-CN" altLang="en-US"/>
              <a:t>图7-12  新建关系图                                图7-13  添加表</a:t>
            </a:r>
            <a:endParaRPr lang="zh-CN" altLang="en-US"/>
          </a:p>
        </p:txBody>
      </p:sp>
      <p:sp>
        <p:nvSpPr>
          <p:cNvPr id="8" name="文本框 7"/>
          <p:cNvSpPr txBox="1"/>
          <p:nvPr/>
        </p:nvSpPr>
        <p:spPr>
          <a:xfrm>
            <a:off x="7639050" y="5607685"/>
            <a:ext cx="6096000" cy="368300"/>
          </a:xfrm>
          <a:prstGeom prst="rect">
            <a:avLst/>
          </a:prstGeom>
          <a:noFill/>
        </p:spPr>
        <p:txBody>
          <a:bodyPr wrap="square" rtlCol="0" anchor="t">
            <a:spAutoFit/>
          </a:bodyPr>
          <a:p>
            <a:r>
              <a:rPr lang="zh-CN" altLang="en-US"/>
              <a:t>图7-14  数据库关系图</a:t>
            </a:r>
            <a:endParaRPr lang="zh-CN" altLang="en-US"/>
          </a:p>
        </p:txBody>
      </p:sp>
    </p:spTree>
    <p:custDataLst>
      <p:tags r:id="rId8"/>
    </p:custData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关系图的使用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5"/>
            </p:custDataLst>
          </p:nvPr>
        </p:nvSpPr>
        <p:spPr>
          <a:xfrm>
            <a:off x="398145" y="927735"/>
            <a:ext cx="11336655" cy="269113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创建的关系图要有内容才能显示它的作用，关系图的使用包含表之间联系的创建和删除等操作。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创建表之间的关系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数据库中，表与表之间的关系通过主键和外键来关联。相关联的两个表称为主键表和外键表。外键表指表中的列（主键除外）要与其他表的主键相关联，主键表指其他表中的列要与该表的主键相关联。主键表和外键表是共存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接下来介绍主键和外键的创建和关联。</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（1）在表的设计器中右击创建主键的列，执行【设置主键】命令，列名的左侧出现一个金色小钥匙图标，表示选定主键。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（2）选定要联系的两个表，把鼠标放在外键表中要关联的列的左侧，单击并拖动到主键表的主键上，松开鼠标左键，弹出的对话框如图7-16所示，单击“确定”按钮。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（3）在如图7-17所示的对话框中单击【确定】按钮。关系图的关系描述就完成了，如图7-18所示。这时，关系图中所描述的关系就加进了数据库中，并对数据库产生了影响。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6"/>
          <a:stretch>
            <a:fillRect/>
          </a:stretch>
        </p:blipFill>
        <p:spPr>
          <a:xfrm>
            <a:off x="457200" y="3552190"/>
            <a:ext cx="3581400" cy="2609850"/>
          </a:xfrm>
          <a:prstGeom prst="rect">
            <a:avLst/>
          </a:prstGeom>
        </p:spPr>
      </p:pic>
      <p:sp>
        <p:nvSpPr>
          <p:cNvPr id="8" name="文本框 7"/>
          <p:cNvSpPr txBox="1"/>
          <p:nvPr/>
        </p:nvSpPr>
        <p:spPr>
          <a:xfrm>
            <a:off x="457200" y="6162040"/>
            <a:ext cx="3211195" cy="368300"/>
          </a:xfrm>
          <a:prstGeom prst="rect">
            <a:avLst/>
          </a:prstGeom>
          <a:noFill/>
        </p:spPr>
        <p:txBody>
          <a:bodyPr wrap="square" rtlCol="0" anchor="t">
            <a:spAutoFit/>
          </a:bodyPr>
          <a:p>
            <a:r>
              <a:rPr lang="zh-CN" altLang="en-US"/>
              <a:t>图7-16  【表和列】对话框</a:t>
            </a:r>
            <a:endParaRPr lang="zh-CN" altLang="en-US"/>
          </a:p>
        </p:txBody>
      </p:sp>
      <p:pic>
        <p:nvPicPr>
          <p:cNvPr id="14" name="图片 13"/>
          <p:cNvPicPr>
            <a:picLocks noChangeAspect="1"/>
          </p:cNvPicPr>
          <p:nvPr/>
        </p:nvPicPr>
        <p:blipFill>
          <a:blip r:embed="rId7"/>
          <a:stretch>
            <a:fillRect/>
          </a:stretch>
        </p:blipFill>
        <p:spPr>
          <a:xfrm>
            <a:off x="4408805" y="3552190"/>
            <a:ext cx="3314700" cy="2609215"/>
          </a:xfrm>
          <a:prstGeom prst="rect">
            <a:avLst/>
          </a:prstGeom>
        </p:spPr>
      </p:pic>
      <p:sp>
        <p:nvSpPr>
          <p:cNvPr id="15" name="文本框 14"/>
          <p:cNvSpPr txBox="1"/>
          <p:nvPr/>
        </p:nvSpPr>
        <p:spPr>
          <a:xfrm>
            <a:off x="4408805" y="6161405"/>
            <a:ext cx="3125470" cy="368300"/>
          </a:xfrm>
          <a:prstGeom prst="rect">
            <a:avLst/>
          </a:prstGeom>
          <a:noFill/>
        </p:spPr>
        <p:txBody>
          <a:bodyPr wrap="square" rtlCol="0" anchor="t">
            <a:spAutoFit/>
          </a:bodyPr>
          <a:p>
            <a:r>
              <a:rPr lang="zh-CN" altLang="en-US"/>
              <a:t>图7-17  【外键关系】对话框</a:t>
            </a:r>
            <a:endParaRPr lang="zh-CN" altLang="en-US"/>
          </a:p>
        </p:txBody>
      </p:sp>
      <p:pic>
        <p:nvPicPr>
          <p:cNvPr id="16" name="图片 15"/>
          <p:cNvPicPr>
            <a:picLocks noChangeAspect="1"/>
          </p:cNvPicPr>
          <p:nvPr/>
        </p:nvPicPr>
        <p:blipFill>
          <a:blip r:embed="rId8"/>
          <a:stretch>
            <a:fillRect/>
          </a:stretch>
        </p:blipFill>
        <p:spPr>
          <a:xfrm>
            <a:off x="8167370" y="3552190"/>
            <a:ext cx="3295650" cy="2609215"/>
          </a:xfrm>
          <a:prstGeom prst="rect">
            <a:avLst/>
          </a:prstGeom>
        </p:spPr>
      </p:pic>
      <p:sp>
        <p:nvSpPr>
          <p:cNvPr id="17" name="文本框 16"/>
          <p:cNvSpPr txBox="1"/>
          <p:nvPr/>
        </p:nvSpPr>
        <p:spPr>
          <a:xfrm>
            <a:off x="8274685" y="6235700"/>
            <a:ext cx="6096000" cy="368300"/>
          </a:xfrm>
          <a:prstGeom prst="rect">
            <a:avLst/>
          </a:prstGeom>
          <a:noFill/>
        </p:spPr>
        <p:txBody>
          <a:bodyPr wrap="square" rtlCol="0" anchor="t">
            <a:spAutoFit/>
          </a:bodyPr>
          <a:p>
            <a:r>
              <a:rPr lang="zh-CN" altLang="en-US"/>
              <a:t>图7-18  关系图实例</a:t>
            </a:r>
            <a:endParaRPr lang="zh-CN" altLang="en-US"/>
          </a:p>
        </p:txBody>
      </p:sp>
    </p:spTree>
    <p:custDataLst>
      <p:tags r:id="rId9"/>
    </p:custData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关系图的使用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2.</a:t>
            </a:r>
            <a:r>
              <a:rPr dirty="0" err="1">
                <a:solidFill>
                  <a:schemeClr val="dk1"/>
                </a:solidFill>
                <a:latin typeface="微软雅黑" panose="020B0503020204020204" charset="-122"/>
                <a:ea typeface="微软雅黑" panose="020B0503020204020204" charset="-122"/>
                <a:sym typeface="微软雅黑" panose="020B0503020204020204" charset="-122"/>
              </a:rPr>
              <a:t>两种打开数据库关系图的方法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6" name="Freeform 11"/>
          <p:cNvSpPr/>
          <p:nvPr>
            <p:custDataLst>
              <p:tags r:id="rId6"/>
            </p:custDataLst>
          </p:nvPr>
        </p:nvSpPr>
        <p:spPr bwMode="auto">
          <a:xfrm>
            <a:off x="2533396" y="2697918"/>
            <a:ext cx="2962890" cy="1238856"/>
          </a:xfrm>
          <a:custGeom>
            <a:avLst/>
            <a:gdLst>
              <a:gd name="T0" fmla="*/ 0 w 1121"/>
              <a:gd name="T1" fmla="*/ 0 h 436"/>
              <a:gd name="T2" fmla="*/ 118 w 1121"/>
              <a:gd name="T3" fmla="*/ 273 h 436"/>
              <a:gd name="T4" fmla="*/ 136 w 1121"/>
              <a:gd name="T5" fmla="*/ 436 h 436"/>
              <a:gd name="T6" fmla="*/ 984 w 1121"/>
              <a:gd name="T7" fmla="*/ 436 h 436"/>
              <a:gd name="T8" fmla="*/ 1003 w 1121"/>
              <a:gd name="T9" fmla="*/ 273 h 436"/>
              <a:gd name="T10" fmla="*/ 1121 w 1121"/>
              <a:gd name="T11" fmla="*/ 0 h 436"/>
              <a:gd name="T12" fmla="*/ 561 w 1121"/>
              <a:gd name="T13" fmla="*/ 72 h 436"/>
              <a:gd name="T14" fmla="*/ 0 w 1121"/>
              <a:gd name="T15" fmla="*/ 0 h 4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1" h="436">
                <a:moveTo>
                  <a:pt x="0" y="0"/>
                </a:moveTo>
                <a:cubicBezTo>
                  <a:pt x="118" y="273"/>
                  <a:pt x="118" y="273"/>
                  <a:pt x="118" y="273"/>
                </a:cubicBezTo>
                <a:cubicBezTo>
                  <a:pt x="136" y="436"/>
                  <a:pt x="136" y="436"/>
                  <a:pt x="136" y="436"/>
                </a:cubicBezTo>
                <a:cubicBezTo>
                  <a:pt x="984" y="436"/>
                  <a:pt x="984" y="436"/>
                  <a:pt x="984" y="436"/>
                </a:cubicBezTo>
                <a:cubicBezTo>
                  <a:pt x="1003" y="273"/>
                  <a:pt x="1003" y="273"/>
                  <a:pt x="1003" y="273"/>
                </a:cubicBezTo>
                <a:cubicBezTo>
                  <a:pt x="1121" y="0"/>
                  <a:pt x="1121" y="0"/>
                  <a:pt x="1121" y="0"/>
                </a:cubicBezTo>
                <a:cubicBezTo>
                  <a:pt x="1121" y="0"/>
                  <a:pt x="862" y="88"/>
                  <a:pt x="561" y="72"/>
                </a:cubicBezTo>
                <a:cubicBezTo>
                  <a:pt x="561" y="72"/>
                  <a:pt x="253" y="93"/>
                  <a:pt x="0" y="0"/>
                </a:cubicBezTo>
                <a:close/>
              </a:path>
            </a:pathLst>
          </a:custGeom>
          <a:solidFill>
            <a:schemeClr val="accent3"/>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7" name="Freeform 12"/>
          <p:cNvSpPr/>
          <p:nvPr>
            <p:custDataLst>
              <p:tags r:id="rId7"/>
            </p:custDataLst>
          </p:nvPr>
        </p:nvSpPr>
        <p:spPr bwMode="auto">
          <a:xfrm>
            <a:off x="2996973" y="4917469"/>
            <a:ext cx="2057363" cy="1151918"/>
          </a:xfrm>
          <a:custGeom>
            <a:avLst/>
            <a:gdLst>
              <a:gd name="T0" fmla="*/ 0 w 1818"/>
              <a:gd name="T1" fmla="*/ 0 h 1142"/>
              <a:gd name="T2" fmla="*/ 23 w 1818"/>
              <a:gd name="T3" fmla="*/ 211 h 1142"/>
              <a:gd name="T4" fmla="*/ 311 w 1818"/>
              <a:gd name="T5" fmla="*/ 1009 h 1142"/>
              <a:gd name="T6" fmla="*/ 311 w 1818"/>
              <a:gd name="T7" fmla="*/ 1142 h 1142"/>
              <a:gd name="T8" fmla="*/ 1502 w 1818"/>
              <a:gd name="T9" fmla="*/ 1142 h 1142"/>
              <a:gd name="T10" fmla="*/ 1502 w 1818"/>
              <a:gd name="T11" fmla="*/ 1009 h 1142"/>
              <a:gd name="T12" fmla="*/ 1794 w 1818"/>
              <a:gd name="T13" fmla="*/ 211 h 1142"/>
              <a:gd name="T14" fmla="*/ 1818 w 1818"/>
              <a:gd name="T15" fmla="*/ 0 h 1142"/>
              <a:gd name="T16" fmla="*/ 0 w 1818"/>
              <a:gd name="T17" fmla="*/ 0 h 1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8" h="1142">
                <a:moveTo>
                  <a:pt x="0" y="0"/>
                </a:moveTo>
                <a:lnTo>
                  <a:pt x="23" y="211"/>
                </a:lnTo>
                <a:lnTo>
                  <a:pt x="311" y="1009"/>
                </a:lnTo>
                <a:lnTo>
                  <a:pt x="311" y="1142"/>
                </a:lnTo>
                <a:lnTo>
                  <a:pt x="1502" y="1142"/>
                </a:lnTo>
                <a:lnTo>
                  <a:pt x="1502" y="1009"/>
                </a:lnTo>
                <a:lnTo>
                  <a:pt x="1794" y="211"/>
                </a:lnTo>
                <a:lnTo>
                  <a:pt x="1818" y="0"/>
                </a:lnTo>
                <a:lnTo>
                  <a:pt x="0" y="0"/>
                </a:ln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8" name="Freeform 13"/>
          <p:cNvSpPr/>
          <p:nvPr>
            <p:custDataLst>
              <p:tags r:id="rId8"/>
            </p:custDataLst>
          </p:nvPr>
        </p:nvSpPr>
        <p:spPr bwMode="auto">
          <a:xfrm>
            <a:off x="2899916" y="3848559"/>
            <a:ext cx="2254032" cy="1195386"/>
          </a:xfrm>
          <a:custGeom>
            <a:avLst/>
            <a:gdLst>
              <a:gd name="T0" fmla="*/ 0 w 2016"/>
              <a:gd name="T1" fmla="*/ 0 h 880"/>
              <a:gd name="T2" fmla="*/ 100 w 2016"/>
              <a:gd name="T3" fmla="*/ 880 h 880"/>
              <a:gd name="T4" fmla="*/ 1918 w 2016"/>
              <a:gd name="T5" fmla="*/ 880 h 880"/>
              <a:gd name="T6" fmla="*/ 2016 w 2016"/>
              <a:gd name="T7" fmla="*/ 0 h 880"/>
              <a:gd name="T8" fmla="*/ 0 w 2016"/>
              <a:gd name="T9" fmla="*/ 0 h 880"/>
            </a:gdLst>
            <a:ahLst/>
            <a:cxnLst>
              <a:cxn ang="0">
                <a:pos x="T0" y="T1"/>
              </a:cxn>
              <a:cxn ang="0">
                <a:pos x="T2" y="T3"/>
              </a:cxn>
              <a:cxn ang="0">
                <a:pos x="T4" y="T5"/>
              </a:cxn>
              <a:cxn ang="0">
                <a:pos x="T6" y="T7"/>
              </a:cxn>
              <a:cxn ang="0">
                <a:pos x="T8" y="T9"/>
              </a:cxn>
            </a:cxnLst>
            <a:rect l="0" t="0" r="r" b="b"/>
            <a:pathLst>
              <a:path w="2016" h="880">
                <a:moveTo>
                  <a:pt x="0" y="0"/>
                </a:moveTo>
                <a:lnTo>
                  <a:pt x="100" y="880"/>
                </a:lnTo>
                <a:lnTo>
                  <a:pt x="1918" y="880"/>
                </a:lnTo>
                <a:lnTo>
                  <a:pt x="2016" y="0"/>
                </a:lnTo>
                <a:lnTo>
                  <a:pt x="0" y="0"/>
                </a:lnTo>
                <a:close/>
              </a:path>
            </a:pathLst>
          </a:custGeom>
          <a:solidFill>
            <a:schemeClr val="accent2"/>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9" name="椭圆 18"/>
          <p:cNvSpPr/>
          <p:nvPr>
            <p:custDataLst>
              <p:tags r:id="rId9"/>
            </p:custDataLst>
          </p:nvPr>
        </p:nvSpPr>
        <p:spPr>
          <a:xfrm>
            <a:off x="2385256" y="2136006"/>
            <a:ext cx="3259089" cy="66428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panose="020B0503020204020204" charset="-122"/>
              <a:ea typeface="微软雅黑" panose="020B0503020204020204" charset="-122"/>
            </a:endParaRPr>
          </a:p>
        </p:txBody>
      </p:sp>
      <p:sp>
        <p:nvSpPr>
          <p:cNvPr id="21" name="Freeform 6" descr="e7d195523061f1c0a7e84f75cc5d3362ecbb7124a66d86d85D0C985ED6F55D095B074A23C83B61B14D6560338B18A977EC3A4E4ABB38DDA090BDB9C375471DD9AF85AD55C0C7828B8DD7F41ADDE22AFD348ED451F4347C8BF8DA990393819DAC8843A6D099BD78E416F09D7A42E7AC5DEC65900079A27FC07C0F675AEEC247DA4DA1DCFD5AFF49A57017D69F5DA0ADF8"/>
          <p:cNvSpPr>
            <a:spLocks noEditPoints="1"/>
          </p:cNvSpPr>
          <p:nvPr>
            <p:custDataLst>
              <p:tags r:id="rId10"/>
            </p:custDataLst>
          </p:nvPr>
        </p:nvSpPr>
        <p:spPr bwMode="auto">
          <a:xfrm>
            <a:off x="2255933" y="2041949"/>
            <a:ext cx="3521226" cy="4145701"/>
          </a:xfrm>
          <a:custGeom>
            <a:avLst/>
            <a:gdLst>
              <a:gd name="T0" fmla="*/ 1277 w 1277"/>
              <a:gd name="T1" fmla="*/ 163 h 1527"/>
              <a:gd name="T2" fmla="*/ 1079 w 1277"/>
              <a:gd name="T3" fmla="*/ 42 h 1527"/>
              <a:gd name="T4" fmla="*/ 639 w 1277"/>
              <a:gd name="T5" fmla="*/ 0 h 1527"/>
              <a:gd name="T6" fmla="*/ 199 w 1277"/>
              <a:gd name="T7" fmla="*/ 42 h 1527"/>
              <a:gd name="T8" fmla="*/ 0 w 1277"/>
              <a:gd name="T9" fmla="*/ 163 h 1527"/>
              <a:gd name="T10" fmla="*/ 40 w 1277"/>
              <a:gd name="T11" fmla="*/ 225 h 1527"/>
              <a:gd name="T12" fmla="*/ 171 w 1277"/>
              <a:gd name="T13" fmla="*/ 529 h 1527"/>
              <a:gd name="T14" fmla="*/ 238 w 1277"/>
              <a:gd name="T15" fmla="*/ 1118 h 1527"/>
              <a:gd name="T16" fmla="*/ 352 w 1277"/>
              <a:gd name="T17" fmla="*/ 1434 h 1527"/>
              <a:gd name="T18" fmla="*/ 352 w 1277"/>
              <a:gd name="T19" fmla="*/ 1527 h 1527"/>
              <a:gd name="T20" fmla="*/ 924 w 1277"/>
              <a:gd name="T21" fmla="*/ 1527 h 1527"/>
              <a:gd name="T22" fmla="*/ 924 w 1277"/>
              <a:gd name="T23" fmla="*/ 1434 h 1527"/>
              <a:gd name="T24" fmla="*/ 1039 w 1277"/>
              <a:gd name="T25" fmla="*/ 1118 h 1527"/>
              <a:gd name="T26" fmla="*/ 1105 w 1277"/>
              <a:gd name="T27" fmla="*/ 529 h 1527"/>
              <a:gd name="T28" fmla="*/ 1236 w 1277"/>
              <a:gd name="T29" fmla="*/ 226 h 1527"/>
              <a:gd name="T30" fmla="*/ 1277 w 1277"/>
              <a:gd name="T31" fmla="*/ 163 h 1527"/>
              <a:gd name="T32" fmla="*/ 209 w 1277"/>
              <a:gd name="T33" fmla="*/ 88 h 1527"/>
              <a:gd name="T34" fmla="*/ 639 w 1277"/>
              <a:gd name="T35" fmla="*/ 48 h 1527"/>
              <a:gd name="T36" fmla="*/ 1068 w 1277"/>
              <a:gd name="T37" fmla="*/ 88 h 1527"/>
              <a:gd name="T38" fmla="*/ 1229 w 1277"/>
              <a:gd name="T39" fmla="*/ 163 h 1527"/>
              <a:gd name="T40" fmla="*/ 1068 w 1277"/>
              <a:gd name="T41" fmla="*/ 238 h 1527"/>
              <a:gd name="T42" fmla="*/ 639 w 1277"/>
              <a:gd name="T43" fmla="*/ 278 h 1527"/>
              <a:gd name="T44" fmla="*/ 209 w 1277"/>
              <a:gd name="T45" fmla="*/ 238 h 1527"/>
              <a:gd name="T46" fmla="*/ 48 w 1277"/>
              <a:gd name="T47" fmla="*/ 163 h 1527"/>
              <a:gd name="T48" fmla="*/ 209 w 1277"/>
              <a:gd name="T49" fmla="*/ 88 h 1527"/>
              <a:gd name="T50" fmla="*/ 1058 w 1277"/>
              <a:gd name="T51" fmla="*/ 517 h 1527"/>
              <a:gd name="T52" fmla="*/ 992 w 1277"/>
              <a:gd name="T53" fmla="*/ 1107 h 1527"/>
              <a:gd name="T54" fmla="*/ 876 w 1277"/>
              <a:gd name="T55" fmla="*/ 1426 h 1527"/>
              <a:gd name="T56" fmla="*/ 876 w 1277"/>
              <a:gd name="T57" fmla="*/ 1479 h 1527"/>
              <a:gd name="T58" fmla="*/ 400 w 1277"/>
              <a:gd name="T59" fmla="*/ 1479 h 1527"/>
              <a:gd name="T60" fmla="*/ 400 w 1277"/>
              <a:gd name="T61" fmla="*/ 1426 h 1527"/>
              <a:gd name="T62" fmla="*/ 285 w 1277"/>
              <a:gd name="T63" fmla="*/ 1107 h 1527"/>
              <a:gd name="T64" fmla="*/ 218 w 1277"/>
              <a:gd name="T65" fmla="*/ 517 h 1527"/>
              <a:gd name="T66" fmla="*/ 106 w 1277"/>
              <a:gd name="T67" fmla="*/ 258 h 1527"/>
              <a:gd name="T68" fmla="*/ 199 w 1277"/>
              <a:gd name="T69" fmla="*/ 285 h 1527"/>
              <a:gd name="T70" fmla="*/ 639 w 1277"/>
              <a:gd name="T71" fmla="*/ 326 h 1527"/>
              <a:gd name="T72" fmla="*/ 1079 w 1277"/>
              <a:gd name="T73" fmla="*/ 285 h 1527"/>
              <a:gd name="T74" fmla="*/ 1170 w 1277"/>
              <a:gd name="T75" fmla="*/ 258 h 1527"/>
              <a:gd name="T76" fmla="*/ 1058 w 1277"/>
              <a:gd name="T77" fmla="*/ 517 h 1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77" h="1527">
                <a:moveTo>
                  <a:pt x="1277" y="163"/>
                </a:moveTo>
                <a:cubicBezTo>
                  <a:pt x="1277" y="112"/>
                  <a:pt x="1210" y="71"/>
                  <a:pt x="1079" y="42"/>
                </a:cubicBezTo>
                <a:cubicBezTo>
                  <a:pt x="961" y="15"/>
                  <a:pt x="805" y="0"/>
                  <a:pt x="639" y="0"/>
                </a:cubicBezTo>
                <a:cubicBezTo>
                  <a:pt x="473" y="0"/>
                  <a:pt x="316" y="15"/>
                  <a:pt x="199" y="42"/>
                </a:cubicBezTo>
                <a:cubicBezTo>
                  <a:pt x="67" y="71"/>
                  <a:pt x="0" y="112"/>
                  <a:pt x="0" y="163"/>
                </a:cubicBezTo>
                <a:cubicBezTo>
                  <a:pt x="0" y="186"/>
                  <a:pt x="13" y="206"/>
                  <a:pt x="40" y="225"/>
                </a:cubicBezTo>
                <a:cubicBezTo>
                  <a:pt x="171" y="529"/>
                  <a:pt x="171" y="529"/>
                  <a:pt x="171" y="529"/>
                </a:cubicBezTo>
                <a:cubicBezTo>
                  <a:pt x="238" y="1118"/>
                  <a:pt x="238" y="1118"/>
                  <a:pt x="238" y="1118"/>
                </a:cubicBezTo>
                <a:cubicBezTo>
                  <a:pt x="352" y="1434"/>
                  <a:pt x="352" y="1434"/>
                  <a:pt x="352" y="1434"/>
                </a:cubicBezTo>
                <a:cubicBezTo>
                  <a:pt x="352" y="1527"/>
                  <a:pt x="352" y="1527"/>
                  <a:pt x="352" y="1527"/>
                </a:cubicBezTo>
                <a:cubicBezTo>
                  <a:pt x="924" y="1527"/>
                  <a:pt x="924" y="1527"/>
                  <a:pt x="924" y="1527"/>
                </a:cubicBezTo>
                <a:cubicBezTo>
                  <a:pt x="924" y="1434"/>
                  <a:pt x="924" y="1434"/>
                  <a:pt x="924" y="1434"/>
                </a:cubicBezTo>
                <a:cubicBezTo>
                  <a:pt x="1039" y="1118"/>
                  <a:pt x="1039" y="1118"/>
                  <a:pt x="1039" y="1118"/>
                </a:cubicBezTo>
                <a:cubicBezTo>
                  <a:pt x="1105" y="529"/>
                  <a:pt x="1105" y="529"/>
                  <a:pt x="1105" y="529"/>
                </a:cubicBezTo>
                <a:cubicBezTo>
                  <a:pt x="1236" y="226"/>
                  <a:pt x="1236" y="226"/>
                  <a:pt x="1236" y="226"/>
                </a:cubicBezTo>
                <a:cubicBezTo>
                  <a:pt x="1264" y="207"/>
                  <a:pt x="1277" y="186"/>
                  <a:pt x="1277" y="163"/>
                </a:cubicBezTo>
                <a:close/>
                <a:moveTo>
                  <a:pt x="209" y="88"/>
                </a:moveTo>
                <a:cubicBezTo>
                  <a:pt x="324" y="63"/>
                  <a:pt x="476" y="48"/>
                  <a:pt x="639" y="48"/>
                </a:cubicBezTo>
                <a:cubicBezTo>
                  <a:pt x="801" y="48"/>
                  <a:pt x="954" y="63"/>
                  <a:pt x="1068" y="88"/>
                </a:cubicBezTo>
                <a:cubicBezTo>
                  <a:pt x="1200" y="118"/>
                  <a:pt x="1229" y="152"/>
                  <a:pt x="1229" y="163"/>
                </a:cubicBezTo>
                <a:cubicBezTo>
                  <a:pt x="1229" y="174"/>
                  <a:pt x="1200" y="208"/>
                  <a:pt x="1068" y="238"/>
                </a:cubicBezTo>
                <a:cubicBezTo>
                  <a:pt x="954" y="263"/>
                  <a:pt x="801" y="278"/>
                  <a:pt x="639" y="278"/>
                </a:cubicBezTo>
                <a:cubicBezTo>
                  <a:pt x="476" y="278"/>
                  <a:pt x="324" y="263"/>
                  <a:pt x="209" y="238"/>
                </a:cubicBezTo>
                <a:cubicBezTo>
                  <a:pt x="77" y="208"/>
                  <a:pt x="48" y="174"/>
                  <a:pt x="48" y="163"/>
                </a:cubicBezTo>
                <a:cubicBezTo>
                  <a:pt x="48" y="152"/>
                  <a:pt x="77" y="118"/>
                  <a:pt x="209" y="88"/>
                </a:cubicBezTo>
                <a:close/>
                <a:moveTo>
                  <a:pt x="1058" y="517"/>
                </a:moveTo>
                <a:cubicBezTo>
                  <a:pt x="992" y="1107"/>
                  <a:pt x="992" y="1107"/>
                  <a:pt x="992" y="1107"/>
                </a:cubicBezTo>
                <a:cubicBezTo>
                  <a:pt x="876" y="1426"/>
                  <a:pt x="876" y="1426"/>
                  <a:pt x="876" y="1426"/>
                </a:cubicBezTo>
                <a:cubicBezTo>
                  <a:pt x="876" y="1479"/>
                  <a:pt x="876" y="1479"/>
                  <a:pt x="876" y="1479"/>
                </a:cubicBezTo>
                <a:cubicBezTo>
                  <a:pt x="400" y="1479"/>
                  <a:pt x="400" y="1479"/>
                  <a:pt x="400" y="1479"/>
                </a:cubicBezTo>
                <a:cubicBezTo>
                  <a:pt x="400" y="1426"/>
                  <a:pt x="400" y="1426"/>
                  <a:pt x="400" y="1426"/>
                </a:cubicBezTo>
                <a:cubicBezTo>
                  <a:pt x="285" y="1107"/>
                  <a:pt x="285" y="1107"/>
                  <a:pt x="285" y="1107"/>
                </a:cubicBezTo>
                <a:cubicBezTo>
                  <a:pt x="218" y="517"/>
                  <a:pt x="218" y="517"/>
                  <a:pt x="218" y="517"/>
                </a:cubicBezTo>
                <a:cubicBezTo>
                  <a:pt x="106" y="258"/>
                  <a:pt x="106" y="258"/>
                  <a:pt x="106" y="258"/>
                </a:cubicBezTo>
                <a:cubicBezTo>
                  <a:pt x="132" y="268"/>
                  <a:pt x="163" y="276"/>
                  <a:pt x="199" y="285"/>
                </a:cubicBezTo>
                <a:cubicBezTo>
                  <a:pt x="316" y="311"/>
                  <a:pt x="473" y="326"/>
                  <a:pt x="639" y="326"/>
                </a:cubicBezTo>
                <a:cubicBezTo>
                  <a:pt x="805" y="326"/>
                  <a:pt x="961" y="311"/>
                  <a:pt x="1079" y="285"/>
                </a:cubicBezTo>
                <a:cubicBezTo>
                  <a:pt x="1114" y="277"/>
                  <a:pt x="1144" y="268"/>
                  <a:pt x="1170" y="258"/>
                </a:cubicBezTo>
                <a:lnTo>
                  <a:pt x="1058" y="517"/>
                </a:lnTo>
                <a:close/>
              </a:path>
            </a:pathLst>
          </a:custGeom>
          <a:solidFill>
            <a:schemeClr val="lt2">
              <a:lumMod val="95000"/>
            </a:schemeClr>
          </a:solidFill>
          <a:ln>
            <a:noFill/>
          </a:ln>
        </p:spPr>
        <p:txBody>
          <a:bodyPr vert="horz" wrap="square" lIns="91422" tIns="45711" rIns="91422" bIns="45711" numCol="1" anchor="t" anchorCtr="0" compatLnSpc="1"/>
          <a:lstStyle/>
          <a:p>
            <a:pPr defTabSz="228600"/>
            <a:endParaRPr lang="en-US" dirty="0">
              <a:solidFill>
                <a:srgbClr val="16152C"/>
              </a:solidFill>
              <a:latin typeface="微软雅黑" panose="020B0503020204020204" charset="-122"/>
              <a:ea typeface="微软雅黑" panose="020B0503020204020204" charset="-122"/>
            </a:endParaRPr>
          </a:p>
        </p:txBody>
      </p:sp>
      <p:sp>
        <p:nvSpPr>
          <p:cNvPr id="24" name="装饰 20"/>
          <p:cNvSpPr/>
          <p:nvPr>
            <p:custDataLst>
              <p:tags r:id="rId11"/>
            </p:custDataLst>
          </p:nvPr>
        </p:nvSpPr>
        <p:spPr>
          <a:xfrm>
            <a:off x="6179343" y="2276935"/>
            <a:ext cx="111887" cy="557264"/>
          </a:xfrm>
          <a:prstGeom prst="rightBracket">
            <a:avLst>
              <a:gd name="adj" fmla="val 0"/>
            </a:avLst>
          </a:pr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228600"/>
            <a:endParaRPr lang="en-US" dirty="0">
              <a:solidFill>
                <a:srgbClr val="16152C"/>
              </a:solidFill>
              <a:latin typeface="微软雅黑" panose="020B0503020204020204" charset="-122"/>
              <a:ea typeface="微软雅黑" panose="020B0503020204020204" charset="-122"/>
            </a:endParaRPr>
          </a:p>
        </p:txBody>
      </p:sp>
      <p:sp>
        <p:nvSpPr>
          <p:cNvPr id="34" name="文本框 33"/>
          <p:cNvSpPr txBox="1"/>
          <p:nvPr>
            <p:custDataLst>
              <p:tags r:id="rId12"/>
            </p:custDataLst>
          </p:nvPr>
        </p:nvSpPr>
        <p:spPr>
          <a:xfrm>
            <a:off x="6410960" y="2089150"/>
            <a:ext cx="3831590" cy="877570"/>
          </a:xfrm>
          <a:prstGeom prst="rect">
            <a:avLst/>
          </a:prstGeom>
        </p:spPr>
        <p:txBody>
          <a:bodyPr wrap="square" anchor="t" anchorCtr="0">
            <a:normAutofit/>
          </a:bodyPr>
          <a:lstStyle>
            <a:defPPr>
              <a:defRPr lang="zh-CN"/>
            </a:defPPr>
            <a:lvl1pPr>
              <a:defRPr sz="1600">
                <a:solidFill>
                  <a:srgbClr val="000000">
                    <a:lumMod val="50000"/>
                    <a:lumOff val="50000"/>
                  </a:srgbClr>
                </a:solidFill>
                <a:latin typeface="Calibri Light" panose="020F0302020204030204"/>
              </a:defRPr>
            </a:lvl1pPr>
          </a:lstStyle>
          <a:p>
            <a:pPr marL="0" indent="0" algn="just">
              <a:lnSpc>
                <a:spcPct val="130000"/>
              </a:lnSpc>
              <a:spcBef>
                <a:spcPts val="0"/>
              </a:spcBef>
              <a:spcAft>
                <a:spcPts val="0"/>
              </a:spcAft>
              <a:buSzPct val="100000"/>
            </a:pPr>
            <a:r>
              <a:rPr lang="zh-CN" altLang="en-US" sz="1000" spc="300" dirty="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（1）在服务器资源管理器中展开“数据库关系图”文件夹，双击要打开的数据库关系图的名称。</a:t>
            </a:r>
            <a:endParaRPr lang="zh-CN" altLang="en-US" sz="1000" spc="300" dirty="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6" name="装饰 19"/>
          <p:cNvSpPr/>
          <p:nvPr>
            <p:custDataLst>
              <p:tags r:id="rId13"/>
            </p:custDataLst>
          </p:nvPr>
        </p:nvSpPr>
        <p:spPr>
          <a:xfrm>
            <a:off x="6183572" y="3256886"/>
            <a:ext cx="94972" cy="692553"/>
          </a:xfrm>
          <a:prstGeom prst="rightBracket">
            <a:avLst>
              <a:gd name="adj" fmla="val 0"/>
            </a:avLst>
          </a:prstGeom>
          <a:ln w="57150">
            <a:solidFill>
              <a:schemeClr val="l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228600"/>
            <a:endParaRPr lang="en-US" dirty="0">
              <a:solidFill>
                <a:srgbClr val="16152C"/>
              </a:solidFill>
              <a:latin typeface="微软雅黑" panose="020B0503020204020204" charset="-122"/>
              <a:ea typeface="微软雅黑" panose="020B0503020204020204" charset="-122"/>
            </a:endParaRPr>
          </a:p>
        </p:txBody>
      </p:sp>
      <p:sp>
        <p:nvSpPr>
          <p:cNvPr id="36" name="文本框 35"/>
          <p:cNvSpPr txBox="1"/>
          <p:nvPr>
            <p:custDataLst>
              <p:tags r:id="rId14"/>
            </p:custDataLst>
          </p:nvPr>
        </p:nvSpPr>
        <p:spPr>
          <a:xfrm>
            <a:off x="5153025" y="4770755"/>
            <a:ext cx="5090160" cy="555625"/>
          </a:xfrm>
          <a:prstGeom prst="rect">
            <a:avLst/>
          </a:prstGeom>
          <a:noFill/>
        </p:spPr>
        <p:txBody>
          <a:bodyPr wrap="square" rtlCol="0" anchor="t" anchorCtr="0">
            <a:normAutofit fontScale="70000"/>
          </a:bodyPr>
          <a:lstStyle/>
          <a:p>
            <a:pPr algn="l" fontAlgn="auto">
              <a:lnSpc>
                <a:spcPct val="140000"/>
              </a:lnSpc>
            </a:pPr>
            <a:r>
              <a:rPr lang="zh-CN" altLang="en-US" sz="1400" spc="15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只有该关系图的所有者或数据库的db_owner角色的成员才能打开该关系图。</a:t>
            </a:r>
            <a:endParaRPr lang="zh-CN" altLang="en-US" sz="1400" spc="150" dirty="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custDataLst>
              <p:tags r:id="rId15"/>
            </p:custDataLst>
          </p:nvPr>
        </p:nvSpPr>
        <p:spPr>
          <a:xfrm>
            <a:off x="6410960" y="3112770"/>
            <a:ext cx="3832225" cy="836930"/>
          </a:xfrm>
          <a:prstGeom prst="rect">
            <a:avLst/>
          </a:prstGeom>
        </p:spPr>
        <p:txBody>
          <a:bodyPr wrap="square" anchor="t" anchorCtr="0">
            <a:normAutofit/>
          </a:bodyPr>
          <a:lstStyle>
            <a:defPPr>
              <a:defRPr lang="zh-CN"/>
            </a:defPPr>
            <a:lvl1pPr>
              <a:defRPr sz="1600">
                <a:solidFill>
                  <a:srgbClr val="000000">
                    <a:lumMod val="50000"/>
                    <a:lumOff val="50000"/>
                  </a:srgbClr>
                </a:solidFill>
                <a:latin typeface="Calibri Light" panose="020F0302020204030204"/>
              </a:defRPr>
            </a:lvl1pPr>
          </a:lstStyle>
          <a:p>
            <a:pPr marL="0" indent="0" algn="just">
              <a:lnSpc>
                <a:spcPct val="130000"/>
              </a:lnSpc>
              <a:spcBef>
                <a:spcPts val="0"/>
              </a:spcBef>
              <a:spcAft>
                <a:spcPts val="0"/>
              </a:spcAft>
              <a:buSzPct val="100000"/>
            </a:pPr>
            <a:r>
              <a:rPr lang="zh-CN" altLang="en-US" sz="1000" spc="300" dirty="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（2）右击要打开的数据库关系图的名称，然后选择“设计数据库关系图”。该数据库关系图在“数据库设计器”中打开，从中可以编辑该关系图。</a:t>
            </a:r>
            <a:endParaRPr lang="zh-CN" altLang="en-US" sz="1000" spc="300" dirty="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1" name="文本框 60"/>
          <p:cNvSpPr txBox="1"/>
          <p:nvPr>
            <p:custDataLst>
              <p:tags r:id="rId16"/>
            </p:custDataLst>
          </p:nvPr>
        </p:nvSpPr>
        <p:spPr>
          <a:xfrm>
            <a:off x="3699070" y="3095790"/>
            <a:ext cx="631542" cy="443112"/>
          </a:xfrm>
          <a:prstGeom prst="rect">
            <a:avLst/>
          </a:prstGeom>
          <a:noFill/>
        </p:spPr>
        <p:txBody>
          <a:bodyPr wrap="square" lIns="0" tIns="0" rIns="0" bIns="0" rtlCol="0" anchor="ctr" anchorCtr="1">
            <a:normAutofit/>
          </a:bodyPr>
          <a:lstStyle/>
          <a:p>
            <a:r>
              <a:rPr lang="en-US" altLang="zh-CN" sz="2800" spc="300" dirty="0">
                <a:solidFill>
                  <a:schemeClr val="lt1"/>
                </a:solidFill>
                <a:latin typeface="微软雅黑" panose="020B0503020204020204" charset="-122"/>
                <a:ea typeface="微软雅黑" panose="020B0503020204020204" charset="-122"/>
                <a:cs typeface="Arial" panose="020B0604020202020204" pitchFamily="34" charset="0"/>
              </a:rPr>
              <a:t>02</a:t>
            </a:r>
            <a:endParaRPr lang="en-US" altLang="zh-CN" sz="2800" spc="300"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63" name="文本框 62"/>
          <p:cNvSpPr txBox="1"/>
          <p:nvPr>
            <p:custDataLst>
              <p:tags r:id="rId17"/>
            </p:custDataLst>
          </p:nvPr>
        </p:nvSpPr>
        <p:spPr>
          <a:xfrm>
            <a:off x="3699028" y="2246594"/>
            <a:ext cx="631542" cy="443112"/>
          </a:xfrm>
          <a:prstGeom prst="rect">
            <a:avLst/>
          </a:prstGeom>
          <a:noFill/>
        </p:spPr>
        <p:txBody>
          <a:bodyPr wrap="square" lIns="0" tIns="0" rIns="0" bIns="0" rtlCol="0" anchor="ctr" anchorCtr="1">
            <a:normAutofit/>
          </a:bodyPr>
          <a:lstStyle/>
          <a:p>
            <a:r>
              <a:rPr lang="en-US" altLang="zh-CN" sz="2800" spc="300" dirty="0">
                <a:solidFill>
                  <a:schemeClr val="dk1">
                    <a:lumMod val="85000"/>
                    <a:lumOff val="15000"/>
                  </a:schemeClr>
                </a:solidFill>
                <a:latin typeface="微软雅黑" panose="020B0503020204020204" charset="-122"/>
                <a:ea typeface="微软雅黑" panose="020B0503020204020204" charset="-122"/>
                <a:cs typeface="Arial" panose="020B0604020202020204" pitchFamily="34" charset="0"/>
              </a:rPr>
              <a:t>01</a:t>
            </a:r>
            <a:endParaRPr lang="en-US" altLang="zh-CN" sz="2800" spc="300" dirty="0">
              <a:solidFill>
                <a:schemeClr val="dk1">
                  <a:lumMod val="85000"/>
                  <a:lumOff val="15000"/>
                </a:schemeClr>
              </a:solidFill>
              <a:latin typeface="微软雅黑" panose="020B0503020204020204" charset="-122"/>
              <a:ea typeface="微软雅黑" panose="020B0503020204020204" charset="-122"/>
              <a:cs typeface="Arial" panose="020B0604020202020204" pitchFamily="34" charset="0"/>
            </a:endParaRPr>
          </a:p>
        </p:txBody>
      </p:sp>
    </p:spTree>
    <p:custDataLst>
      <p:tags r:id="rId18"/>
    </p:custData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9"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关系图的使用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3.</a:t>
            </a:r>
            <a:r>
              <a:rPr dirty="0" err="1">
                <a:solidFill>
                  <a:schemeClr val="dk1"/>
                </a:solidFill>
                <a:latin typeface="微软雅黑" panose="020B0503020204020204" charset="-122"/>
                <a:ea typeface="微软雅黑" panose="020B0503020204020204" charset="-122"/>
                <a:sym typeface="微软雅黑" panose="020B0503020204020204" charset="-122"/>
              </a:rPr>
              <a:t>删除数据库关系图</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文本框 61"/>
          <p:cNvSpPr txBox="1"/>
          <p:nvPr>
            <p:custDataLst>
              <p:tags r:id="rId6"/>
            </p:custDataLst>
          </p:nvPr>
        </p:nvSpPr>
        <p:spPr>
          <a:xfrm>
            <a:off x="1611157" y="2361199"/>
            <a:ext cx="2644892" cy="453038"/>
          </a:xfrm>
          <a:prstGeom prst="rect">
            <a:avLst/>
          </a:prstGeom>
          <a:noFill/>
        </p:spPr>
        <p:txBody>
          <a:bodyPr wrap="square" rtlCol="0">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30000"/>
              </a:lnSpc>
            </a:pPr>
            <a:r>
              <a:rPr lang="zh-CN" altLang="en-US" sz="1000" spc="300" dirty="0">
                <a:solidFill>
                  <a:schemeClr val="accent1"/>
                </a:solidFill>
                <a:latin typeface="Times New Roman" panose="02020603050405020304" charset="0"/>
                <a:ea typeface="微软雅黑" panose="020B0503020204020204" charset="-122"/>
              </a:rPr>
              <a:t>当不再需要某数据库关系图时，可以将其删除。</a:t>
            </a:r>
            <a:endParaRPr lang="zh-CN" altLang="en-US" sz="1000" spc="300" dirty="0">
              <a:solidFill>
                <a:schemeClr val="accent1"/>
              </a:solidFill>
              <a:latin typeface="Times New Roman" panose="02020603050405020304" charset="0"/>
              <a:ea typeface="微软雅黑" panose="020B0503020204020204" charset="-122"/>
            </a:endParaRPr>
          </a:p>
        </p:txBody>
      </p:sp>
      <p:sp>
        <p:nvSpPr>
          <p:cNvPr id="6" name="椭圆 5"/>
          <p:cNvSpPr/>
          <p:nvPr>
            <p:custDataLst>
              <p:tags r:id="rId7"/>
            </p:custDataLst>
          </p:nvPr>
        </p:nvSpPr>
        <p:spPr>
          <a:xfrm>
            <a:off x="1353883" y="2478894"/>
            <a:ext cx="182162" cy="182162"/>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Times New Roman" panose="02020603050405020304" charset="0"/>
              <a:ea typeface="微软雅黑" panose="020B0503020204020204" charset="-122"/>
              <a:cs typeface="Times New Roman" panose="02020603050405020304" charset="0"/>
            </a:endParaRPr>
          </a:p>
        </p:txBody>
      </p:sp>
      <p:sp>
        <p:nvSpPr>
          <p:cNvPr id="7" name="椭圆 6"/>
          <p:cNvSpPr/>
          <p:nvPr>
            <p:custDataLst>
              <p:tags r:id="rId8"/>
            </p:custDataLst>
          </p:nvPr>
        </p:nvSpPr>
        <p:spPr>
          <a:xfrm>
            <a:off x="1303020" y="2513789"/>
            <a:ext cx="182162" cy="18216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latin typeface="Times New Roman" panose="02020603050405020304" charset="0"/>
              <a:ea typeface="微软雅黑" panose="020B0503020204020204" charset="-122"/>
              <a:cs typeface="Times New Roman" panose="02020603050405020304" charset="0"/>
            </a:endParaRPr>
          </a:p>
        </p:txBody>
      </p:sp>
      <p:sp>
        <p:nvSpPr>
          <p:cNvPr id="26" name="文本框 61"/>
          <p:cNvSpPr txBox="1"/>
          <p:nvPr>
            <p:custDataLst>
              <p:tags r:id="rId9"/>
            </p:custDataLst>
          </p:nvPr>
        </p:nvSpPr>
        <p:spPr>
          <a:xfrm>
            <a:off x="4927327" y="2361199"/>
            <a:ext cx="2644892" cy="453038"/>
          </a:xfrm>
          <a:prstGeom prst="rect">
            <a:avLst/>
          </a:prstGeom>
          <a:noFill/>
        </p:spPr>
        <p:txBody>
          <a:bodyPr wrap="square" rtlCol="0">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000" spc="300" dirty="0">
                <a:solidFill>
                  <a:schemeClr val="accent2"/>
                </a:solidFill>
                <a:latin typeface="Times New Roman" panose="02020603050405020304" charset="0"/>
                <a:ea typeface="微软雅黑" panose="020B0503020204020204" charset="-122"/>
                <a:cs typeface="Times New Roman" panose="02020603050405020304" charset="0"/>
              </a:rPr>
              <a:t>（1）在服务器资源管理器中展开“数据库关系图”文件夹。</a:t>
            </a:r>
            <a:endParaRPr lang="zh-CN" altLang="en-US" sz="1000" spc="300" dirty="0">
              <a:solidFill>
                <a:schemeClr val="accent2"/>
              </a:solidFill>
              <a:latin typeface="Times New Roman" panose="02020603050405020304" charset="0"/>
              <a:ea typeface="微软雅黑" panose="020B0503020204020204" charset="-122"/>
              <a:cs typeface="Times New Roman" panose="02020603050405020304" charset="0"/>
            </a:endParaRPr>
          </a:p>
        </p:txBody>
      </p:sp>
      <p:sp>
        <p:nvSpPr>
          <p:cNvPr id="28" name="椭圆 27"/>
          <p:cNvSpPr/>
          <p:nvPr>
            <p:custDataLst>
              <p:tags r:id="rId10"/>
            </p:custDataLst>
          </p:nvPr>
        </p:nvSpPr>
        <p:spPr>
          <a:xfrm>
            <a:off x="4670053" y="2478894"/>
            <a:ext cx="182162" cy="182162"/>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Times New Roman" panose="02020603050405020304" charset="0"/>
              <a:ea typeface="微软雅黑" panose="020B0503020204020204" charset="-122"/>
              <a:cs typeface="Times New Roman" panose="02020603050405020304" charset="0"/>
            </a:endParaRPr>
          </a:p>
        </p:txBody>
      </p:sp>
      <p:sp>
        <p:nvSpPr>
          <p:cNvPr id="29" name="椭圆 28"/>
          <p:cNvSpPr/>
          <p:nvPr>
            <p:custDataLst>
              <p:tags r:id="rId11"/>
            </p:custDataLst>
          </p:nvPr>
        </p:nvSpPr>
        <p:spPr>
          <a:xfrm>
            <a:off x="4619190" y="2513789"/>
            <a:ext cx="182162" cy="182162"/>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latin typeface="Times New Roman" panose="02020603050405020304" charset="0"/>
              <a:ea typeface="微软雅黑" panose="020B0503020204020204" charset="-122"/>
              <a:cs typeface="Times New Roman" panose="02020603050405020304" charset="0"/>
            </a:endParaRPr>
          </a:p>
        </p:txBody>
      </p:sp>
      <p:sp>
        <p:nvSpPr>
          <p:cNvPr id="12" name="文本框 61"/>
          <p:cNvSpPr txBox="1"/>
          <p:nvPr>
            <p:custDataLst>
              <p:tags r:id="rId12"/>
            </p:custDataLst>
          </p:nvPr>
        </p:nvSpPr>
        <p:spPr>
          <a:xfrm>
            <a:off x="3269538" y="4198784"/>
            <a:ext cx="2644892" cy="453038"/>
          </a:xfrm>
          <a:prstGeom prst="rect">
            <a:avLst/>
          </a:prstGeom>
          <a:noFill/>
        </p:spPr>
        <p:txBody>
          <a:bodyPr wrap="square" rtlCol="0">
            <a:normAutofit fontScale="5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2000" spc="300" dirty="0">
                <a:solidFill>
                  <a:schemeClr val="accent4">
                    <a:lumMod val="75000"/>
                  </a:schemeClr>
                </a:solidFill>
                <a:latin typeface="Times New Roman" panose="02020603050405020304" charset="0"/>
                <a:ea typeface="微软雅黑" panose="020B0503020204020204" charset="-122"/>
                <a:cs typeface="Times New Roman" panose="02020603050405020304" charset="0"/>
              </a:rPr>
              <a:t>（3）选择快捷菜单中的“删除”。</a:t>
            </a:r>
            <a:endParaRPr lang="zh-CN" altLang="en-US" sz="2000" spc="300" dirty="0">
              <a:solidFill>
                <a:schemeClr val="accent4">
                  <a:lumMod val="75000"/>
                </a:schemeClr>
              </a:solidFill>
              <a:latin typeface="Times New Roman" panose="02020603050405020304" charset="0"/>
              <a:ea typeface="微软雅黑" panose="020B0503020204020204" charset="-122"/>
              <a:cs typeface="Times New Roman" panose="02020603050405020304" charset="0"/>
            </a:endParaRPr>
          </a:p>
        </p:txBody>
      </p:sp>
      <p:sp>
        <p:nvSpPr>
          <p:cNvPr id="14" name="椭圆 13"/>
          <p:cNvSpPr/>
          <p:nvPr>
            <p:custDataLst>
              <p:tags r:id="rId13"/>
            </p:custDataLst>
          </p:nvPr>
        </p:nvSpPr>
        <p:spPr>
          <a:xfrm>
            <a:off x="3012264" y="4316479"/>
            <a:ext cx="182162" cy="182162"/>
          </a:xfrm>
          <a:prstGeom prst="ellipse">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Times New Roman" panose="02020603050405020304" charset="0"/>
              <a:ea typeface="微软雅黑" panose="020B0503020204020204" charset="-122"/>
              <a:cs typeface="Times New Roman" panose="02020603050405020304" charset="0"/>
            </a:endParaRPr>
          </a:p>
        </p:txBody>
      </p:sp>
      <p:sp>
        <p:nvSpPr>
          <p:cNvPr id="15" name="椭圆 14"/>
          <p:cNvSpPr/>
          <p:nvPr>
            <p:custDataLst>
              <p:tags r:id="rId14"/>
            </p:custDataLst>
          </p:nvPr>
        </p:nvSpPr>
        <p:spPr>
          <a:xfrm>
            <a:off x="2961401" y="4351374"/>
            <a:ext cx="182162" cy="182162"/>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latin typeface="Times New Roman" panose="02020603050405020304" charset="0"/>
              <a:ea typeface="微软雅黑" panose="020B0503020204020204" charset="-122"/>
              <a:cs typeface="Times New Roman" panose="02020603050405020304" charset="0"/>
            </a:endParaRPr>
          </a:p>
        </p:txBody>
      </p:sp>
      <p:sp>
        <p:nvSpPr>
          <p:cNvPr id="20" name="文本框 60"/>
          <p:cNvSpPr txBox="1"/>
          <p:nvPr>
            <p:custDataLst>
              <p:tags r:id="rId15"/>
            </p:custDataLst>
          </p:nvPr>
        </p:nvSpPr>
        <p:spPr>
          <a:xfrm>
            <a:off x="1610995" y="5064125"/>
            <a:ext cx="9023350" cy="509905"/>
          </a:xfrm>
          <a:prstGeom prst="rect">
            <a:avLst/>
          </a:prstGeom>
          <a:noFill/>
        </p:spPr>
        <p:txBody>
          <a:bodyPr wrap="square" rtlCol="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400" kern="0" spc="150" dirty="0">
                <a:solidFill>
                  <a:schemeClr val="dk1">
                    <a:lumMod val="75000"/>
                    <a:lumOff val="25000"/>
                  </a:schemeClr>
                </a:solidFill>
                <a:latin typeface="微软雅黑" panose="020B0503020204020204" charset="-122"/>
                <a:ea typeface="微软雅黑" panose="020B0503020204020204" charset="-122"/>
                <a:sym typeface="Arial" panose="020B0604020202020204" pitchFamily="34" charset="0"/>
              </a:rPr>
              <a:t>该数据库关系图即可从数据库中删除。在删除某数据库关系图时，该关系图中的表并不会被删除。</a:t>
            </a:r>
            <a:endParaRPr lang="zh-CN" altLang="en-US" sz="1400" kern="0" spc="150" dirty="0">
              <a:solidFill>
                <a:schemeClr val="dk1">
                  <a:lumMod val="75000"/>
                  <a:lumOff val="25000"/>
                </a:schemeClr>
              </a:solidFill>
              <a:latin typeface="微软雅黑" panose="020B0503020204020204" charset="-122"/>
              <a:ea typeface="微软雅黑" panose="020B0503020204020204" charset="-122"/>
              <a:sym typeface="Arial" panose="020B0604020202020204" pitchFamily="34" charset="0"/>
            </a:endParaRPr>
          </a:p>
        </p:txBody>
      </p:sp>
      <p:sp>
        <p:nvSpPr>
          <p:cNvPr id="21" name="文本框 61"/>
          <p:cNvSpPr txBox="1"/>
          <p:nvPr>
            <p:custDataLst>
              <p:tags r:id="rId16"/>
            </p:custDataLst>
          </p:nvPr>
        </p:nvSpPr>
        <p:spPr>
          <a:xfrm>
            <a:off x="6585707" y="4198784"/>
            <a:ext cx="2644892" cy="453038"/>
          </a:xfrm>
          <a:prstGeom prst="rect">
            <a:avLst/>
          </a:prstGeom>
          <a:noFill/>
        </p:spPr>
        <p:txBody>
          <a:bodyPr wrap="square" rtlCol="0">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000" spc="300" dirty="0">
                <a:solidFill>
                  <a:schemeClr val="accent5">
                    <a:lumMod val="75000"/>
                  </a:schemeClr>
                </a:solidFill>
                <a:latin typeface="Times New Roman" panose="02020603050405020304" charset="0"/>
                <a:ea typeface="微软雅黑" panose="020B0503020204020204" charset="-122"/>
                <a:cs typeface="Times New Roman" panose="02020603050405020304" charset="0"/>
              </a:rPr>
              <a:t>（4）出现一条消息，提示用户确认删除，选择“是”。</a:t>
            </a:r>
            <a:endParaRPr lang="zh-CN" altLang="en-US" sz="1000" spc="300" dirty="0">
              <a:solidFill>
                <a:schemeClr val="accent5">
                  <a:lumMod val="75000"/>
                </a:schemeClr>
              </a:solidFill>
              <a:latin typeface="Times New Roman" panose="02020603050405020304" charset="0"/>
              <a:ea typeface="微软雅黑" panose="020B0503020204020204" charset="-122"/>
              <a:cs typeface="Times New Roman" panose="02020603050405020304" charset="0"/>
            </a:endParaRPr>
          </a:p>
        </p:txBody>
      </p:sp>
      <p:sp>
        <p:nvSpPr>
          <p:cNvPr id="23" name="椭圆 22"/>
          <p:cNvSpPr/>
          <p:nvPr>
            <p:custDataLst>
              <p:tags r:id="rId17"/>
            </p:custDataLst>
          </p:nvPr>
        </p:nvSpPr>
        <p:spPr>
          <a:xfrm>
            <a:off x="6328434" y="4316479"/>
            <a:ext cx="182162" cy="182162"/>
          </a:xfrm>
          <a:prstGeom prst="ellipse">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Times New Roman" panose="02020603050405020304" charset="0"/>
              <a:ea typeface="微软雅黑" panose="020B0503020204020204" charset="-122"/>
              <a:cs typeface="Times New Roman" panose="02020603050405020304" charset="0"/>
            </a:endParaRPr>
          </a:p>
        </p:txBody>
      </p:sp>
      <p:sp>
        <p:nvSpPr>
          <p:cNvPr id="24" name="椭圆 23"/>
          <p:cNvSpPr/>
          <p:nvPr>
            <p:custDataLst>
              <p:tags r:id="rId18"/>
            </p:custDataLst>
          </p:nvPr>
        </p:nvSpPr>
        <p:spPr>
          <a:xfrm>
            <a:off x="6277570" y="4351374"/>
            <a:ext cx="182162" cy="182162"/>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latin typeface="Times New Roman" panose="02020603050405020304" charset="0"/>
              <a:ea typeface="微软雅黑" panose="020B0503020204020204" charset="-122"/>
              <a:cs typeface="Times New Roman" panose="02020603050405020304" charset="0"/>
            </a:endParaRPr>
          </a:p>
        </p:txBody>
      </p:sp>
      <p:sp>
        <p:nvSpPr>
          <p:cNvPr id="39" name="文本框 61"/>
          <p:cNvSpPr txBox="1"/>
          <p:nvPr>
            <p:custDataLst>
              <p:tags r:id="rId19"/>
            </p:custDataLst>
          </p:nvPr>
        </p:nvSpPr>
        <p:spPr>
          <a:xfrm>
            <a:off x="8244088" y="2361199"/>
            <a:ext cx="2644892" cy="453038"/>
          </a:xfrm>
          <a:prstGeom prst="rect">
            <a:avLst/>
          </a:prstGeom>
          <a:noFill/>
        </p:spPr>
        <p:txBody>
          <a:bodyPr wrap="square" rtlCol="0">
            <a:normAutofit fontScale="5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2000" spc="300" dirty="0">
                <a:solidFill>
                  <a:schemeClr val="accent3"/>
                </a:solidFill>
                <a:latin typeface="Times New Roman" panose="02020603050405020304" charset="0"/>
                <a:ea typeface="微软雅黑" panose="020B0503020204020204" charset="-122"/>
                <a:cs typeface="Times New Roman" panose="02020603050405020304" charset="0"/>
              </a:rPr>
              <a:t>（2）右击要删除的数据库关系图。</a:t>
            </a:r>
            <a:endParaRPr lang="zh-CN" altLang="en-US" sz="2000" spc="300" dirty="0">
              <a:solidFill>
                <a:schemeClr val="accent3"/>
              </a:solidFill>
              <a:latin typeface="Times New Roman" panose="02020603050405020304" charset="0"/>
              <a:ea typeface="微软雅黑" panose="020B0503020204020204" charset="-122"/>
              <a:cs typeface="Times New Roman" panose="02020603050405020304" charset="0"/>
            </a:endParaRPr>
          </a:p>
        </p:txBody>
      </p:sp>
      <p:sp>
        <p:nvSpPr>
          <p:cNvPr id="41" name="椭圆 40"/>
          <p:cNvSpPr/>
          <p:nvPr>
            <p:custDataLst>
              <p:tags r:id="rId20"/>
            </p:custDataLst>
          </p:nvPr>
        </p:nvSpPr>
        <p:spPr>
          <a:xfrm>
            <a:off x="7986223" y="2478894"/>
            <a:ext cx="182162" cy="182162"/>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Times New Roman" panose="02020603050405020304" charset="0"/>
              <a:ea typeface="微软雅黑" panose="020B0503020204020204" charset="-122"/>
              <a:cs typeface="Times New Roman" panose="02020603050405020304" charset="0"/>
            </a:endParaRPr>
          </a:p>
        </p:txBody>
      </p:sp>
      <p:sp>
        <p:nvSpPr>
          <p:cNvPr id="42" name="椭圆 41"/>
          <p:cNvSpPr/>
          <p:nvPr>
            <p:custDataLst>
              <p:tags r:id="rId21"/>
            </p:custDataLst>
          </p:nvPr>
        </p:nvSpPr>
        <p:spPr>
          <a:xfrm>
            <a:off x="7935359" y="2513789"/>
            <a:ext cx="182162" cy="182162"/>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latin typeface="Times New Roman" panose="02020603050405020304" charset="0"/>
              <a:ea typeface="微软雅黑" panose="020B0503020204020204" charset="-122"/>
              <a:cs typeface="Times New Roman" panose="02020603050405020304" charset="0"/>
            </a:endParaRPr>
          </a:p>
        </p:txBody>
      </p:sp>
    </p:spTree>
    <p:custDataLst>
      <p:tags r:id="rId22"/>
    </p:custData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关系图的使用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4.</a:t>
            </a:r>
            <a:r>
              <a:rPr dirty="0" err="1">
                <a:solidFill>
                  <a:schemeClr val="dk1"/>
                </a:solidFill>
                <a:latin typeface="微软雅黑" panose="020B0503020204020204" charset="-122"/>
                <a:ea typeface="微软雅黑" panose="020B0503020204020204" charset="-122"/>
                <a:sym typeface="微软雅黑" panose="020B0503020204020204" charset="-122"/>
              </a:rPr>
              <a:t>重命名数据库关系图</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2" name="文本框 17"/>
          <p:cNvSpPr txBox="1">
            <a:spLocks noChangeArrowheads="1"/>
          </p:cNvSpPr>
          <p:nvPr>
            <p:custDataLst>
              <p:tags r:id="rId6"/>
            </p:custDataLst>
          </p:nvPr>
        </p:nvSpPr>
        <p:spPr bwMode="auto">
          <a:xfrm>
            <a:off x="4022090" y="2042160"/>
            <a:ext cx="731012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l" eaLnBrk="1" hangingPunct="1">
              <a:lnSpc>
                <a:spcPct val="120000"/>
              </a:lnSpc>
              <a:spcBef>
                <a:spcPct val="0"/>
              </a:spcBef>
              <a:buFontTx/>
              <a:buNone/>
            </a:pPr>
            <a:r>
              <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如果对某个数据库具有ALTER权限，就可以在“服务器资源管理器”中重命名其数据库关系图。</a:t>
            </a:r>
            <a:endPar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6" name="等腰三角形 25"/>
          <p:cNvSpPr/>
          <p:nvPr>
            <p:custDataLst>
              <p:tags r:id="rId7"/>
            </p:custDataLst>
          </p:nvPr>
        </p:nvSpPr>
        <p:spPr>
          <a:xfrm rot="5400000">
            <a:off x="4121958" y="2861032"/>
            <a:ext cx="408742" cy="372635"/>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27" name="等腰三角形 26"/>
          <p:cNvSpPr/>
          <p:nvPr>
            <p:custDataLst>
              <p:tags r:id="rId8"/>
            </p:custDataLst>
          </p:nvPr>
        </p:nvSpPr>
        <p:spPr>
          <a:xfrm rot="5400000">
            <a:off x="4004381" y="2852700"/>
            <a:ext cx="408742" cy="37263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29" name="文本框 17"/>
          <p:cNvSpPr txBox="1">
            <a:spLocks noChangeArrowheads="1"/>
          </p:cNvSpPr>
          <p:nvPr>
            <p:custDataLst>
              <p:tags r:id="rId9"/>
            </p:custDataLst>
          </p:nvPr>
        </p:nvSpPr>
        <p:spPr bwMode="auto">
          <a:xfrm>
            <a:off x="4630420" y="2742565"/>
            <a:ext cx="670179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FontTx/>
              <a:buNone/>
            </a:pPr>
            <a:r>
              <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（1）在“服务器资源管理器”中展开“数据库关系图”文件夹。</a:t>
            </a:r>
            <a:endPar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2" name="等腰三角形 31"/>
          <p:cNvSpPr/>
          <p:nvPr>
            <p:custDataLst>
              <p:tags r:id="rId10"/>
            </p:custDataLst>
          </p:nvPr>
        </p:nvSpPr>
        <p:spPr>
          <a:xfrm rot="5400000">
            <a:off x="4121958" y="3563716"/>
            <a:ext cx="408742" cy="372635"/>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3" name="等腰三角形 32"/>
          <p:cNvSpPr/>
          <p:nvPr>
            <p:custDataLst>
              <p:tags r:id="rId11"/>
            </p:custDataLst>
          </p:nvPr>
        </p:nvSpPr>
        <p:spPr>
          <a:xfrm rot="5400000">
            <a:off x="4004381" y="3555384"/>
            <a:ext cx="408742" cy="37263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5" name="文本框 17"/>
          <p:cNvSpPr txBox="1">
            <a:spLocks noChangeArrowheads="1"/>
          </p:cNvSpPr>
          <p:nvPr>
            <p:custDataLst>
              <p:tags r:id="rId12"/>
            </p:custDataLst>
          </p:nvPr>
        </p:nvSpPr>
        <p:spPr bwMode="auto">
          <a:xfrm>
            <a:off x="4630420" y="3447415"/>
            <a:ext cx="664464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FontTx/>
              <a:buNone/>
            </a:pPr>
            <a:r>
              <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（2）右击要重命名的数据库关系图。</a:t>
            </a:r>
            <a:endPar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8" name="等腰三角形 37"/>
          <p:cNvSpPr/>
          <p:nvPr>
            <p:custDataLst>
              <p:tags r:id="rId13"/>
            </p:custDataLst>
          </p:nvPr>
        </p:nvSpPr>
        <p:spPr>
          <a:xfrm rot="5400000">
            <a:off x="4121958" y="4266400"/>
            <a:ext cx="408742" cy="372635"/>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9" name="等腰三角形 38"/>
          <p:cNvSpPr/>
          <p:nvPr>
            <p:custDataLst>
              <p:tags r:id="rId14"/>
            </p:custDataLst>
          </p:nvPr>
        </p:nvSpPr>
        <p:spPr>
          <a:xfrm rot="5400000">
            <a:off x="4004381" y="4258068"/>
            <a:ext cx="408742" cy="37263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42" name="文本框 17"/>
          <p:cNvSpPr txBox="1">
            <a:spLocks noChangeArrowheads="1"/>
          </p:cNvSpPr>
          <p:nvPr>
            <p:custDataLst>
              <p:tags r:id="rId15"/>
            </p:custDataLst>
          </p:nvPr>
        </p:nvSpPr>
        <p:spPr bwMode="auto">
          <a:xfrm>
            <a:off x="4630420" y="4150360"/>
            <a:ext cx="658749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FontTx/>
              <a:buNone/>
            </a:pPr>
            <a:r>
              <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（3）从快捷菜单中选择“重命名”。</a:t>
            </a:r>
            <a:endPar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5" name="等腰三角形 44"/>
          <p:cNvSpPr/>
          <p:nvPr>
            <p:custDataLst>
              <p:tags r:id="rId16"/>
            </p:custDataLst>
          </p:nvPr>
        </p:nvSpPr>
        <p:spPr>
          <a:xfrm rot="5400000">
            <a:off x="4121958" y="4968621"/>
            <a:ext cx="408742" cy="372635"/>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46" name="等腰三角形 45"/>
          <p:cNvSpPr/>
          <p:nvPr>
            <p:custDataLst>
              <p:tags r:id="rId17"/>
            </p:custDataLst>
          </p:nvPr>
        </p:nvSpPr>
        <p:spPr>
          <a:xfrm rot="5400000">
            <a:off x="4004381" y="4960289"/>
            <a:ext cx="408742" cy="37263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48" name="文本框 17"/>
          <p:cNvSpPr txBox="1">
            <a:spLocks noChangeArrowheads="1"/>
          </p:cNvSpPr>
          <p:nvPr>
            <p:custDataLst>
              <p:tags r:id="rId18"/>
            </p:custDataLst>
          </p:nvPr>
        </p:nvSpPr>
        <p:spPr bwMode="auto">
          <a:xfrm>
            <a:off x="4630420" y="4850765"/>
            <a:ext cx="658749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FontTx/>
              <a:buNone/>
            </a:pPr>
            <a:r>
              <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（4）将在“服务器资源管理器”中该关系图名称周围打开一个编辑框。</a:t>
            </a:r>
            <a:endPar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1" name="等腰三角形 50"/>
          <p:cNvSpPr/>
          <p:nvPr>
            <p:custDataLst>
              <p:tags r:id="rId19"/>
            </p:custDataLst>
          </p:nvPr>
        </p:nvSpPr>
        <p:spPr>
          <a:xfrm rot="5400000">
            <a:off x="4121958" y="5671305"/>
            <a:ext cx="408742" cy="372635"/>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52" name="等腰三角形 51"/>
          <p:cNvSpPr/>
          <p:nvPr>
            <p:custDataLst>
              <p:tags r:id="rId20"/>
            </p:custDataLst>
          </p:nvPr>
        </p:nvSpPr>
        <p:spPr>
          <a:xfrm rot="5400000">
            <a:off x="4004381" y="5662973"/>
            <a:ext cx="408742" cy="37263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54" name="文本框 17"/>
          <p:cNvSpPr txBox="1">
            <a:spLocks noChangeArrowheads="1"/>
          </p:cNvSpPr>
          <p:nvPr>
            <p:custDataLst>
              <p:tags r:id="rId21"/>
            </p:custDataLst>
          </p:nvPr>
        </p:nvSpPr>
        <p:spPr bwMode="auto">
          <a:xfrm>
            <a:off x="4630420" y="5551170"/>
            <a:ext cx="650113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0"/>
              </a:spcBef>
              <a:buFontTx/>
              <a:buNone/>
            </a:pPr>
            <a:r>
              <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（5）输入该数据库关系图的新名称，然后按Enter键。</a:t>
            </a:r>
            <a:endPar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5" name="文本框 54"/>
          <p:cNvSpPr txBox="1"/>
          <p:nvPr>
            <p:custDataLst>
              <p:tags r:id="rId22"/>
            </p:custDataLst>
          </p:nvPr>
        </p:nvSpPr>
        <p:spPr bwMode="auto">
          <a:xfrm>
            <a:off x="4022725" y="6264275"/>
            <a:ext cx="7195185" cy="343535"/>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nchor="ctr" anchorCtr="0">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0" algn="l">
              <a:lnSpc>
                <a:spcPct val="120000"/>
              </a:lnSpc>
              <a:buClrTx/>
              <a:buSzTx/>
              <a:buFontTx/>
              <a:buNone/>
            </a:pPr>
            <a:r>
              <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该数据库关系图即可以新名称显示在“服务器资源管理器”中了。</a:t>
            </a:r>
            <a:endParaRPr lang="zh-CN" altLang="en-US" sz="1000" b="1" spc="30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Tree>
    <p:custDataLst>
      <p:tags r:id="rId23"/>
    </p:custData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关系图的使用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5.</a:t>
            </a:r>
            <a:r>
              <a:rPr dirty="0" err="1">
                <a:solidFill>
                  <a:schemeClr val="dk1"/>
                </a:solidFill>
                <a:latin typeface="微软雅黑" panose="020B0503020204020204" charset="-122"/>
                <a:ea typeface="微软雅黑" panose="020B0503020204020204" charset="-122"/>
                <a:sym typeface="微软雅黑" panose="020B0503020204020204" charset="-122"/>
              </a:rPr>
              <a:t>更新数据库以与关系图匹配</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22" name="文本框 21"/>
          <p:cNvSpPr txBox="1"/>
          <p:nvPr/>
        </p:nvSpPr>
        <p:spPr>
          <a:xfrm>
            <a:off x="456565" y="1443990"/>
            <a:ext cx="11278235" cy="3692525"/>
          </a:xfrm>
          <a:prstGeom prst="rect">
            <a:avLst/>
          </a:prstGeom>
          <a:noFill/>
        </p:spPr>
        <p:txBody>
          <a:bodyPr wrap="square" rtlCol="0" anchor="t">
            <a:spAutoFit/>
          </a:bodyPr>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（1）更新数据库以与关系图匹配</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① 保存数据库关系图。如果以前未保存过关系图，就在“保存新的数据库关系图”对话框中键入该关系图的名称，然后单击“确定”按钮。</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②“保存”对话框列出在保存关系图时将受到影响的表，选择“是”继续进行。</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③“检测到数据库更改”对话框列出已被修改并将进行更改以与关系图匹配的对象，选择“是”保存该关系图并接受更改列表。</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（2）更新关系图以与修改的数据库匹配</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① 关闭关系图而不保存更改。</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② 在服务器资源管理器中右击该关系图。</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③ 从快捷菜单中单击“刷新”。</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④ 重新打开该关系图。</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2"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6.2 关系图的使用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在“属性”窗口中显示数据库关系图属性</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任意多边形 18"/>
          <p:cNvSpPr/>
          <p:nvPr>
            <p:custDataLst>
              <p:tags r:id="rId6"/>
            </p:custDataLst>
          </p:nvPr>
        </p:nvSpPr>
        <p:spPr>
          <a:xfrm>
            <a:off x="1509808" y="2487075"/>
            <a:ext cx="4460767" cy="1254497"/>
          </a:xfrm>
          <a:custGeom>
            <a:avLst/>
            <a:gdLst>
              <a:gd name="connsiteX0" fmla="*/ 0 w 3883669"/>
              <a:gd name="connsiteY0" fmla="*/ 0 h 1092200"/>
              <a:gd name="connsiteX1" fmla="*/ 3883669 w 3883669"/>
              <a:gd name="connsiteY1" fmla="*/ 0 h 1092200"/>
              <a:gd name="connsiteX2" fmla="*/ 3883669 w 3883669"/>
              <a:gd name="connsiteY2" fmla="*/ 1092200 h 1092200"/>
              <a:gd name="connsiteX3" fmla="*/ 0 w 3883669"/>
              <a:gd name="connsiteY3" fmla="*/ 1092200 h 1092200"/>
              <a:gd name="connsiteX4" fmla="*/ 646185 w 3883669"/>
              <a:gd name="connsiteY4" fmla="*/ 5461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3669" h="1092200">
                <a:moveTo>
                  <a:pt x="0" y="0"/>
                </a:moveTo>
                <a:lnTo>
                  <a:pt x="3883669" y="0"/>
                </a:lnTo>
                <a:lnTo>
                  <a:pt x="3883669" y="1092200"/>
                </a:lnTo>
                <a:lnTo>
                  <a:pt x="0" y="1092200"/>
                </a:lnTo>
                <a:lnTo>
                  <a:pt x="646185" y="546100"/>
                </a:lnTo>
                <a:close/>
              </a:path>
            </a:pathLst>
          </a:custGeom>
          <a:solidFill>
            <a:schemeClr val="accent1"/>
          </a:solidFill>
        </p:spPr>
        <p:txBody>
          <a:bodyPr rot="0" spcFirstLastPara="0" vertOverflow="overflow" horzOverflow="overflow" vert="horz" wrap="square" lIns="90000" tIns="45720" rIns="91440" bIns="45720" numCol="1" spcCol="0" rtlCol="0" fromWordArt="0" anchor="ctr" anchorCtr="0" forceAA="0" compatLnSpc="1">
            <a:noAutofit/>
          </a:bodyPr>
          <a:p>
            <a:pPr algn="ctr">
              <a:lnSpc>
                <a:spcPct val="120000"/>
              </a:lnSpc>
            </a:pPr>
            <a:endParaRPr lang="da-DK" altLang="zh-CN" sz="1400" spc="150" dirty="0">
              <a:solidFill>
                <a:schemeClr val="lt1"/>
              </a:solidFill>
              <a:latin typeface="微软雅黑" panose="020B0503020204020204" charset="-122"/>
              <a:ea typeface="微软雅黑" panose="020B0503020204020204" charset="-122"/>
            </a:endParaRPr>
          </a:p>
        </p:txBody>
      </p:sp>
      <p:sp>
        <p:nvSpPr>
          <p:cNvPr id="20" name="任意多边形 19"/>
          <p:cNvSpPr/>
          <p:nvPr>
            <p:custDataLst>
              <p:tags r:id="rId7"/>
            </p:custDataLst>
          </p:nvPr>
        </p:nvSpPr>
        <p:spPr>
          <a:xfrm>
            <a:off x="1302678" y="2312029"/>
            <a:ext cx="949333" cy="1604589"/>
          </a:xfrm>
          <a:custGeom>
            <a:avLst/>
            <a:gdLst>
              <a:gd name="connsiteX0" fmla="*/ 0 w 826516"/>
              <a:gd name="connsiteY0" fmla="*/ 0 h 1397000"/>
              <a:gd name="connsiteX1" fmla="*/ 826516 w 826516"/>
              <a:gd name="connsiteY1" fmla="*/ 698500 h 1397000"/>
              <a:gd name="connsiteX2" fmla="*/ 0 w 826516"/>
              <a:gd name="connsiteY2" fmla="*/ 1397000 h 1397000"/>
            </a:gdLst>
            <a:ahLst/>
            <a:cxnLst>
              <a:cxn ang="0">
                <a:pos x="connsiteX0" y="connsiteY0"/>
              </a:cxn>
              <a:cxn ang="0">
                <a:pos x="connsiteX1" y="connsiteY1"/>
              </a:cxn>
              <a:cxn ang="0">
                <a:pos x="connsiteX2" y="connsiteY2"/>
              </a:cxn>
            </a:cxnLst>
            <a:rect l="l" t="t" r="r" b="b"/>
            <a:pathLst>
              <a:path w="826516" h="1397000">
                <a:moveTo>
                  <a:pt x="0" y="0"/>
                </a:moveTo>
                <a:lnTo>
                  <a:pt x="826516" y="698500"/>
                </a:lnTo>
                <a:lnTo>
                  <a:pt x="0" y="1397000"/>
                </a:lnTo>
                <a:close/>
              </a:path>
            </a:pathLst>
          </a:custGeom>
          <a:solidFill>
            <a:schemeClr val="lt1">
              <a:lumMod val="95000"/>
            </a:schemeClr>
          </a:solidFill>
          <a:effectLst>
            <a:outerShdw blurRad="50800" dist="38100" algn="l" rotWithShape="0">
              <a:prstClr val="black">
                <a:alpha val="40000"/>
              </a:prstClr>
            </a:outerShdw>
          </a:effectLst>
        </p:spPr>
        <p:txBody>
          <a:bodyPr rot="0" spcFirstLastPara="0" vertOverflow="overflow" horzOverflow="overflow" vert="horz" wrap="square" lIns="90000" tIns="46800" rIns="90000" bIns="46800" numCol="1" spcCol="0" rtlCol="0" fromWordArt="0" anchor="ctr" anchorCtr="0" forceAA="0" compatLnSpc="1">
            <a:normAutofit/>
          </a:bodyPr>
          <a:p>
            <a:pPr algn="ctr">
              <a:lnSpc>
                <a:spcPct val="120000"/>
              </a:lnSpc>
            </a:pPr>
            <a:r>
              <a:rPr lang="en-US" altLang="zh-CN" sz="3200" b="1" dirty="0">
                <a:solidFill>
                  <a:schemeClr val="accent1">
                    <a:lumMod val="75000"/>
                  </a:schemeClr>
                </a:solidFill>
                <a:latin typeface="微软雅黑" panose="020B0503020204020204" charset="-122"/>
                <a:ea typeface="微软雅黑" panose="020B0503020204020204" charset="-122"/>
              </a:rPr>
              <a:t>A</a:t>
            </a:r>
            <a:endParaRPr lang="en-US" altLang="zh-CN" sz="3200" b="1" dirty="0">
              <a:solidFill>
                <a:schemeClr val="accent1">
                  <a:lumMod val="75000"/>
                </a:schemeClr>
              </a:solidFill>
              <a:latin typeface="微软雅黑" panose="020B0503020204020204" charset="-122"/>
              <a:ea typeface="微软雅黑" panose="020B0503020204020204" charset="-122"/>
            </a:endParaRPr>
          </a:p>
        </p:txBody>
      </p:sp>
      <p:sp>
        <p:nvSpPr>
          <p:cNvPr id="7" name="文本框 6"/>
          <p:cNvSpPr txBox="1"/>
          <p:nvPr>
            <p:custDataLst>
              <p:tags r:id="rId8"/>
            </p:custDataLst>
          </p:nvPr>
        </p:nvSpPr>
        <p:spPr>
          <a:xfrm>
            <a:off x="2251710" y="2566670"/>
            <a:ext cx="3638550" cy="1095375"/>
          </a:xfrm>
          <a:prstGeom prst="rect">
            <a:avLst/>
          </a:prstGeom>
          <a:noFill/>
        </p:spPr>
        <p:txBody>
          <a:bodyPr wrap="square" lIns="90000" tIns="46800" rIns="90000" bIns="46800" rtlCol="0" anchor="ctr">
            <a:normAutofit/>
          </a:bodyPr>
          <a:p>
            <a:pPr algn="ctr">
              <a:lnSpc>
                <a:spcPct val="120000"/>
              </a:lnSpc>
            </a:pPr>
            <a:r>
              <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rPr>
              <a:t>① 打开数据库关系图设计器。</a:t>
            </a:r>
            <a:endPar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4" name="任意多边形 3"/>
          <p:cNvSpPr/>
          <p:nvPr>
            <p:custDataLst>
              <p:tags r:id="rId9"/>
            </p:custDataLst>
          </p:nvPr>
        </p:nvSpPr>
        <p:spPr>
          <a:xfrm>
            <a:off x="6428237" y="2487075"/>
            <a:ext cx="4460767" cy="1254497"/>
          </a:xfrm>
          <a:custGeom>
            <a:avLst/>
            <a:gdLst>
              <a:gd name="connsiteX0" fmla="*/ 0 w 3883669"/>
              <a:gd name="connsiteY0" fmla="*/ 0 h 1092200"/>
              <a:gd name="connsiteX1" fmla="*/ 3883669 w 3883669"/>
              <a:gd name="connsiteY1" fmla="*/ 0 h 1092200"/>
              <a:gd name="connsiteX2" fmla="*/ 3883669 w 3883669"/>
              <a:gd name="connsiteY2" fmla="*/ 1092200 h 1092200"/>
              <a:gd name="connsiteX3" fmla="*/ 0 w 3883669"/>
              <a:gd name="connsiteY3" fmla="*/ 1092200 h 1092200"/>
              <a:gd name="connsiteX4" fmla="*/ 646185 w 3883669"/>
              <a:gd name="connsiteY4" fmla="*/ 5461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3669" h="1092200">
                <a:moveTo>
                  <a:pt x="0" y="0"/>
                </a:moveTo>
                <a:lnTo>
                  <a:pt x="3883669" y="0"/>
                </a:lnTo>
                <a:lnTo>
                  <a:pt x="3883669" y="1092200"/>
                </a:lnTo>
                <a:lnTo>
                  <a:pt x="0" y="1092200"/>
                </a:lnTo>
                <a:lnTo>
                  <a:pt x="646185" y="546100"/>
                </a:lnTo>
                <a:close/>
              </a:path>
            </a:pathLst>
          </a:custGeom>
          <a:solidFill>
            <a:schemeClr val="accent1"/>
          </a:solidFill>
        </p:spPr>
        <p:txBody>
          <a:bodyPr rot="0" spcFirstLastPara="0" vertOverflow="overflow" horzOverflow="overflow" vert="horz" wrap="square" lIns="90000" tIns="45720" rIns="91440" bIns="45720" numCol="1" spcCol="0" rtlCol="0" fromWordArt="0" anchor="ctr" anchorCtr="0" forceAA="0" compatLnSpc="1">
            <a:noAutofit/>
          </a:bodyPr>
          <a:p>
            <a:pPr algn="ctr">
              <a:lnSpc>
                <a:spcPct val="120000"/>
              </a:lnSpc>
            </a:pPr>
            <a:endParaRPr lang="da-DK" altLang="zh-CN" sz="1400" spc="150" dirty="0">
              <a:solidFill>
                <a:schemeClr val="lt1"/>
              </a:solidFill>
              <a:latin typeface="微软雅黑" panose="020B0503020204020204" charset="-122"/>
              <a:ea typeface="微软雅黑" panose="020B0503020204020204" charset="-122"/>
            </a:endParaRPr>
          </a:p>
        </p:txBody>
      </p:sp>
      <p:sp>
        <p:nvSpPr>
          <p:cNvPr id="5" name="任意多边形 4"/>
          <p:cNvSpPr/>
          <p:nvPr>
            <p:custDataLst>
              <p:tags r:id="rId10"/>
            </p:custDataLst>
          </p:nvPr>
        </p:nvSpPr>
        <p:spPr>
          <a:xfrm>
            <a:off x="6221107" y="2312029"/>
            <a:ext cx="949333" cy="1604589"/>
          </a:xfrm>
          <a:custGeom>
            <a:avLst/>
            <a:gdLst>
              <a:gd name="connsiteX0" fmla="*/ 0 w 826516"/>
              <a:gd name="connsiteY0" fmla="*/ 0 h 1397000"/>
              <a:gd name="connsiteX1" fmla="*/ 826516 w 826516"/>
              <a:gd name="connsiteY1" fmla="*/ 698500 h 1397000"/>
              <a:gd name="connsiteX2" fmla="*/ 0 w 826516"/>
              <a:gd name="connsiteY2" fmla="*/ 1397000 h 1397000"/>
            </a:gdLst>
            <a:ahLst/>
            <a:cxnLst>
              <a:cxn ang="0">
                <a:pos x="connsiteX0" y="connsiteY0"/>
              </a:cxn>
              <a:cxn ang="0">
                <a:pos x="connsiteX1" y="connsiteY1"/>
              </a:cxn>
              <a:cxn ang="0">
                <a:pos x="connsiteX2" y="connsiteY2"/>
              </a:cxn>
            </a:cxnLst>
            <a:rect l="l" t="t" r="r" b="b"/>
            <a:pathLst>
              <a:path w="826516" h="1397000">
                <a:moveTo>
                  <a:pt x="0" y="0"/>
                </a:moveTo>
                <a:lnTo>
                  <a:pt x="826516" y="698500"/>
                </a:lnTo>
                <a:lnTo>
                  <a:pt x="0" y="1397000"/>
                </a:lnTo>
                <a:close/>
              </a:path>
            </a:pathLst>
          </a:custGeom>
          <a:solidFill>
            <a:schemeClr val="lt1">
              <a:lumMod val="95000"/>
            </a:schemeClr>
          </a:solidFill>
          <a:effectLst>
            <a:outerShdw blurRad="50800" dist="38100" algn="l" rotWithShape="0">
              <a:prstClr val="black">
                <a:alpha val="40000"/>
              </a:prstClr>
            </a:outerShdw>
          </a:effectLst>
        </p:spPr>
        <p:txBody>
          <a:bodyPr rot="0" spcFirstLastPara="0" vertOverflow="overflow" horzOverflow="overflow" vert="horz" wrap="square" lIns="90000" tIns="46800" rIns="90000" bIns="46800" numCol="1" spcCol="0" rtlCol="0" fromWordArt="0" anchor="ctr" anchorCtr="0" forceAA="0" compatLnSpc="1">
            <a:normAutofit/>
          </a:bodyPr>
          <a:p>
            <a:pPr algn="ctr">
              <a:lnSpc>
                <a:spcPct val="120000"/>
              </a:lnSpc>
            </a:pPr>
            <a:r>
              <a:rPr lang="en-US" altLang="zh-CN" sz="3200" b="1" dirty="0">
                <a:solidFill>
                  <a:schemeClr val="accent1">
                    <a:lumMod val="75000"/>
                  </a:schemeClr>
                </a:solidFill>
                <a:latin typeface="微软雅黑" panose="020B0503020204020204" charset="-122"/>
                <a:ea typeface="微软雅黑" panose="020B0503020204020204" charset="-122"/>
              </a:rPr>
              <a:t>B</a:t>
            </a:r>
            <a:endParaRPr lang="en-US" altLang="zh-CN" sz="3200" b="1" dirty="0">
              <a:solidFill>
                <a:schemeClr val="accent1">
                  <a:lumMod val="75000"/>
                </a:schemeClr>
              </a:solidFill>
              <a:latin typeface="微软雅黑" panose="020B0503020204020204" charset="-122"/>
              <a:ea typeface="微软雅黑" panose="020B0503020204020204" charset="-122"/>
            </a:endParaRPr>
          </a:p>
        </p:txBody>
      </p:sp>
      <p:sp>
        <p:nvSpPr>
          <p:cNvPr id="6" name="文本框 5"/>
          <p:cNvSpPr txBox="1"/>
          <p:nvPr>
            <p:custDataLst>
              <p:tags r:id="rId11"/>
            </p:custDataLst>
          </p:nvPr>
        </p:nvSpPr>
        <p:spPr>
          <a:xfrm>
            <a:off x="7329789" y="2566528"/>
            <a:ext cx="3479446" cy="1095591"/>
          </a:xfrm>
          <a:prstGeom prst="rect">
            <a:avLst/>
          </a:prstGeom>
          <a:noFill/>
        </p:spPr>
        <p:txBody>
          <a:bodyPr wrap="square" lIns="90000" tIns="46800" rIns="90000" bIns="46800" rtlCol="0" anchor="ctr">
            <a:normAutofit lnSpcReduction="20000"/>
          </a:bodyPr>
          <a:p>
            <a:pPr algn="ctr">
              <a:lnSpc>
                <a:spcPct val="120000"/>
              </a:lnSpc>
            </a:pPr>
            <a:r>
              <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rPr>
              <a:t>② 确保没有在数据库关系图设计器中选择任何对象，方法是在该设计器中对象以外的任意位置单击。</a:t>
            </a:r>
            <a:endPar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8" name="任意多边形 7"/>
          <p:cNvSpPr/>
          <p:nvPr>
            <p:custDataLst>
              <p:tags r:id="rId12"/>
            </p:custDataLst>
          </p:nvPr>
        </p:nvSpPr>
        <p:spPr>
          <a:xfrm>
            <a:off x="1509808" y="4488116"/>
            <a:ext cx="4460767" cy="1254497"/>
          </a:xfrm>
          <a:custGeom>
            <a:avLst/>
            <a:gdLst>
              <a:gd name="connsiteX0" fmla="*/ 0 w 3883669"/>
              <a:gd name="connsiteY0" fmla="*/ 0 h 1092200"/>
              <a:gd name="connsiteX1" fmla="*/ 3883669 w 3883669"/>
              <a:gd name="connsiteY1" fmla="*/ 0 h 1092200"/>
              <a:gd name="connsiteX2" fmla="*/ 3883669 w 3883669"/>
              <a:gd name="connsiteY2" fmla="*/ 1092200 h 1092200"/>
              <a:gd name="connsiteX3" fmla="*/ 0 w 3883669"/>
              <a:gd name="connsiteY3" fmla="*/ 1092200 h 1092200"/>
              <a:gd name="connsiteX4" fmla="*/ 646185 w 3883669"/>
              <a:gd name="connsiteY4" fmla="*/ 546100 h 109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3669" h="1092200">
                <a:moveTo>
                  <a:pt x="0" y="0"/>
                </a:moveTo>
                <a:lnTo>
                  <a:pt x="3883669" y="0"/>
                </a:lnTo>
                <a:lnTo>
                  <a:pt x="3883669" y="1092200"/>
                </a:lnTo>
                <a:lnTo>
                  <a:pt x="0" y="1092200"/>
                </a:lnTo>
                <a:lnTo>
                  <a:pt x="646185" y="546100"/>
                </a:lnTo>
                <a:close/>
              </a:path>
            </a:pathLst>
          </a:custGeom>
          <a:solidFill>
            <a:schemeClr val="accent1"/>
          </a:solidFill>
        </p:spPr>
        <p:txBody>
          <a:bodyPr rot="0" spcFirstLastPara="0" vertOverflow="overflow" horzOverflow="overflow" vert="horz" wrap="square" lIns="90000" tIns="45720" rIns="91440" bIns="45720" numCol="1" spcCol="0" rtlCol="0" fromWordArt="0" anchor="ctr" anchorCtr="0" forceAA="0" compatLnSpc="1">
            <a:noAutofit/>
          </a:bodyPr>
          <a:p>
            <a:pPr algn="ctr">
              <a:lnSpc>
                <a:spcPct val="120000"/>
              </a:lnSpc>
            </a:pPr>
            <a:endParaRPr lang="da-DK" altLang="zh-CN" sz="1400" spc="150" dirty="0">
              <a:solidFill>
                <a:schemeClr val="lt1"/>
              </a:solidFill>
              <a:latin typeface="微软雅黑" panose="020B0503020204020204" charset="-122"/>
              <a:ea typeface="微软雅黑" panose="020B0503020204020204" charset="-122"/>
            </a:endParaRPr>
          </a:p>
        </p:txBody>
      </p:sp>
      <p:sp>
        <p:nvSpPr>
          <p:cNvPr id="9" name="任意多边形 8"/>
          <p:cNvSpPr/>
          <p:nvPr>
            <p:custDataLst>
              <p:tags r:id="rId13"/>
            </p:custDataLst>
          </p:nvPr>
        </p:nvSpPr>
        <p:spPr>
          <a:xfrm>
            <a:off x="1302678" y="4313070"/>
            <a:ext cx="949333" cy="1604589"/>
          </a:xfrm>
          <a:custGeom>
            <a:avLst/>
            <a:gdLst>
              <a:gd name="connsiteX0" fmla="*/ 0 w 826516"/>
              <a:gd name="connsiteY0" fmla="*/ 0 h 1397000"/>
              <a:gd name="connsiteX1" fmla="*/ 826516 w 826516"/>
              <a:gd name="connsiteY1" fmla="*/ 698500 h 1397000"/>
              <a:gd name="connsiteX2" fmla="*/ 0 w 826516"/>
              <a:gd name="connsiteY2" fmla="*/ 1397000 h 1397000"/>
            </a:gdLst>
            <a:ahLst/>
            <a:cxnLst>
              <a:cxn ang="0">
                <a:pos x="connsiteX0" y="connsiteY0"/>
              </a:cxn>
              <a:cxn ang="0">
                <a:pos x="connsiteX1" y="connsiteY1"/>
              </a:cxn>
              <a:cxn ang="0">
                <a:pos x="connsiteX2" y="connsiteY2"/>
              </a:cxn>
            </a:cxnLst>
            <a:rect l="l" t="t" r="r" b="b"/>
            <a:pathLst>
              <a:path w="826516" h="1397000">
                <a:moveTo>
                  <a:pt x="0" y="0"/>
                </a:moveTo>
                <a:lnTo>
                  <a:pt x="826516" y="698500"/>
                </a:lnTo>
                <a:lnTo>
                  <a:pt x="0" y="1397000"/>
                </a:lnTo>
                <a:close/>
              </a:path>
            </a:pathLst>
          </a:custGeom>
          <a:solidFill>
            <a:schemeClr val="lt1">
              <a:lumMod val="95000"/>
            </a:schemeClr>
          </a:solidFill>
          <a:effectLst>
            <a:outerShdw blurRad="50800" dist="38100" algn="l" rotWithShape="0">
              <a:prstClr val="black">
                <a:alpha val="40000"/>
              </a:prstClr>
            </a:outerShdw>
          </a:effectLst>
        </p:spPr>
        <p:txBody>
          <a:bodyPr rot="0" spcFirstLastPara="0" vertOverflow="overflow" horzOverflow="overflow" vert="horz" wrap="square" lIns="90000" tIns="46800" rIns="90000" bIns="46800" numCol="1" spcCol="0" rtlCol="0" fromWordArt="0" anchor="ctr" anchorCtr="0" forceAA="0" compatLnSpc="1">
            <a:normAutofit/>
          </a:bodyPr>
          <a:p>
            <a:pPr algn="ctr">
              <a:lnSpc>
                <a:spcPct val="120000"/>
              </a:lnSpc>
            </a:pPr>
            <a:r>
              <a:rPr lang="en-US" altLang="zh-CN" sz="3200" b="1" dirty="0">
                <a:solidFill>
                  <a:schemeClr val="accent1">
                    <a:lumMod val="75000"/>
                  </a:schemeClr>
                </a:solidFill>
                <a:latin typeface="微软雅黑" panose="020B0503020204020204" charset="-122"/>
                <a:ea typeface="微软雅黑" panose="020B0503020204020204" charset="-122"/>
              </a:rPr>
              <a:t>C</a:t>
            </a:r>
            <a:endParaRPr lang="en-US" altLang="zh-CN" sz="3200" b="1" dirty="0">
              <a:solidFill>
                <a:schemeClr val="accent1">
                  <a:lumMod val="75000"/>
                </a:schemeClr>
              </a:solidFill>
              <a:latin typeface="微软雅黑" panose="020B0503020204020204" charset="-122"/>
              <a:ea typeface="微软雅黑" panose="020B0503020204020204" charset="-122"/>
            </a:endParaRPr>
          </a:p>
        </p:txBody>
      </p:sp>
      <p:sp>
        <p:nvSpPr>
          <p:cNvPr id="10" name="文本框 9"/>
          <p:cNvSpPr txBox="1"/>
          <p:nvPr>
            <p:custDataLst>
              <p:tags r:id="rId14"/>
            </p:custDataLst>
          </p:nvPr>
        </p:nvSpPr>
        <p:spPr>
          <a:xfrm>
            <a:off x="2315210" y="4567555"/>
            <a:ext cx="3575050" cy="1095375"/>
          </a:xfrm>
          <a:prstGeom prst="rect">
            <a:avLst/>
          </a:prstGeom>
          <a:noFill/>
        </p:spPr>
        <p:txBody>
          <a:bodyPr wrap="square" lIns="90000" tIns="46800" rIns="90000" bIns="46800" rtlCol="0" anchor="ctr">
            <a:normAutofit/>
          </a:bodyPr>
          <a:p>
            <a:pPr algn="ctr">
              <a:lnSpc>
                <a:spcPct val="120000"/>
              </a:lnSpc>
            </a:pPr>
            <a:r>
              <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rPr>
              <a:t>③ 从“视图”菜单中单击“属性窗口”。</a:t>
            </a:r>
            <a:endParaRPr lang="zh-CN" altLang="en-US" sz="1600" spc="150" dirty="0">
              <a:solidFill>
                <a:schemeClr val="lt1"/>
              </a:solidFill>
              <a:latin typeface="微软雅黑" panose="020B0503020204020204" charset="-122"/>
              <a:ea typeface="微软雅黑" panose="020B0503020204020204" charset="-122"/>
              <a:cs typeface="微软雅黑" panose="020B0503020204020204" charset="-122"/>
            </a:endParaRPr>
          </a:p>
        </p:txBody>
      </p:sp>
    </p:spTree>
    <p:custDataLst>
      <p:tags r:id="rId15"/>
    </p:custData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07</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7 视图</a:t>
            </a:r>
            <a:endParaRPr lang="zh-CN" altLang="en-US" sz="5445">
              <a:solidFill>
                <a:schemeClr val="accent1"/>
              </a:solidFill>
            </a:endParaRPr>
          </a:p>
        </p:txBody>
      </p:sp>
    </p:spTree>
    <p:custDataLst>
      <p:tags r:id="rId3"/>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949127" y="1977452"/>
            <a:ext cx="8270147"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微软雅黑" panose="020B0503020204020204" charset="-122"/>
              </a:rPr>
              <a:t>视图是虚拟的表，是由从表中提取的列和数据组成的。在数据库中并不单独保存视图数据，而是保存提取数据的相关命令。那些提供数据的表称为基表。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7.1 视图概念</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848995"/>
            <a:ext cx="11277600" cy="600837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数据查询中可以看到数据表设计过程中考虑到数据的冗余度低、数据一致性等问题，通常对数据表的设计要满足范式的要求，因此会造成一个实体的所有信息保存在多个表中。当检索数据时，往往在一个表中不能够得到想要的所有信息。为了解决这种矛盾，在SQL Server中提供了视图。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视图是一种数据库对象，是从一个或者多个数据表或视图中导出的虚表，视图的结构和数据是对数据表进行查询的结果。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只存放视图的定义，不存放视图对应的数据。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基表中的数据发生变化，从视图中查询出的数据也随之改变。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视图的特点：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视图能够简化用户的操作，从而简化查询语句。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视图使用户能以多种角度看待同一数据，增加可读性。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视图对重构数据库提供了一定程度的逻辑独立性。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视图能够对机密数据提供安全保护。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适当的利用视图可以更清晰地表达查询。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使用视图的注意事项：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只能在当前数据库中创建视图。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视图的命名必须遵循标识符命名规则，不可与表同名。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如果视图中某一列是函数、数学表达式、常量或来自多个表的列名相同，就必须为列定义名称。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当视图引用基表或视图被删除时，该视图也不能再被使用。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不能在视图上创建全文索引，不能在规则、默认的定义中引用视图。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一个视图最多可以引用1024个列。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视图最多可以嵌套32层。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用户可以根据自己的需要创建视图。在SQL Server 2008数据库系统中，通常通过两种方式创建视图：图形界面操作和使用Transact-SQL命令（CREATE VIEW语句）。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7.2 创建视图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使用图形界面创建视图</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6" name="Title 6"/>
          <p:cNvSpPr txBox="1"/>
          <p:nvPr>
            <p:custDataLst>
              <p:tags r:id="rId6"/>
            </p:custDataLst>
          </p:nvPr>
        </p:nvSpPr>
        <p:spPr>
          <a:xfrm>
            <a:off x="456565" y="1536700"/>
            <a:ext cx="11278235" cy="114808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 Management Studio中创建视图的方法主要在视图设计器中完成。在图形界面中通过完成下面的步骤来创建视图。
在SQL Server Management Studio中，连接到包含默认的数据库的服务器实例。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4" name="文本框 3"/>
          <p:cNvSpPr txBox="1"/>
          <p:nvPr/>
        </p:nvSpPr>
        <p:spPr>
          <a:xfrm>
            <a:off x="456565" y="2618740"/>
            <a:ext cx="11243310" cy="2861310"/>
          </a:xfrm>
          <a:prstGeom prst="rect">
            <a:avLst/>
          </a:prstGeom>
          <a:noFill/>
        </p:spPr>
        <p:txBody>
          <a:bodyPr wrap="square" rtlCol="0" anchor="t">
            <a:spAutoFit/>
          </a:bodyPr>
          <a:p>
            <a:r>
              <a:rPr lang="zh-CN" altLang="en-US"/>
              <a:t>	在SQL Server Management Studio中，连接到包含默认的数据库的服务器实例。</a:t>
            </a:r>
            <a:endParaRPr lang="zh-CN" altLang="en-US"/>
          </a:p>
          <a:p>
            <a:r>
              <a:rPr lang="zh-CN" altLang="en-US"/>
              <a:t>	打开SQL Server Management Studio窗口，展开数据库Student。右击【视图】节点，从弹出的快捷菜单中选择【新建视图】命令，弹出【添加表】对话框，如图7-19所示。</a:t>
            </a:r>
            <a:endParaRPr lang="zh-CN" altLang="en-US"/>
          </a:p>
          <a:p>
            <a:r>
              <a:rPr lang="zh-CN" altLang="en-US"/>
              <a:t>	在【添加表】对话框中选择student、course、sc表，单击【添加】按钮，然后单击【关闭】按钮关闭【添加表】对话框。</a:t>
            </a:r>
            <a:endParaRPr lang="zh-CN" altLang="en-US"/>
          </a:p>
          <a:p>
            <a:r>
              <a:rPr lang="zh-CN" altLang="en-US"/>
              <a:t>	在视图窗口的【关系图】窗格中选择视图中查询的列，在【条件】窗格中就会相应地显示所选择的列名。【显示SQL】窗格中显示了这3个基本表的查询语句，表示这个视图包含的数据的内容，如图7-20所示。</a:t>
            </a:r>
            <a:endParaRPr lang="zh-CN" altLang="en-US"/>
          </a:p>
          <a:p>
            <a:r>
              <a:rPr lang="zh-CN" altLang="en-US"/>
              <a:t>	单击【执行SQL】按钮，在【显示结果】窗格中显示查询出的结果集，如图7-21所示。</a:t>
            </a:r>
            <a:endParaRPr lang="zh-CN" altLang="en-US"/>
          </a:p>
          <a:p>
            <a:r>
              <a:rPr lang="zh-CN" altLang="en-US"/>
              <a:t>	单击【保存】按钮，在打开的【选择名称】窗口中输入视图名称（如View_Student）,单击【确定】按钮即可。</a:t>
            </a:r>
            <a:endParaRPr lang="zh-CN" altLang="en-US"/>
          </a:p>
        </p:txBody>
      </p:sp>
      <p:pic>
        <p:nvPicPr>
          <p:cNvPr id="9" name="图片 68" descr="步骤1"/>
          <p:cNvPicPr>
            <a:picLocks noChangeAspect="1"/>
          </p:cNvPicPr>
          <p:nvPr/>
        </p:nvPicPr>
        <p:blipFill>
          <a:blip r:embed="rId7"/>
          <a:stretch>
            <a:fillRect/>
          </a:stretch>
        </p:blipFill>
        <p:spPr>
          <a:xfrm>
            <a:off x="557848" y="2684463"/>
            <a:ext cx="429895" cy="140335"/>
          </a:xfrm>
          <a:prstGeom prst="rect">
            <a:avLst/>
          </a:prstGeom>
          <a:noFill/>
          <a:ln>
            <a:noFill/>
          </a:ln>
        </p:spPr>
      </p:pic>
      <p:pic>
        <p:nvPicPr>
          <p:cNvPr id="316" name="图片 69" descr="步骤2"/>
          <p:cNvPicPr>
            <a:picLocks noChangeAspect="1"/>
          </p:cNvPicPr>
          <p:nvPr/>
        </p:nvPicPr>
        <p:blipFill>
          <a:blip r:embed="rId8"/>
          <a:stretch>
            <a:fillRect/>
          </a:stretch>
        </p:blipFill>
        <p:spPr>
          <a:xfrm>
            <a:off x="557848" y="3001963"/>
            <a:ext cx="429895" cy="140335"/>
          </a:xfrm>
          <a:prstGeom prst="rect">
            <a:avLst/>
          </a:prstGeom>
          <a:noFill/>
          <a:ln>
            <a:noFill/>
          </a:ln>
        </p:spPr>
      </p:pic>
      <p:pic>
        <p:nvPicPr>
          <p:cNvPr id="317" name="图片 70" descr="步骤3"/>
          <p:cNvPicPr>
            <a:picLocks noChangeAspect="1"/>
          </p:cNvPicPr>
          <p:nvPr/>
        </p:nvPicPr>
        <p:blipFill>
          <a:blip r:embed="rId9"/>
          <a:stretch>
            <a:fillRect/>
          </a:stretch>
        </p:blipFill>
        <p:spPr>
          <a:xfrm>
            <a:off x="557848" y="3549015"/>
            <a:ext cx="429895" cy="143510"/>
          </a:xfrm>
          <a:prstGeom prst="rect">
            <a:avLst/>
          </a:prstGeom>
          <a:noFill/>
          <a:ln>
            <a:noFill/>
          </a:ln>
        </p:spPr>
      </p:pic>
      <p:pic>
        <p:nvPicPr>
          <p:cNvPr id="319" name="图片 71" descr="步骤4"/>
          <p:cNvPicPr>
            <a:picLocks noChangeAspect="1"/>
          </p:cNvPicPr>
          <p:nvPr/>
        </p:nvPicPr>
        <p:blipFill>
          <a:blip r:embed="rId10"/>
          <a:stretch>
            <a:fillRect/>
          </a:stretch>
        </p:blipFill>
        <p:spPr>
          <a:xfrm>
            <a:off x="557848" y="4082098"/>
            <a:ext cx="429895" cy="140335"/>
          </a:xfrm>
          <a:prstGeom prst="rect">
            <a:avLst/>
          </a:prstGeom>
          <a:noFill/>
          <a:ln>
            <a:noFill/>
          </a:ln>
        </p:spPr>
      </p:pic>
      <p:pic>
        <p:nvPicPr>
          <p:cNvPr id="321" name="图片 72" descr="步骤5"/>
          <p:cNvPicPr>
            <a:picLocks noChangeAspect="1"/>
          </p:cNvPicPr>
          <p:nvPr/>
        </p:nvPicPr>
        <p:blipFill>
          <a:blip r:embed="rId11"/>
          <a:stretch>
            <a:fillRect/>
          </a:stretch>
        </p:blipFill>
        <p:spPr>
          <a:xfrm>
            <a:off x="557848" y="4640898"/>
            <a:ext cx="429895" cy="140335"/>
          </a:xfrm>
          <a:prstGeom prst="rect">
            <a:avLst/>
          </a:prstGeom>
          <a:noFill/>
          <a:ln>
            <a:noFill/>
          </a:ln>
        </p:spPr>
      </p:pic>
      <p:pic>
        <p:nvPicPr>
          <p:cNvPr id="322" name="图片 73" descr="步骤6"/>
          <p:cNvPicPr>
            <a:picLocks noChangeAspect="1"/>
          </p:cNvPicPr>
          <p:nvPr/>
        </p:nvPicPr>
        <p:blipFill>
          <a:blip r:embed="rId12"/>
          <a:stretch>
            <a:fillRect/>
          </a:stretch>
        </p:blipFill>
        <p:spPr>
          <a:xfrm>
            <a:off x="558165" y="4925695"/>
            <a:ext cx="433070" cy="143510"/>
          </a:xfrm>
          <a:prstGeom prst="rect">
            <a:avLst/>
          </a:prstGeom>
          <a:noFill/>
          <a:ln>
            <a:noFill/>
          </a:ln>
        </p:spPr>
      </p:pic>
      <p:pic>
        <p:nvPicPr>
          <p:cNvPr id="10" name="图片 9"/>
          <p:cNvPicPr>
            <a:picLocks noChangeAspect="1"/>
          </p:cNvPicPr>
          <p:nvPr/>
        </p:nvPicPr>
        <p:blipFill>
          <a:blip r:embed="rId13"/>
          <a:stretch>
            <a:fillRect/>
          </a:stretch>
        </p:blipFill>
        <p:spPr>
          <a:xfrm>
            <a:off x="1615440" y="5379085"/>
            <a:ext cx="3248025" cy="1314450"/>
          </a:xfrm>
          <a:prstGeom prst="rect">
            <a:avLst/>
          </a:prstGeom>
        </p:spPr>
      </p:pic>
      <p:pic>
        <p:nvPicPr>
          <p:cNvPr id="12" name="图片 11"/>
          <p:cNvPicPr>
            <a:picLocks noChangeAspect="1"/>
          </p:cNvPicPr>
          <p:nvPr/>
        </p:nvPicPr>
        <p:blipFill>
          <a:blip r:embed="rId14"/>
          <a:stretch>
            <a:fillRect/>
          </a:stretch>
        </p:blipFill>
        <p:spPr>
          <a:xfrm>
            <a:off x="4927600" y="5156835"/>
            <a:ext cx="3314700" cy="2524125"/>
          </a:xfrm>
          <a:prstGeom prst="rect">
            <a:avLst/>
          </a:prstGeom>
        </p:spPr>
      </p:pic>
      <p:pic>
        <p:nvPicPr>
          <p:cNvPr id="13" name="图片 12"/>
          <p:cNvPicPr>
            <a:picLocks noChangeAspect="1"/>
          </p:cNvPicPr>
          <p:nvPr/>
        </p:nvPicPr>
        <p:blipFill>
          <a:blip r:embed="rId15"/>
          <a:stretch>
            <a:fillRect/>
          </a:stretch>
        </p:blipFill>
        <p:spPr>
          <a:xfrm>
            <a:off x="8306435" y="5156835"/>
            <a:ext cx="3533775" cy="2667000"/>
          </a:xfrm>
          <a:prstGeom prst="rect">
            <a:avLst/>
          </a:prstGeom>
        </p:spPr>
      </p:pic>
    </p:spTree>
    <p:custDataLst>
      <p:tags r:id="rId16"/>
    </p:custData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7.2 创建视图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使用CREATE VIEW语句创建视图</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2066290"/>
            <a:ext cx="11277600" cy="409765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indent="0" algn="l" fontAlgn="auto">
              <a:lnSpc>
                <a:spcPct val="120000"/>
              </a:lnSpc>
              <a:spcAft>
                <a:spcPts val="800"/>
              </a:spcAft>
              <a:buFont typeface="Wingdings" panose="05000000000000000000" charset="0"/>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利用CREATE VIEW语句可以创建视图，该命令的基本语法如下：
CREATE VIEW [ schema_name . ] view_name [ (column [ ,...n ] ) ] [ WITH ENCRYPTION ] AS SELECT_statement [ WITH CHECK OPTION ]
参数说明如下。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ClrTx/>
              <a:buSzTx/>
              <a:buFont typeface="Wingdings" panose="05000000000000000000" charset="0"/>
              <a:buChar char="l"/>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schema_name：视图所属架构名。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view_name：视图名。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column：视图中所使用的列名。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ENCRYPTION：加密视图。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Wingdings" panose="05000000000000000000" charset="0"/>
              <a:buChar char="l"/>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CHECK OPTION：指出在视图上所进行的修改都要符合查询语句所指定的限制条件，这样可以确保数据修改后仍可通过视图看到修改的数据。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SELECT语句也可以创建视图，但对SELECT语句有以下限制：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（1）定义视图的用户必须对所参照的表或视图有查询权限，才可以执行SELECT语句。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（2）不能使用COMPUTE或COMPUTE BY子句。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（3）不能使用ORDER BY子句。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（4）不能使用INTO子句。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（5）不能在临时表或表变量上创建视图。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7.2 创建视图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使用CREATE VIEW语句创建视图</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7335"/>
            <a:ext cx="11277600" cy="486092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例7.30</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】为Student数据库中的student、course和sc表创建一个视图View_Student。要求视图中包含sno、cno、sname、credit和score。其代码如下：
CREATE VIEW View_Student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(sno,cno,sname,credit,score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dbo.student.sno, dbo.course.cno, dbo.student.sname, dbo.course.credit, dbo.sc.score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dbo.student INNER JOIN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dbo.sc ON dbo.student.sno = dbo.sc.sno INNER JOIN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dbo.course ON dbo.sc.cno = dbo.course.cno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执行上面的代码就可以创建一个View_Student视图。成功创建视图之后，就可以使用SELECT语句进行查询了，和查询表的SELECT语句格式一样。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操作视图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视图创建之后，可以利用SQL Server Management Studio或T-SQL语句对视图进行管理。例如，在使用视图的过程中，可能经常会发生基表改变，而使视图无法正常工作的情况，这时就需要重新修改视图的定义。另外，一个视图如果不再具有使用价值，就可以将其删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使用sp_helptext系统存储过程可以查看视图的定义文本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例7.31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】查看View_Student视图的定义文本，代码如下：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sp_helptext View_Student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l"/>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sp_help 用于返回视图的特征信息。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l"/>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sp_helptext 查看视图的定义文本。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Wingdings" panose="05000000000000000000" charset="0"/>
              <a:buChar char="l"/>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sp_depends 查看视图对表的依赖关系和引用的字段。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2"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操作视图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利用T-SQL语句修改视图定义</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 name="文本框 33"/>
          <p:cNvSpPr txBox="1"/>
          <p:nvPr/>
        </p:nvSpPr>
        <p:spPr>
          <a:xfrm>
            <a:off x="360680" y="1536700"/>
            <a:ext cx="11278235" cy="3969385"/>
          </a:xfrm>
          <a:prstGeom prst="rect">
            <a:avLst/>
          </a:prstGeom>
          <a:noFill/>
        </p:spPr>
        <p:txBody>
          <a:bodyPr wrap="square" rtlCol="0" anchor="t">
            <a:spAutoFit/>
          </a:bodyPr>
          <a:p>
            <a:r>
              <a:rPr lang="zh-CN" altLang="en-US">
                <a:latin typeface="Times New Roman" panose="02020603050405020304" charset="0"/>
                <a:cs typeface="Times New Roman" panose="02020603050405020304" charset="0"/>
              </a:rPr>
              <a:t>利用ALTER VIEW语句可以修改视图定义，该命令的基本语法如下：</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ALTER VIEW [ schema_name . ] view_name</a:t>
            </a:r>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 (column [ ,...n ] )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WITH ENCRYPTION ]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AS SELECT_statement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WITH CHECK OPTION ]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其中，参数的含义与创建视图CREATE VIEW命令中的参数含义相同。</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【例7.32】将View_Student视图修改为只包含sno、cno和sname。</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ALTER VIEW  View_Student  (sno,cno,sname)</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AS </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SELECT   dbo.student.sno, dbo.course.cno, dbo.student.sname, dbo.course.credit, dbo.sc.score</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FROM     </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dbo.student INNER JOIN</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 dbo.sc ON dbo.student.sno = dbo.sc.sno INNER JOIN</a:t>
            </a:r>
            <a:endParaRPr lang="zh-CN" altLang="en-US">
              <a:latin typeface="Times New Roman" panose="02020603050405020304" charset="0"/>
              <a:cs typeface="Times New Roman" panose="02020603050405020304" charset="0"/>
            </a:endParaRPr>
          </a:p>
          <a:p>
            <a:r>
              <a:rPr lang="zh-CN" altLang="en-US">
                <a:latin typeface="Times New Roman" panose="02020603050405020304" charset="0"/>
                <a:cs typeface="Times New Roman" panose="02020603050405020304" charset="0"/>
              </a:rPr>
              <a:t>           </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dbo.course ON dbo.sc.cno = dbo.course.cno</a:t>
            </a:r>
            <a:endParaRPr lang="zh-CN" altLang="en-US">
              <a:latin typeface="Times New Roman" panose="02020603050405020304" charset="0"/>
              <a:cs typeface="Times New Roman" panose="02020603050405020304" charset="0"/>
            </a:endParaRPr>
          </a:p>
        </p:txBody>
      </p:sp>
    </p:spTree>
    <p:custDataLst>
      <p:tags r:id="rId6"/>
    </p:custData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操作视图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3.</a:t>
            </a:r>
            <a:r>
              <a:rPr dirty="0" err="1">
                <a:solidFill>
                  <a:schemeClr val="dk1"/>
                </a:solidFill>
                <a:latin typeface="微软雅黑" panose="020B0503020204020204" charset="-122"/>
                <a:ea typeface="微软雅黑" panose="020B0503020204020204" charset="-122"/>
                <a:sym typeface="微软雅黑" panose="020B0503020204020204" charset="-122"/>
              </a:rPr>
              <a:t>删除视图</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655421" y="2066036"/>
            <a:ext cx="88811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使用DROP VIEW语句可以删除视图，删除一个视图就是删除其定义和赋予它的全部权限，并且使用DROP VIEW语句可以同时删除多个视图，语法格式如下：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VIEW view_name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例7.33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】删除View_Student视图，语句如下：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VIEW View_Student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操作视图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4.</a:t>
            </a:r>
            <a:r>
              <a:rPr dirty="0" err="1">
                <a:solidFill>
                  <a:schemeClr val="dk1"/>
                </a:solidFill>
                <a:latin typeface="微软雅黑" panose="020B0503020204020204" charset="-122"/>
                <a:ea typeface="微软雅黑" panose="020B0503020204020204" charset="-122"/>
                <a:sym typeface="微软雅黑" panose="020B0503020204020204" charset="-122"/>
              </a:rPr>
              <a:t>利用视图管理数据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在创建视图之后，可以通过视图来对基表的数据进行管理。但是无论在什么时候对视图的数据进行管理，实际上都是对视图对应的数据表中的数据进行管理。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更新视图是指通过视图来插入（Insert）、修改（update）和删除（delete）数据。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由于视图是虚表，因此对视图的更新最终要转换为对基本表的更新。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为了防止用户对不属于视图范围内的基本表数据进行操作，可在定义视图时加上 with check option子句。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在关系数据库中，并不是所有的视图都是可更新的，因为有些视图的更新并不能有意义地转换成相应表的查询。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要通过视图更新表数据，必须保证视图是可更新视图。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对视图进行更新操作时，还要注意基本表对数据的各种约束和规则要求。</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创建视图的select 语句中没有聚合函数，且没有top、group by、having及distinct 关键字。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创建视图的select 语句的各列必须来自于基表（视图）的列，不能是表达式。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视图定义必须是一个简单的SELECT语句，不能带连接、集合操作。即SELECT语句的FROM子句中不能出现多</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indent="0" algn="just" fontAlgn="auto">
              <a:lnSpc>
                <a:spcPct val="120000"/>
              </a:lnSpc>
              <a:spcAft>
                <a:spcPts val="800"/>
              </a:spcAft>
              <a:buFont typeface="Arial" panose="020B0604020202020204" pitchFamily="34" charset="0"/>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个表，也不能有 JOIN、EXCEPT、UNION、INTERSECT。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操作视图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（1）在视图中插入数据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6565" y="1536700"/>
            <a:ext cx="11278235" cy="454787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（1）在视图中插入数据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使用insert 语句通过视图向基本表插入数据。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由于视图不一定包括表中的所有字段，因此在插入记录时可能会遇到问题。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视图中那些没有出现的字段无法显式插入数据，假如这些字段不接受系统指派的null值，那么插入操作将失败。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例7.34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】创建一个基于student表的View_st视图，然后在视图中插入一条数据，INSERT语句如下：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INSERT INTO View_st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Values('201700207', '李玉凡', '女', '1998-10-14', '威海', '计算机科学')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在数据库中执行上面的语句，执行成功后查询View_st视图中的数据。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操作视图</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dirty="0" err="1">
                <a:solidFill>
                  <a:schemeClr val="dk1"/>
                </a:solidFill>
                <a:latin typeface="微软雅黑" panose="020B0503020204020204" charset="-122"/>
                <a:ea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sym typeface="微软雅黑" panose="020B0503020204020204" charset="-122"/>
              </a:rPr>
              <a:t>2</a:t>
            </a:r>
            <a:r>
              <a:rPr lang="zh-CN" altLang="en-US" dirty="0" err="1">
                <a:solidFill>
                  <a:schemeClr val="dk1"/>
                </a:solidFill>
                <a:latin typeface="微软雅黑" panose="020B0503020204020204" charset="-122"/>
                <a:ea typeface="微软雅黑" panose="020B0503020204020204" charset="-122"/>
                <a:sym typeface="微软雅黑" panose="020B0503020204020204" charset="-122"/>
              </a:rPr>
              <a:t>）</a:t>
            </a:r>
            <a:r>
              <a:rPr dirty="0" err="1">
                <a:solidFill>
                  <a:schemeClr val="dk1"/>
                </a:solidFill>
                <a:latin typeface="微软雅黑" panose="020B0503020204020204" charset="-122"/>
                <a:ea typeface="微软雅黑" panose="020B0503020204020204" charset="-122"/>
                <a:sym typeface="微软雅黑" panose="020B0503020204020204" charset="-122"/>
              </a:rPr>
              <a:t>更新数据（3）删除数据</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4692650"/>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（2）更新数据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使用UPDATE语句可以通过视图修改基本表的数据。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【例7.35】修改View_st视图中的学号sno为201700207的学生的地址adress为太原，语句如下：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UPDATE  View_st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SET  address='太原'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sno='201700207'</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如果更新视图时只影响其中一个表，同时新数据值中含有主键值，系统将接受这个修改操作。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（3）删除数据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使用DELETE语句可以通过视图删除基本表的数据。但对于依赖于多个基本表的视图，不能使用DELETE语句。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【例7.36】删除View_st视图中学号sno为201700207的学生信息，语句如下：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DELETE FROM  View_st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sno='201700207'</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1134110" y="1323975"/>
            <a:ext cx="3341370" cy="3486150"/>
          </a:xfrm>
          <a:prstGeom prst="rect">
            <a:avLst/>
          </a:prstGeom>
          <a:noFill/>
          <a:ln>
            <a:noFill/>
          </a:ln>
          <a:effectLst/>
        </p:spPr>
        <p:txBody>
          <a:bodyPr vert="horz" wrap="square" rtlCol="0" anchor="ctr" anchorCtr="0">
            <a:normAutofit/>
          </a:bodyPr>
          <a:lstStyle/>
          <a:p>
            <a:pPr algn="ctr"/>
            <a:r>
              <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rPr>
              <a:t>07</a:t>
            </a:r>
            <a:endParaRPr lang="en-US" altLang="zh-CN" sz="21500" b="1" dirty="0">
              <a:ln w="25400">
                <a:solidFill>
                  <a:schemeClr val="accent1"/>
                </a:solidFill>
              </a:ln>
              <a:noFill/>
              <a:uFillTx/>
              <a:latin typeface="Arial" panose="020B0604020202020204" pitchFamily="34" charset="0"/>
              <a:ea typeface="微软雅黑" panose="020B0503020204020204" charset="-122"/>
              <a:cs typeface="+mj-lt"/>
              <a:sym typeface="Arial" panose="020B0604020202020204" pitchFamily="34" charset="0"/>
            </a:endParaRPr>
          </a:p>
        </p:txBody>
      </p:sp>
      <p:sp>
        <p:nvSpPr>
          <p:cNvPr id="4" name="标题 3"/>
          <p:cNvSpPr>
            <a:spLocks noGrp="1"/>
          </p:cNvSpPr>
          <p:nvPr>
            <p:ph type="title"/>
            <p:custDataLst>
              <p:tags r:id="rId2"/>
            </p:custDataLst>
          </p:nvPr>
        </p:nvSpPr>
        <p:spPr/>
        <p:txBody>
          <a:bodyPr>
            <a:normAutofit/>
          </a:bodyPr>
          <a:lstStyle/>
          <a:p>
            <a:r>
              <a:rPr lang="zh-CN" altLang="en-US" sz="5445">
                <a:solidFill>
                  <a:schemeClr val="accent1"/>
                </a:solidFill>
              </a:rPr>
              <a:t>8 索引</a:t>
            </a:r>
            <a:endParaRPr lang="zh-CN" altLang="en-US" sz="5445">
              <a:solidFill>
                <a:schemeClr val="accent1"/>
              </a:solidFill>
            </a:endParaRPr>
          </a:p>
        </p:txBody>
      </p:sp>
    </p:spTree>
    <p:custDataLst>
      <p:tags r:id="rId3"/>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 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205865"/>
            <a:ext cx="11277600" cy="4794885"/>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对数据查询及处理的速度已成为衡量应用系统成败的标准，而采用索引来加快数据处理速度通常是最普遍采用的优化方法。正如汉语字典中的汉字按页存放一样，SQL Server中的数据记录也是按页存放的，每页容量一般为4K。为了加快查找的速度，汉语字（词）典一般都有按拼音、笔画、偏旁部首等排序的目录（索引），我们可以选择按拼音或笔画查找的方式快速查找到需要的字（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索引是什么？数据库中的索引类似于一本书的目录，在一本书中使用目录可以快速找到你想要的信息，而不需要读完全书。在数据库中，数据库程序使用索引可以查询到表中的数据，而不必扫描整个表。书中的目录是一个字词以及各个字词所在的页码列表，数据库中的索引是表中的值以及各个值存储位置的列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优点：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大大加快搜索数据的速度，这是引入索引的主要原因。</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创建唯一性索引，保证数据库表中每一行数据的唯一性。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加速表与表之间的连接，特别是在实现数据的参考完整性方面特别有意义。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在使用分组和排序子句进行数据检索时，同样可以减少其使用时间。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缺点：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索引需要占用物理空间，聚集索引占的空间更大。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创建索引和维护索引需要耗费时间，这种时间会随着数据量的增加而增加。</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当向一个包含索引的列的数据表中添加或修改记录时，SQL Server会修改和维护相应的索引，这样增加系统的额外开销，降低处理速度。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8.1 数据表的存储结构</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一个新表被创建时，系统将在磁盘中分配一段以8K为单位的连续空间，当字段的值从内存写入磁盘时，就在这一既定空间随机保存，当一个 8K用完的时候，数据库指针会自动分配一个8K的空间。这里，每个8K空间被称为一个数据页（Page），又名页面或数据页面，并分配从0~7的页号, 每个文件的第0页记录引导信息叫文件头（File header）；每8个数据页（64Ｋ）的组合形成扩展区（Extent），称为扩展。全部数据页的组合形成堆（Heap）。</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S规定行不能跨越数据页，所以每行记录的最大数据量只能为8K。这就是char和varchar这两种字符串类型容量要限制在8K以内的原因，存储超过8K的数据应使用text类型。实际上，text类型的字段值不能直接录入和保存，它只是存储一个指针，指向由若干8K的文本数据页所组成的扩展区，真正的数据正是放在这些数据页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页面有空间页面和数据页面之分。当一个扩展区的8个数据页中既包含空间页面又包含数据或索引页面时，称为混合扩展（Mixed Extent），每张表都以混合扩展开始；反之，称为一致扩展（Uniform Extent），专门保存数据及索引信息。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表被创建时，SQLS在混合扩展中为其分配至少一个数据页面，随着数据量的增长，SQLS可即时在混合扩展中分配出7个页面，当数据超过8个页面时，则从一致扩展中分配数据页面。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空间页面专门负责数据空间的分配和管理，包括：PFS页面（Page free space），用于记录一个页面是否已分配、位于混合扩展还是一致扩展以及页面上还有多少可用空间等信息；GAM页面（Global Allocation Map）和SGAM页面（Secodary Global Allocation Map），用来记录空闲的扩展或含有空闲页面的混合扩展的位置。SQLS综合利用这3种类型的页面文件在必要时为数据表创建新空间。数据页或索引页则专门保存数据及索引信息，SQLS使用4种类型的数据页面来管理表或索引，它们是IAM页、数据页、文本/图像页和索引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8.2 索引类型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indent="0" algn="just" fontAlgn="auto">
              <a:lnSpc>
                <a:spcPct val="120000"/>
              </a:lnSpc>
              <a:spcAft>
                <a:spcPts val="800"/>
              </a:spcAft>
              <a:buFont typeface="Arial" panose="020B0604020202020204" pitchFamily="34" charset="0"/>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数据库索引是对数据表中一个或多个列的值进行排序的结构，就像一本书的目录一样，索引提供了在行中快速查询特定行的能力。
索引类型：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唯一索引：唯一索引不允许两行具有相同的索引值。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主键索引：为表定义一个主键将自动创建主键索引，主键索引是唯一索引的特殊类型。主键索引要求主键中的每个值是唯一的，并且不能为空。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聚集索引（Clustered）：表中各行的物理顺序与键值的逻辑（索引）顺序相同，每个表只能有一个。</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非聚集索引（Non-Clustered）：非聚集索引指定表的逻辑顺序。数据存储在一个位置，索引存储在另一个位置，索引中包含指向数据存储位置的指针。可以有多个，小于249个。</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8.2 索引类型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唯一索引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2493633"/>
            <a:ext cx="642593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唯一索引不允许两行具有相同的索引值。若现有数据中存在重复的键值，则大多数数据库都不允许将新创建的唯一索引与表一起保存。当新数据将使表中的键值重复时，数据库也拒绝接受此数据。例如，如果在student表中的学生学号（sno）列上创建了唯一索引，所有学生学号就不能重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8.2 索引类型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主键索引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249363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在数据库关系图中为表定义一个主键将自动创建主键索引，主键索引是唯一索引的特殊类型。主键索引要求主键中的每个值是唯一的。当在查询中使用主键索引时，还允许快速访问数据。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8.2 索引类型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聚集索引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941830" y="2493645"/>
            <a:ext cx="796734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聚集索引中，表中各行的物理顺序与键值的逻辑（索引）顺序相同。表只能包含一个聚集索引。例如，汉语字（词）典默认按拼音排序编排字典中每页的页码。拼音字母a，b，c，d，…，x，y，z就是索引的逻辑顺序，而页码1，2，3…就是物理顺序。默认按拼音排序的字典，其索引顺序和逻辑顺序是一致的。即拼音顺序较后的字（词）对应的页码也较大，如拼音ha对应的字（词）页码就比拼音ba对应的字（词）页码靠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8.2 索引类型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非聚集索引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79065" y="2493645"/>
            <a:ext cx="668147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不是聚集索引，表中各行的物理顺序与键值的逻辑顺序就不匹配。聚集索引比非聚集索引有更快的数据访问速度。例如，按笔画排序的索引就是非聚集索引，1画的字（词）对应的页码可能比3画的字（词）对应的页码大（靠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8.3 创建表索引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对于一张表来说，索引的有无和建立什么样的索引要取决于where字句和Join表达式。一般来说，建立索引的原则包括以下内容：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系统一般会给关键字段自动建立聚集索引。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有大量重复值且经常有范围查询和排序、分组的列，或者经常频繁访问的列，考虑建立聚集索引。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在一个经常做插入操作的表中建立索引，应使用fillfactor（填充因子）来减少页分裂，同时提高并发度降低死锁的发生。如果表为只读表，那么填充因子可设为100。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选择索引键时，尽可能采用小数据类型的列作为键，以使每个索引页能容纳尽可能多的索引键和指针。通过这种方式，可使一个查询必须遍历的索引页面降低到最小。此外，尽可能地使用整数作为键值，因为整数的访问速度最快。</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8.3 创建表索引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图形界面创建索引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282065"/>
            <a:ext cx="11277600" cy="248412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为Student数据库的student表创建一个聚集索引，具体步骤如下：
（1）在SQL Server Management Studio中，连接到包含默认的数据库服务器实例。
（2）在【对象资源管理器】中，展开Student|【表】|【student表】节点，右击【索引】节点，在弹出的快捷菜单中选择【新建索引】|索引类型|【聚集索引】命令。
（3）在打开的【新建索引】对话框的【常规】页面配置索引的名称、选择索引的类型、设置是否是唯一索引、添加索引列等，如图7-22所示。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（4）单击【添加】按钮，打开【从“dbo.student”中选择列】对话框，在对话框中的【选择要添加到索引中的表列】列表框中选择sno复选框，如图7-23所示。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（5）单击【确定】按钮，返回【新建索引】对话框，最后单击【新建索引】对话框的【确定】按钮，这样【索引】节点下便生成一个名为“学号”的聚集索引，表示该索引创建成功。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616585" y="3766185"/>
            <a:ext cx="5172075" cy="3086100"/>
          </a:xfrm>
          <a:prstGeom prst="rect">
            <a:avLst/>
          </a:prstGeom>
        </p:spPr>
      </p:pic>
      <p:pic>
        <p:nvPicPr>
          <p:cNvPr id="8" name="图片 7"/>
          <p:cNvPicPr>
            <a:picLocks noChangeAspect="1"/>
          </p:cNvPicPr>
          <p:nvPr/>
        </p:nvPicPr>
        <p:blipFill>
          <a:blip r:embed="rId8"/>
          <a:stretch>
            <a:fillRect/>
          </a:stretch>
        </p:blipFill>
        <p:spPr>
          <a:xfrm>
            <a:off x="6036310" y="3766185"/>
            <a:ext cx="3990975" cy="2000250"/>
          </a:xfrm>
          <a:prstGeom prst="rect">
            <a:avLst/>
          </a:prstGeom>
        </p:spPr>
      </p:pic>
    </p:spTree>
    <p:custDataLst>
      <p:tags r:id="rId9"/>
    </p:custData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8.3 创建表索引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使用T-SQL命令创建索引</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6565" y="1370965"/>
            <a:ext cx="5641975" cy="5483860"/>
          </a:xfrm>
          <a:prstGeom prst="rect">
            <a:avLst/>
          </a:prstGeom>
          <a:noFill/>
          <a:ln w="3175">
            <a:noFill/>
            <a:prstDash val="dash"/>
          </a:ln>
        </p:spPr>
        <p:txBody>
          <a:bodyPr wrap="square" lIns="63500" tIns="25400" rIns="63500" bIns="25400" anchor="ctr" anchorCtr="0">
            <a:normAutofit fontScale="35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使用T-SQL语句创建索引的语法如下：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[UNIQUE] [CLUSTERED| NONCLUSTERED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INDEX index_name ON { table | view } ( column [ ASC | DESC ] [ ,...n ]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[with[PAD_INDEX][[,]FILLFACTOR=fillfactor]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[[,]IGNORE_DUP_KEY]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[[,]DROP_EXISTING]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[[,]STATISTICS_NORECOMPUTE]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[[,]SORT_IN_TEMPDB]</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ON filegroup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使用CREATE INDEX命令创建索引的各个参数说明如下。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UNIQUE：用于指定为表或视图创建唯一索引，即不允许存在索引值相同的两行。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CLUSTERED：用于指定创建的索引为聚集索引。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NONCLUSTERED：用于指定创建的索引为非聚集索引。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index_name：用于指定所创建的索引的名称。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table：用于指定创建索引的表的名称。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view：用于指定创建索引的视图的名称。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ASC|DESC：用于指定具体某个索引列的升序或降序排序方向。</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Column：用于指定被索引的列。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PAD_INDEX：用于指定索引中间级中每个页（节点）上保持开放的空间。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FILLFACTOR = fillfactor：用于指定在创建索引时，每个索引页的数据占索引页大小的百分比，fillfactor的值为1到100。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IGNORE_DUP_KEY：用于控制当往包含于一个唯一聚集索引中的列中插入重复数据时，SQL Server所做的反应。</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DROP_EXISTING：用于指定应删除并重新创建已命名的先前存在的聚集索引或非聚集索引。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STATISTICS_NORECOMPUTE：用于指定过期的索引统计不会自动重新计算。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SORT_IN_TEMPDB：用于指定创建索引时的中间排序结果将存储在TempDB数据库中。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filegroup：用于指定存放索引的文件组。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5060950" y="2466340"/>
            <a:ext cx="6776085" cy="1168400"/>
          </a:xfrm>
          <a:prstGeom prst="rect">
            <a:avLst/>
          </a:prstGeom>
          <a:noFill/>
        </p:spPr>
        <p:txBody>
          <a:bodyPr wrap="square" rtlCol="0" anchor="t">
            <a:spAutoFit/>
          </a:bodyPr>
          <a:p>
            <a:r>
              <a:rPr lang="zh-CN" altLang="en-US" sz="1400">
                <a:latin typeface="Times New Roman" panose="02020603050405020304" charset="0"/>
                <a:cs typeface="Times New Roman" panose="02020603050405020304" charset="0"/>
              </a:rPr>
              <a:t>【例7.37】在Student数据库中的student表上创建一个非聚集索引studentid，语句如下：</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USE Student</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GO</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CREATE UNIQUE NONCLUSTERED INDEX studentid</a:t>
            </a:r>
            <a:endParaRPr lang="zh-CN" altLang="en-US" sz="1400">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ON dbo.student</a:t>
            </a:r>
            <a:endParaRPr lang="zh-CN" altLang="en-US" sz="1400">
              <a:latin typeface="Times New Roman" panose="02020603050405020304" charset="0"/>
              <a:cs typeface="Times New Roman" panose="02020603050405020304" charset="0"/>
            </a:endParaRPr>
          </a:p>
        </p:txBody>
      </p:sp>
    </p:spTree>
    <p:custDataLst>
      <p:tags r:id="rId7"/>
    </p:custData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8.4 管理索引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548231" y="2265033"/>
            <a:ext cx="709553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在用户创建了索引以后，由于数据的增加、删除、更新等操作会使索引页出现碎块，因此为了提高系统的性能，必须对索引进行维护管理。和创建索引一样，管理索引的方法也有两种：SQL Server Management Studio图形化工具和T-SQL语句。本节主要介绍使用T-SQL语句管理索引。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8.4 管理索引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查看索引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使用Exec sp_helpindex index_name命令查看已经创建的索引。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例7.38</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】查看Student数据库中的student表的索引，代码如下：
USE Student
GO
EXEC sp_helpindex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8.4 管理索引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修改索引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20660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使用ALTER INDEX语句的基本语法格式如下：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INDEX index_name ON table_or_view_name REBUILD
ALTER INDEX index_name ON table_or_view_name REORGANIZE
ALTER INDEX index_name ON table_or_view_name DISABLEs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以上语句分别表示重新生成索引、重新组织索引和禁用索引。index_name表示要修改的索引名称，table_or_view_name表示当前索引基于表名或视图名。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8.4 管理索引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修改索引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【例7.39】使用ALTER INDEX语句重新生成student表索引studentid，代码如下：
USE Student
GO
ALTER INDEX studentid ON student REBUILD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8.4 管理索引</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删除索引</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 2016中，使用DROP INDEX语句来删除索引，具体的语法格式如下：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INDEX &lt;table_or_view_name&gt;.&lt;index_name&gt;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或者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INDEX &lt;index_name&gt; ON &lt;table_or_view_name&gt;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例7.40</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】将student表中的名称为studentid的索引删除，代码如下：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INDEX student.studentid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或者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INDEX studentid ON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2"/>
</p:tagLst>
</file>

<file path=ppt/tags/tag13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3"/>
</p:tagLst>
</file>

<file path=ppt/tags/tag13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3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3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7"/>
</p:tagLst>
</file>

<file path=ppt/tags/tag141.xml><?xml version="1.0" encoding="utf-8"?>
<p:tagLst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3-07-01T08:57:07&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14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143.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144.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7"/>
</p:tagLst>
</file>

<file path=ppt/tags/tag1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7&quot;,&quot;maxSize&quot;:{&quot;size1&quot;:20},&quot;minSize&quot;:{&quot;size1&quot;:11.2},&quot;normalSize&quot;:{&quot;size1&quot;:11.2},&quot;subLayout&quot;:[{&quot;id&quot;:&quot;2023-07-01T08:57:07&quot;,&quot;margin&quot;:{&quot;bottom&quot;:0.025999998673796654,&quot;left&quot;:1.2699999809265137,&quot;right&quot;:1.2699999809265137,&quot;top&quot;:0.4230000376701355},&quot;type&quot;:0},{&quot;id&quot;:&quot;2023-07-01T08:57: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5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7&quot;,&quot;maxSize&quot;:{&quot;size1&quot;:20},&quot;minSize&quot;:{&quot;size1&quot;:11.2},&quot;normalSize&quot;:{&quot;size1&quot;:11.2},&quot;subLayout&quot;:[{&quot;id&quot;:&quot;2023-07-01T08:57:07&quot;,&quot;margin&quot;:{&quot;bottom&quot;:0.025999998673796654,&quot;left&quot;:1.2699999809265137,&quot;right&quot;:1.2699999809265137,&quot;top&quot;:0.4230000376701355},&quot;type&quot;:0},{&quot;id&quot;:&quot;2023-07-01T08:57: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6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6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7&quot;,&quot;maxSize&quot;:{&quot;size1&quot;:20},&quot;minSize&quot;:{&quot;size1&quot;:11.2},&quot;normalSize&quot;:{&quot;size1&quot;:11.2},&quot;subLayout&quot;:[{&quot;id&quot;:&quot;2023-07-01T08:57:07&quot;,&quot;margin&quot;:{&quot;bottom&quot;:0.025999998673796654,&quot;left&quot;:1.2699999809265137,&quot;right&quot;:1.2699999809265137,&quot;top&quot;:0.4230000376701355},&quot;type&quot;:0},{&quot;id&quot;:&quot;2023-07-01T08:57: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7&quot;,&quot;maxSize&quot;:{&quot;size1&quot;:20},&quot;minSize&quot;:{&quot;size1&quot;:11.2},&quot;normalSize&quot;:{&quot;size1&quot;:11.2},&quot;subLayout&quot;:[{&quot;id&quot;:&quot;2023-07-01T08:57:07&quot;,&quot;margin&quot;:{&quot;bottom&quot;:0.025999998673796654,&quot;left&quot;:1.2699999809265137,&quot;right&quot;:1.2699999809265137,&quot;top&quot;:0.4230000376701355},&quot;type&quot;:0},{&quot;id&quot;:&quot;2023-07-01T08:57: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7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7&quot;,&quot;maxSize&quot;:{&quot;size1&quot;:20},&quot;minSize&quot;:{&quot;size1&quot;:11.2},&quot;normalSize&quot;:{&quot;size1&quot;:11.2},&quot;subLayout&quot;:[{&quot;id&quot;:&quot;2023-07-01T08:57:07&quot;,&quot;margin&quot;:{&quot;bottom&quot;:0.025999998673796654,&quot;left&quot;:1.2699999809265137,&quot;right&quot;:1.2699999809265137,&quot;top&quot;:0.4230000376701355},&quot;type&quot;:0},{&quot;id&quot;:&quot;2023-07-01T08:57: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8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7&quot;,&quot;maxSize&quot;:{&quot;size1&quot;:20},&quot;minSize&quot;:{&quot;size1&quot;:11.2},&quot;normalSize&quot;:{&quot;size1&quot;:11.2},&quot;subLayout&quot;:[{&quot;id&quot;:&quot;2023-07-01T08:57:07&quot;,&quot;margin&quot;:{&quot;bottom&quot;:0.025999998673796654,&quot;left&quot;:1.2699999809265137,&quot;right&quot;:1.2699999809265137,&quot;top&quot;:0.4230000376701355},&quot;type&quot;:0},{&quot;id&quot;:&quot;2023-07-01T08:57: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11812_3*m_i*1_1"/>
  <p:tag name="KSO_WM_TEMPLATE_CATEGORY" val="diagram"/>
  <p:tag name="KSO_WM_TEMPLATE_INDEX" val="20211812"/>
  <p:tag name="KSO_WM_UNIT_LAYERLEVEL" val="1_1"/>
  <p:tag name="KSO_WM_TAG_VERSION" val="1.0"/>
  <p:tag name="KSO_WM_BEAUTIFY_FLAG" val="#wm#"/>
  <p:tag name="KSO_WM_UNIT_LINE_FORE_SCHEMECOLOR_INDEX_BRIGHTNESS" val="-0.5"/>
  <p:tag name="KSO_WM_UNIT_LINE_FORE_SCHEMECOLOR_INDEX" val="14"/>
  <p:tag name="KSO_WM_UNIT_LINE_FILL_TYPE" val="2"/>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3"/>
  <p:tag name="KSO_WM_UNIT_ID" val="diagram20211812_3*m_i*1_3"/>
  <p:tag name="KSO_WM_TEMPLATE_CATEGORY" val="diagram"/>
  <p:tag name="KSO_WM_TEMPLATE_INDEX" val="20211812"/>
  <p:tag name="KSO_WM_UNIT_LAYERLEVEL" val="1_1"/>
  <p:tag name="KSO_WM_TAG_VERSION" val="1.0"/>
  <p:tag name="KSO_WM_BEAUTIFY_FLAG" val="#wm#"/>
  <p:tag name="KSO_WM_UNIT_LINE_FORE_SCHEMECOLOR_INDEX_BRIGHTNESS" val="-0.5"/>
  <p:tag name="KSO_WM_UNIT_LINE_FORE_SCHEMECOLOR_INDEX" val="14"/>
  <p:tag name="KSO_WM_UNIT_LINE_FILL_TYPE" val="2"/>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11812_3*m_i*1_2"/>
  <p:tag name="KSO_WM_TEMPLATE_CATEGORY" val="diagram"/>
  <p:tag name="KSO_WM_TEMPLATE_INDEX" val="20211812"/>
  <p:tag name="KSO_WM_UNIT_LAYERLEVEL" val="1_1"/>
  <p:tag name="KSO_WM_TAG_VERSION" val="1.0"/>
  <p:tag name="KSO_WM_BEAUTIFY_FLAG" val="#wm#"/>
  <p:tag name="KSO_WM_UNIT_LINE_FORE_SCHEMECOLOR_INDEX_BRIGHTNESS" val="-0.5"/>
  <p:tag name="KSO_WM_UNIT_LINE_FORE_SCHEMECOLOR_INDEX" val="14"/>
  <p:tag name="KSO_WM_UNIT_LINE_FILL_TYPE" val="2"/>
</p:tagLst>
</file>

<file path=ppt/tags/tag193.xml><?xml version="1.0" encoding="utf-8"?>
<p:tagLst xmlns:p="http://schemas.openxmlformats.org/presentationml/2006/main">
  <p:tag name="KSO_WM_UNIT_SUBTYPE" val="a"/>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11812_3*m_h_f*1_1_1"/>
  <p:tag name="KSO_WM_TEMPLATE_CATEGORY" val="diagram"/>
  <p:tag name="KSO_WM_TEMPLATE_INDEX" val="20211812"/>
  <p:tag name="KSO_WM_UNIT_LAYERLEVEL" val="1_1_1"/>
  <p:tag name="KSO_WM_TAG_VERSION" val="1.0"/>
  <p:tag name="KSO_WM_BEAUTIFY_FLAG" val="#wm#"/>
  <p:tag name="KSO_WM_UNIT_PRESET_TEXT" val="此处请输入您的正文，准确理解传达信息。单击此处输入您的正文，准确理解传达您的信息。单击此处输入您的正文。"/>
  <p:tag name="KSO_WM_UNIT_TEXT_FILL_FORE_SCHEMECOLOR_INDEX_BRIGHTNESS" val="0.25"/>
  <p:tag name="KSO_WM_UNIT_TEXT_FILL_FORE_SCHEMECOLOR_INDEX" val="13"/>
  <p:tag name="KSO_WM_UNIT_TEXT_FILL_TYPE"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11812_3*m_h_i*1_1_1"/>
  <p:tag name="KSO_WM_TEMPLATE_CATEGORY" val="diagram"/>
  <p:tag name="KSO_WM_TEMPLATE_INDEX" val="20211812"/>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11812_3*m_h_i*1_1_3"/>
  <p:tag name="KSO_WM_TEMPLATE_CATEGORY" val="diagram"/>
  <p:tag name="KSO_WM_TEMPLATE_INDEX" val="20211812"/>
  <p:tag name="KSO_WM_UNIT_LAYERLEVEL" val="1_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11812_3*m_h_i*1_1_4"/>
  <p:tag name="KSO_WM_TEMPLATE_CATEGORY" val="diagram"/>
  <p:tag name="KSO_WM_TEMPLATE_INDEX" val="20211812"/>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2"/>
  <p:tag name="KSO_WM_UNIT_ID" val="diagram20211812_3*m_h_i*1_1_2"/>
  <p:tag name="KSO_WM_TEMPLATE_CATEGORY" val="diagram"/>
  <p:tag name="KSO_WM_TEMPLATE_INDEX" val="20211812"/>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19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11812_3*m_h_f*1_2_1"/>
  <p:tag name="KSO_WM_TEMPLATE_CATEGORY" val="diagram"/>
  <p:tag name="KSO_WM_TEMPLATE_INDEX" val="20211812"/>
  <p:tag name="KSO_WM_UNIT_LAYERLEVEL" val="1_1_1"/>
  <p:tag name="KSO_WM_TAG_VERSION" val="1.0"/>
  <p:tag name="KSO_WM_BEAUTIFY_FLAG" val="#wm#"/>
  <p:tag name="KSO_WM_UNIT_PRESET_TEXT" val="此处请输入您的正文，准确理解传达信息。单击此处输入您的正文，准确理解传达您的信息。单击此处输入您的正文。"/>
  <p:tag name="KSO_WM_UNIT_TEXT_FILL_FORE_SCHEMECOLOR_INDEX_BRIGHTNESS" val="0.25"/>
  <p:tag name="KSO_WM_UNIT_TEXT_FILL_FORE_SCHEMECOLOR_INDEX" val="13"/>
  <p:tag name="KSO_WM_UNIT_TEXT_FILL_TYPE"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11812_3*m_h_i*1_2_1"/>
  <p:tag name="KSO_WM_TEMPLATE_CATEGORY" val="diagram"/>
  <p:tag name="KSO_WM_TEMPLATE_INDEX" val="20211812"/>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11812_3*m_h_i*1_2_3"/>
  <p:tag name="KSO_WM_TEMPLATE_CATEGORY" val="diagram"/>
  <p:tag name="KSO_WM_TEMPLATE_INDEX" val="20211812"/>
  <p:tag name="KSO_WM_UNIT_LAYERLEVEL" val="1_1_1"/>
  <p:tag name="KSO_WM_TAG_VERSION" val="1.0"/>
  <p:tag name="KSO_WM_BEAUTIFY_FLAG" val="#wm#"/>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11812_3*m_h_i*1_2_4"/>
  <p:tag name="KSO_WM_TEMPLATE_CATEGORY" val="diagram"/>
  <p:tag name="KSO_WM_TEMPLATE_INDEX" val="20211812"/>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diagram20211812_3*m_h_i*1_2_2"/>
  <p:tag name="KSO_WM_TEMPLATE_CATEGORY" val="diagram"/>
  <p:tag name="KSO_WM_TEMPLATE_INDEX" val="20211812"/>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0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11812_3*m_h_f*1_3_1"/>
  <p:tag name="KSO_WM_TEMPLATE_CATEGORY" val="diagram"/>
  <p:tag name="KSO_WM_TEMPLATE_INDEX" val="20211812"/>
  <p:tag name="KSO_WM_UNIT_LAYERLEVEL" val="1_1_1"/>
  <p:tag name="KSO_WM_TAG_VERSION" val="1.0"/>
  <p:tag name="KSO_WM_BEAUTIFY_FLAG" val="#wm#"/>
  <p:tag name="KSO_WM_UNIT_PRESET_TEXT" val="此处请输入您的正文，准确理解传达信息。单击此处输入您的正文，准确理解传达您的信息。单击此处输入您的正文。"/>
  <p:tag name="KSO_WM_UNIT_TEXT_FILL_FORE_SCHEMECOLOR_INDEX_BRIGHTNESS" val="0.25"/>
  <p:tag name="KSO_WM_UNIT_TEXT_FILL_FORE_SCHEMECOLOR_INDEX" val="13"/>
  <p:tag name="KSO_WM_UNIT_TEXT_FILL_TYPE"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11812_3*m_h_i*1_3_1"/>
  <p:tag name="KSO_WM_TEMPLATE_CATEGORY" val="diagram"/>
  <p:tag name="KSO_WM_TEMPLATE_INDEX" val="20211812"/>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11812_3*m_h_i*1_3_3"/>
  <p:tag name="KSO_WM_TEMPLATE_CATEGORY" val="diagram"/>
  <p:tag name="KSO_WM_TEMPLATE_INDEX" val="20211812"/>
  <p:tag name="KSO_WM_UNIT_LAYERLEVEL" val="1_1_1"/>
  <p:tag name="KSO_WM_TAG_VERSION" val="1.0"/>
  <p:tag name="KSO_WM_BEAUTIFY_FLAG" val="#wm#"/>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11812_3*m_h_i*1_3_4"/>
  <p:tag name="KSO_WM_TEMPLATE_CATEGORY" val="diagram"/>
  <p:tag name="KSO_WM_TEMPLATE_INDEX" val="20211812"/>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2"/>
  <p:tag name="KSO_WM_UNIT_ID" val="diagram20211812_3*m_h_i*1_3_2"/>
  <p:tag name="KSO_WM_TEMPLATE_CATEGORY" val="diagram"/>
  <p:tag name="KSO_WM_TEMPLATE_INDEX" val="20211812"/>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0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11812_3*m_h_f*1_4_1"/>
  <p:tag name="KSO_WM_TEMPLATE_CATEGORY" val="diagram"/>
  <p:tag name="KSO_WM_TEMPLATE_INDEX" val="20211812"/>
  <p:tag name="KSO_WM_UNIT_LAYERLEVEL" val="1_1_1"/>
  <p:tag name="KSO_WM_TAG_VERSION" val="1.0"/>
  <p:tag name="KSO_WM_BEAUTIFY_FLAG" val="#wm#"/>
  <p:tag name="KSO_WM_UNIT_PRESET_TEXT" val="此处请输入您的正文，准确理解传达信息。单击此处输入您的正文，准确理解传达您的信息。单击此处输入您的正文。"/>
  <p:tag name="KSO_WM_UNIT_TEXT_FILL_FORE_SCHEMECOLOR_INDEX_BRIGHTNESS" val="0.25"/>
  <p:tag name="KSO_WM_UNIT_TEXT_FILL_FORE_SCHEMECOLOR_INDEX" val="13"/>
  <p:tag name="KSO_WM_UNIT_TEXT_FILL_TYPE"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11812_3*m_h_i*1_4_1"/>
  <p:tag name="KSO_WM_TEMPLATE_CATEGORY" val="diagram"/>
  <p:tag name="KSO_WM_TEMPLATE_INDEX" val="20211812"/>
  <p:tag name="KSO_WM_UNIT_LAYERLEVEL" val="1_1_1"/>
  <p:tag name="KSO_WM_TAG_VERSION" val="1.0"/>
  <p:tag name="KSO_WM_BEAUTIFY_FLAG" val="#wm#"/>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20211812_3*m_h_i*1_4_3"/>
  <p:tag name="KSO_WM_TEMPLATE_CATEGORY" val="diagram"/>
  <p:tag name="KSO_WM_TEMPLATE_INDEX" val="20211812"/>
  <p:tag name="KSO_WM_UNIT_LAYERLEVEL" val="1_1_1"/>
  <p:tag name="KSO_WM_TAG_VERSION" val="1.0"/>
  <p:tag name="KSO_WM_BEAUTIFY_FLAG" val="#wm#"/>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diagram20211812_3*m_h_i*1_4_4"/>
  <p:tag name="KSO_WM_TEMPLATE_CATEGORY" val="diagram"/>
  <p:tag name="KSO_WM_TEMPLATE_INDEX" val="20211812"/>
  <p:tag name="KSO_WM_UNIT_LAYERLEVEL" val="1_1_1"/>
  <p:tag name="KSO_WM_TAG_VERSION" val="1.0"/>
  <p:tag name="KSO_WM_BEAUTIFY_FLAG" val="#wm#"/>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2"/>
  <p:tag name="KSO_WM_UNIT_ID" val="diagram20211812_3*m_h_i*1_4_2"/>
  <p:tag name="KSO_WM_TEMPLATE_CATEGORY" val="diagram"/>
  <p:tag name="KSO_WM_TEMPLATE_INDEX" val="20211812"/>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1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2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7&quot;,&quot;maxSize&quot;:{&quot;size1&quot;:20},&quot;minSize&quot;:{&quot;size1&quot;:11.2},&quot;normalSize&quot;:{&quot;size1&quot;:11.2},&quot;subLayout&quot;:[{&quot;id&quot;:&quot;2023-07-01T08:57:07&quot;,&quot;margin&quot;:{&quot;bottom&quot;:0.025999998673796654,&quot;left&quot;:1.2699999809265137,&quot;right&quot;:1.2699999809265137,&quot;top&quot;:0.4230000376701355},&quot;type&quot;:0},{&quot;id&quot;:&quot;2023-07-01T08:57: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2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7&quot;,&quot;maxSize&quot;:{&quot;size1&quot;:20},&quot;minSize&quot;:{&quot;size1&quot;:11.2},&quot;normalSize&quot;:{&quot;size1&quot;:11.2},&quot;subLayout&quot;:[{&quot;id&quot;:&quot;2023-07-01T08:57:07&quot;,&quot;margin&quot;:{&quot;bottom&quot;:0.025999998673796654,&quot;left&quot;:1.2699999809265137,&quot;right&quot;:1.2699999809265137,&quot;top&quot;:0.4230000376701355},&quot;type&quot;:0},{&quot;id&quot;:&quot;2023-07-01T08:57:07&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3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45.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246.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247.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5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5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255.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256.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6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7.xml><?xml version="1.0" encoding="utf-8"?>
<p:tagLst xmlns:p="http://schemas.openxmlformats.org/presentationml/2006/main">
  <p:tag name="KSO_WM_UNIT_VALUE" val="381*761"/>
  <p:tag name="KSO_WM_UNIT_HIGHLIGHT" val="0"/>
  <p:tag name="KSO_WM_UNIT_COMPATIBLE" val="0"/>
  <p:tag name="KSO_WM_UNIT_DIAGRAM_ISNUMVISUAL" val="0"/>
  <p:tag name="KSO_WM_UNIT_DIAGRAM_ISREFERUNIT" val="0"/>
  <p:tag name="KSO_WM_UNIT_TYPE" val="d"/>
  <p:tag name="KSO_WM_UNIT_INDEX" val="1"/>
  <p:tag name="KSO_WM_UNIT_ID" val="diagram20212076_1*d*1"/>
  <p:tag name="KSO_WM_TEMPLATE_CATEGORY" val="diagram"/>
  <p:tag name="KSO_WM_TEMPLATE_INDEX" val="20212076"/>
  <p:tag name="KSO_WM_UNIT_LAYERLEVEL" val="1"/>
  <p:tag name="KSO_WM_TAG_VERSION" val="1.0"/>
  <p:tag name="KSO_WM_BEAUTIFY_FLAG" val="#wm#"/>
  <p:tag name="KSO_WM_CHIP_GROUPID" val="5e7310da9a230a26b9e88a19"/>
  <p:tag name="KSO_WM_CHIP_XID" val="5e7310da9a230a26b9e88a1a"/>
  <p:tag name="KSO_WM_UNIT_DEC_AREA_ID" val="e0977ddcfab942c1a8f957812c87e95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35fd9b56673148af8bc0933fa5977402"/>
  <p:tag name="KSO_WM_UNIT_PLACING_PICTURE" val="35fd9b56673148af8bc0933fa5977402"/>
  <p:tag name="KSO_WM_UNIT_SUPPORT_UNIT_TYPE" val="[&quot;d&quot;,&quot;α&quot;,&quot;β&quot;]"/>
  <p:tag name="KSO_WM_TEMPLATE_ASSEMBLE_XID" val="639af9840c9383becde695b2"/>
  <p:tag name="KSO_WM_TEMPLATE_ASSEMBLE_GROUPID" val="639af9840c9383becde695b2"/>
  <p:tag name="WM_BEAUTIFY_ZORDER_FLAG_TAG" val="4"/>
  <p:tag name="KSO_WM_UNIT_PLACING_PICTURE_INFO" val="{&quot;code&quot;:&quot;&quot;,&quot;full_picture&quot;:false,&quot;scheme&quot;:&quot;&quot;,&quot;spacing&quot;:5}"/>
  <p:tag name="KSO_WM_UNIT_PLACING_PICTURE_COLLAGE_VIEWPORT" val="{&quot;height&quot;:4256.588103533333,&quot;width&quot;:5654.431119317733}"/>
</p:tagLst>
</file>

<file path=ppt/tags/tag2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240"/>
  <p:tag name="KSO_WM_UNIT_SHOW_EDIT_AREA_INDICATION" val="1"/>
  <p:tag name="KSO_WM_CHIP_GROUPID" val="5e6b05596848fb12bee65ac8"/>
  <p:tag name="KSO_WM_CHIP_XID" val="5e6b05596848fb12bee65aca"/>
  <p:tag name="KSO_WM_UNIT_DEC_AREA_ID" val="a44939a9ecde49c2b7ceab239baddf97"/>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409b27c58b4941cea1b3fa7cc03b025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39af9840c9383becde695b2"/>
  <p:tag name="KSO_WM_TEMPLATE_ASSEMBLE_GROUPID" val="639af9840c9383becde695b2"/>
  <p:tag name="WM_BEAUTIFY_ZORDER_FLAG_TAG" val="5"/>
</p:tagLst>
</file>

<file path=ppt/tags/tag2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7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7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7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7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8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8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8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9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9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293.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294.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0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0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0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0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0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20},&quot;minSize&quot;:{&quot;size1&quot;:11.2},&quot;normalSize&quot;:{&quot;size1&quot;:11.2},&quot;subLayout&quot;:[{&quot;id&quot;:&quot;2023-07-01T08:57:08&quot;,&quot;margin&quot;:{&quot;bottom&quot;:0.025999998673796654,&quot;left&quot;:1.2699999809265137,&quot;right&quot;:1.2699999809265137,&quot;top&quot;:0.4230000376701355},&quot;type&quot;:0},{&quot;id&quot;:&quot;2023-07-01T08:57:0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1.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 name="WM_BEAUTIFY_ZORDER_FLAG_TAG" val="4"/>
</p:tagLst>
</file>

<file path=ppt/tags/tag31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5"/>
</p:tagLst>
</file>

<file path=ppt/tags/tag313.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6"/>
</p:tagLst>
</file>

<file path=ppt/tags/tag3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 name="WM_BEAUTIFY_ZORDER_FLAG_TAG" val="7"/>
</p:tagLst>
</file>

<file path=ppt/tags/tag315.xml><?xml version="1.0" encoding="utf-8"?>
<p:tagLst xmlns:p="http://schemas.openxmlformats.org/presentationml/2006/main">
  <p:tag name="KSO_WM_UNIT_VALUE" val="1142*1565"/>
  <p:tag name="KSO_WM_UNIT_HIGHLIGHT" val="0"/>
  <p:tag name="KSO_WM_UNIT_COMPATIBLE" val="1"/>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WM_BEAUTIFY_ZORDER_FLAG_TAG" val="8"/>
  <p:tag name="KSO_WM_UNIT_PLACING_PICTURE_INFO" val="{&quot;code&quot;:&quot;&quot;,&quot;full_picture&quot;:false,&quot;scheme&quot;:&quot;&quot;,&quot;spacing&quot;:5}"/>
  <p:tag name="KSO_WM_UNIT_PLACING_PICTURE_COLLAGE_VIEWPORT" val="{&quot;height&quot;:4029.90529006956,&quot;width&quot;:4803.24094488189}"/>
</p:tagLst>
</file>

<file path=ppt/tags/tag3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31.1},&quot;minSize&quot;:{&quot;size1&quot;:17.8},&quot;normalSize&quot;:{&quot;size1&quot;:17.8},&quot;subLayout&quot;:[{&quot;id&quot;:&quot;2023-07-01T08:57:08&quot;,&quot;maxSize&quot;:{&quot;size1&quot;:100},&quot;minSize&quot;:{&quot;size1&quot;:61.7},&quot;normalSize&quot;:{&quot;size1&quot;:61.7},&quot;subLayout&quot;:[{&quot;id&quot;:&quot;2023-07-01T08:57:08&quot;,&quot;margin&quot;:{&quot;bottom&quot;:0,&quot;left&quot;:1.2699999809265137,&quot;right&quot;:1.2699999809265137,&quot;top&quot;:0.4230000376701355},&quot;type&quot;:0},{&quot;id&quot;:&quot;2023-07-01T08:57:08&quot;,&quot;margin&quot;:{&quot;bottom&quot;:0.025999998673796654,&quot;left&quot;:1.2699999809265137,&quot;right&quot;:1.2699999809265137,&quot;top&quot;:0.025999998673796654},&quot;type&quot;:0}],&quot;type&quot;:0},{&quot;id&quot;:&quot;2023-07-01T08:57:08&quot;,&quot;margin&quot;:{&quot;bottom&quot;:0.847000002861023,&quot;left&quot;:1.2699999809265137,&quot;right&quot;:1.2699999809265137,&quot;top&quot;:1.2699999809265137},&quot;type&quot;:0}],&quot;type&quot;:0}"/>
  <p:tag name="KSO_WM_SLIDE_BACKGROUND_TYPE" val="general"/>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8&quot;,&quot;maxSize&quot;:{&quot;size1&quot;:31.1},&quot;minSize&quot;:{&quot;size1&quot;:17.8},&quot;normalSize&quot;:{&quot;size1&quot;:17.8},&quot;subLayout&quot;:[{&quot;id&quot;:&quot;2023-07-01T08:57:08&quot;,&quot;maxSize&quot;:{&quot;size1&quot;:100},&quot;minSize&quot;:{&quot;size1&quot;:61.7},&quot;normalSize&quot;:{&quot;size1&quot;:61.7},&quot;subLayout&quot;:[{&quot;id&quot;:&quot;2023-07-01T08:57:08&quot;,&quot;margin&quot;:{&quot;bottom&quot;:0,&quot;left&quot;:1.2699999809265137,&quot;right&quot;:1.2699999809265137,&quot;top&quot;:0.4230000376701355},&quot;type&quot;:0},{&quot;id&quot;:&quot;2023-07-01T08:57:08&quot;,&quot;margin&quot;:{&quot;bottom&quot;:0.025999998673796654,&quot;left&quot;:1.2699999809265137,&quot;right&quot;:1.2699999809265137,&quot;top&quot;:0.025999998673796654},&quot;type&quot;:0}],&quot;type&quot;:0},{&quot;id&quot;:&quot;2023-07-01T08:57:08&quot;,&quot;margin&quot;:{&quot;bottom&quot;:0.847000002861023,&quot;left&quot;:1.2699999809265137,&quot;right&quot;:1.2699999809265137,&quot;top&quot;:1.2699999809265137},&quot;type&quot;:0}],&quot;type&quot;:0}"/>
  <p:tag name="KSO_WM_SLIDE_BACKGROUND_TYPE" val="general"/>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3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34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4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05822_4*m_i*1_1"/>
  <p:tag name="KSO_WM_TEMPLATE_CATEGORY" val="diagram"/>
  <p:tag name="KSO_WM_TEMPLATE_INDEX" val="20205822"/>
  <p:tag name="KSO_WM_UNIT_LAYERLEVEL" val="1_1"/>
  <p:tag name="KSO_WM_TAG_VERSION" val="1.0"/>
  <p:tag name="KSO_WM_BEAUTIFY_FLAG" val="#wm#"/>
  <p:tag name="KSO_WM_UNIT_LINE_FORE_SCHEMECOLOR_INDEX_BRIGHTNESS" val="-0.15"/>
  <p:tag name="KSO_WM_UNIT_LINE_FORE_SCHEMECOLOR_INDEX" val="14"/>
  <p:tag name="KSO_WM_UNIT_LINE_FILL_TYPE" val="2"/>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5822_4*m_h_i*1_1_1"/>
  <p:tag name="KSO_WM_TEMPLATE_CATEGORY" val="diagram"/>
  <p:tag name="KSO_WM_TEMPLATE_INDEX" val="20205822"/>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22_4*m_h_i*1_1_2"/>
  <p:tag name="KSO_WM_TEMPLATE_CATEGORY" val="diagram"/>
  <p:tag name="KSO_WM_TEMPLATE_INDEX" val="20205822"/>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05822_4*m_h_i*1_1_1"/>
  <p:tag name="KSO_WM_TEMPLATE_CATEGORY" val="diagram"/>
  <p:tag name="KSO_WM_TEMPLATE_INDEX" val="20205822"/>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358.xml><?xml version="1.0" encoding="utf-8"?>
<p:tagLst xmlns:p="http://schemas.openxmlformats.org/presentationml/2006/main">
  <p:tag name="KSO_WM_UNIT_SUBTYPE" val="a"/>
  <p:tag name="KSO_WM_UNIT_NOCLEAR" val="0"/>
  <p:tag name="KSO_WM_UNIT_VALUE" val="64"/>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22_4*m_h_f*1_1_1"/>
  <p:tag name="KSO_WM_TEMPLATE_CATEGORY" val="diagram"/>
  <p:tag name="KSO_WM_TEMPLATE_INDEX" val="20205822"/>
  <p:tag name="KSO_WM_UNIT_LAYERLEVEL" val="1_1_1"/>
  <p:tag name="KSO_WM_TAG_VERSION" val="1.0"/>
  <p:tag name="KSO_WM_BEAUTIFY_FLAG" val="#wm#"/>
  <p:tag name="KSO_WM_UNIT_PRESET_TEXT" val="单击此处输入您的正文，文字是您思想的提炼，为了最终演示的良好效果，表达清晰，请尽量言简意赅的阐述观点。"/>
  <p:tag name="KSO_WM_UNIT_TEXT_FILL_FORE_SCHEMECOLOR_INDEX_BRIGHTNESS" val="0.15"/>
  <p:tag name="KSO_WM_UNIT_TEXT_FILL_FORE_SCHEMECOLOR_INDEX" val="13"/>
  <p:tag name="KSO_WM_UNIT_TEXT_FILL_TYPE" val="1"/>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05822_4*m_h_i*1_2_1"/>
  <p:tag name="KSO_WM_TEMPLATE_CATEGORY" val="diagram"/>
  <p:tag name="KSO_WM_TEMPLATE_INDEX" val="20205822"/>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5822_4*m_h_i*1_2_2"/>
  <p:tag name="KSO_WM_TEMPLATE_CATEGORY" val="diagram"/>
  <p:tag name="KSO_WM_TEMPLATE_INDEX" val="20205822"/>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05822_4*m_h_i*1_2_1"/>
  <p:tag name="KSO_WM_TEMPLATE_CATEGORY" val="diagram"/>
  <p:tag name="KSO_WM_TEMPLATE_INDEX" val="20205822"/>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362.xml><?xml version="1.0" encoding="utf-8"?>
<p:tagLst xmlns:p="http://schemas.openxmlformats.org/presentationml/2006/main">
  <p:tag name="KSO_WM_UNIT_SUBTYPE" val="a"/>
  <p:tag name="KSO_WM_UNIT_NOCLEAR" val="0"/>
  <p:tag name="KSO_WM_UNIT_VALUE" val="64"/>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5822_4*m_h_f*1_2_1"/>
  <p:tag name="KSO_WM_TEMPLATE_CATEGORY" val="diagram"/>
  <p:tag name="KSO_WM_TEMPLATE_INDEX" val="20205822"/>
  <p:tag name="KSO_WM_UNIT_LAYERLEVEL" val="1_1_1"/>
  <p:tag name="KSO_WM_TAG_VERSION" val="1.0"/>
  <p:tag name="KSO_WM_BEAUTIFY_FLAG" val="#wm#"/>
  <p:tag name="KSO_WM_UNIT_PRESET_TEXT" val="单击此处输入您的正文，文字是您思想的提炼，为了最终演示的良好效果，表达清晰，请尽量言简意赅的阐述观点。"/>
  <p:tag name="KSO_WM_UNIT_TEXT_FILL_FORE_SCHEMECOLOR_INDEX_BRIGHTNESS" val="0.15"/>
  <p:tag name="KSO_WM_UNIT_TEXT_FILL_FORE_SCHEMECOLOR_INDEX" val="13"/>
  <p:tag name="KSO_WM_UNIT_TEXT_FILL_TYPE" val="1"/>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05822_4*m_h_i*1_3_1"/>
  <p:tag name="KSO_WM_TEMPLATE_CATEGORY" val="diagram"/>
  <p:tag name="KSO_WM_TEMPLATE_INDEX" val="20205822"/>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5822_4*m_h_i*1_3_2"/>
  <p:tag name="KSO_WM_TEMPLATE_CATEGORY" val="diagram"/>
  <p:tag name="KSO_WM_TEMPLATE_INDEX" val="20205822"/>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05822_4*m_h_i*1_3_1"/>
  <p:tag name="KSO_WM_TEMPLATE_CATEGORY" val="diagram"/>
  <p:tag name="KSO_WM_TEMPLATE_INDEX" val="20205822"/>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366.xml><?xml version="1.0" encoding="utf-8"?>
<p:tagLst xmlns:p="http://schemas.openxmlformats.org/presentationml/2006/main">
  <p:tag name="KSO_WM_UNIT_SUBTYPE" val="a"/>
  <p:tag name="KSO_WM_UNIT_NOCLEAR" val="0"/>
  <p:tag name="KSO_WM_UNIT_VALUE" val="64"/>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5822_4*m_h_f*1_3_1"/>
  <p:tag name="KSO_WM_TEMPLATE_CATEGORY" val="diagram"/>
  <p:tag name="KSO_WM_TEMPLATE_INDEX" val="20205822"/>
  <p:tag name="KSO_WM_UNIT_LAYERLEVEL" val="1_1_1"/>
  <p:tag name="KSO_WM_TAG_VERSION" val="1.0"/>
  <p:tag name="KSO_WM_BEAUTIFY_FLAG" val="#wm#"/>
  <p:tag name="KSO_WM_UNIT_PRESET_TEXT" val="单击此处输入您的正文，文字是您思想的提炼，为了最终演示的良好效果，表达清晰，请尽量言简意赅的阐述观点。"/>
  <p:tag name="KSO_WM_UNIT_TEXT_FILL_FORE_SCHEMECOLOR_INDEX_BRIGHTNESS" val="0.15"/>
  <p:tag name="KSO_WM_UNIT_TEXT_FILL_FORE_SCHEMECOLOR_INDEX" val="13"/>
  <p:tag name="KSO_WM_UNIT_TEXT_FILL_TYPE" val="1"/>
</p:tagLst>
</file>

<file path=ppt/tags/tag3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7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8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20},&quot;minSize&quot;:{&quot;size1&quot;:11.2},&quot;normalSize&quot;:{&quot;size1&quot;:11.2},&quot;subLayout&quot;:[{&quot;id&quot;:&quot;2023-07-01T08:57:09&quot;,&quot;margin&quot;:{&quot;bottom&quot;:0.025999998673796654,&quot;left&quot;:1.2699999809265137,&quot;right&quot;:1.2699999809265137,&quot;top&quot;:0.4230000376701355},&quot;type&quot;:0},{&quot;id&quot;:&quot;2023-07-01T08:57:0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 name="WM_BEAUTIFY_ZORDER_FLAG_TAG" val="5"/>
</p:tagLst>
</file>

<file path=ppt/tags/tag387.xml><?xml version="1.0" encoding="utf-8"?>
<p:tagLst xmlns:p="http://schemas.openxmlformats.org/presentationml/2006/main">
  <p:tag name="KSO_WM_UNIT_VALUE" val="550*550"/>
  <p:tag name="KSO_WM_UNIT_HIGHLIGHT" val="0"/>
  <p:tag name="KSO_WM_UNIT_COMPATIBLE" val="0"/>
  <p:tag name="KSO_WM_UNIT_DIAGRAM_ISNUMVISUAL" val="0"/>
  <p:tag name="KSO_WM_UNIT_DIAGRAM_ISREFERUNIT" val="0"/>
  <p:tag name="KSO_WM_UNIT_TYPE" val="d"/>
  <p:tag name="KSO_WM_UNIT_INDEX" val="1"/>
  <p:tag name="KSO_WM_UNIT_ID" val="diagram20212218_1*d*1"/>
  <p:tag name="KSO_WM_TEMPLATE_CATEGORY" val="diagram"/>
  <p:tag name="KSO_WM_TEMPLATE_INDEX" val="20212218"/>
  <p:tag name="KSO_WM_UNIT_LAYERLEVEL" val="1"/>
  <p:tag name="KSO_WM_TAG_VERSION" val="1.0"/>
  <p:tag name="KSO_WM_BEAUTIFY_FLAG" val="#wm#"/>
  <p:tag name="KSO_WM_CHIP_GROUPID" val="5e7310da9a230a26b9e88a19"/>
  <p:tag name="KSO_WM_CHIP_XID" val="5e7310da9a230a26b9e88a1a"/>
  <p:tag name="KSO_WM_UNIT_DEC_AREA_ID" val="2b32f073a63e44ec98017386be452294"/>
  <p:tag name="KSO_WM_CHIP_FILLAREA_FILL_RULE" val="{&quot;fill_align&quot;:&quot;rt&quot;,&quot;fill_mode&quot;:&quot;full&quot;,&quot;sacle_strategy&quot;:&quot;smart&quot;}"/>
  <p:tag name="KSO_WM_ASSEMBLE_CHIP_INDEX" val="a89941cca8b846368910b506219f0467"/>
  <p:tag name="KSO_WM_UNIT_PLACING_PICTURE" val="a89941cca8b846368910b506219f0467"/>
  <p:tag name="KSO_WM_TEMPLATE_ASSEMBLE_XID" val="60656f2e4054ed1e2fb80509"/>
  <p:tag name="KSO_WM_TEMPLATE_ASSEMBLE_GROUPID" val="60656f2e4054ed1e2fb80509"/>
  <p:tag name="WM_BEAUTIFY_ZORDER_FLAG_TAG" val="6"/>
</p:tagLst>
</file>

<file path=ppt/tags/tag38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94.xml><?xml version="1.0" encoding="utf-8"?>
<p:tagLst xmlns:p="http://schemas.openxmlformats.org/presentationml/2006/main">
  <p:tag name="KSO_WM_TAG_VERSION" val="1.0"/>
  <p:tag name="KSO_WM_BEAUTIFY_FLAG" val="#wm#"/>
  <p:tag name="KSO_WM_UNIT_TYPE" val="i"/>
  <p:tag name="KSO_WM_UNIT_ID" val="diagram20211899_1*i*1"/>
  <p:tag name="KSO_WM_TEMPLATE_CATEGORY" val="diagram"/>
  <p:tag name="KSO_WM_TEMPLATE_INDEX" val="20211899"/>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d2e05467955471fa302bda457c0223f"/>
  <p:tag name="KSO_WM_UNIT_DECORATE_INFO" val="{&quot;DecorateInfoH&quot;:{&quot;IsAbs&quot;:true},&quot;DecorateInfoW&quot;:{&quot;IsAbs&quot;:true},&quot;DecorateInfoX&quot;:{&quot;IsAbs&quot;:true,&quot;Pos&quot;:1},&quot;DecorateInfoY&quot;:{&quot;IsAbs&quot;:true,&quot;Pos&quot;:1},&quot;ReferentInfo&quot;:{&quot;Id&quot;:&quot;51e6b16af8414593af898aa3f2cc02ec&quot;,&quot;X&quot;:{&quot;Pos&quot;:1},&quot;Y&quot;:{&quot;Pos&quot;:1}},&quot;whChangeMode&quot;:0}"/>
  <p:tag name="KSO_WM_CHIP_GROUPID" val="5ef0aed10e56d0f322bebb3b"/>
  <p:tag name="KSO_WM_CHIP_XID" val="5ef0aed10e56d0f322bebb3c"/>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2"/>
  <p:tag name="KSO_WM_UNIT_TEXT_FILL_TYPE" val="1"/>
  <p:tag name="KSO_WM_UNIT_VALUE" val="357"/>
  <p:tag name="KSO_WM_TEMPLATE_ASSEMBLE_XID" val="60656f0e4054ed1e2fb802b1"/>
  <p:tag name="KSO_WM_TEMPLATE_ASSEMBLE_GROUPID" val="60656f0e4054ed1e2fb802b1"/>
  <p:tag name="WM_BEAUTIFY_ZORDER_FLAG_TAG" val="4"/>
</p:tagLst>
</file>

<file path=ppt/tags/tag3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899_1*f*1"/>
  <p:tag name="KSO_WM_TEMPLATE_CATEGORY" val="diagram"/>
  <p:tag name="KSO_WM_TEMPLATE_INDEX" val="20211899"/>
  <p:tag name="KSO_WM_UNIT_LAYERLEVEL" val="1"/>
  <p:tag name="KSO_WM_TAG_VERSION" val="1.0"/>
  <p:tag name="KSO_WM_BEAUTIFY_FLAG" val="#wm#"/>
  <p:tag name="KSO_WM_UNIT_DEFAULT_FONT" val="14;20;2"/>
  <p:tag name="KSO_WM_UNIT_BLOCK" val="0"/>
  <p:tag name="KSO_WM_UNIT_VALUE" val="294"/>
  <p:tag name="KSO_WM_UNIT_SHOW_EDIT_AREA_INDICATION" val="1"/>
  <p:tag name="KSO_WM_CHIP_GROUPID" val="5e6b05596848fb12bee65ac8"/>
  <p:tag name="KSO_WM_CHIP_XID" val="5e6b05596848fb12bee65aca"/>
  <p:tag name="KSO_WM_UNIT_DEC_AREA_ID" val="24c1277e83284b3e8ff9d295f21b0b3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1d359df93964d5d92ead9569eaa9c26"/>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0e4054ed1e2fb802b1"/>
  <p:tag name="KSO_WM_TEMPLATE_ASSEMBLE_GROUPID" val="60656f0e4054ed1e2fb802b1"/>
  <p:tag name="WM_BEAUTIFY_ZORDER_FLAG_TAG" val="5"/>
</p:tagLst>
</file>

<file path=ppt/tags/tag396.xml><?xml version="1.0" encoding="utf-8"?>
<p:tagLst xmlns:p="http://schemas.openxmlformats.org/presentationml/2006/main">
  <p:tag name="KSO_WM_UNIT_VALUE" val="1311*1354"/>
  <p:tag name="KSO_WM_UNIT_HIGHLIGHT" val="0"/>
  <p:tag name="KSO_WM_UNIT_COMPATIBLE" val="0"/>
  <p:tag name="KSO_WM_UNIT_DIAGRAM_ISNUMVISUAL" val="0"/>
  <p:tag name="KSO_WM_UNIT_DIAGRAM_ISREFERUNIT" val="0"/>
  <p:tag name="KSO_WM_UNIT_TYPE" val="d"/>
  <p:tag name="KSO_WM_UNIT_INDEX" val="1"/>
  <p:tag name="KSO_WM_UNIT_ID" val="diagram20211899_1*d*1"/>
  <p:tag name="KSO_WM_TEMPLATE_CATEGORY" val="diagram"/>
  <p:tag name="KSO_WM_TEMPLATE_INDEX" val="20211899"/>
  <p:tag name="KSO_WM_UNIT_LAYERLEVEL" val="1"/>
  <p:tag name="KSO_WM_TAG_VERSION" val="1.0"/>
  <p:tag name="KSO_WM_BEAUTIFY_FLAG" val="#wm#"/>
  <p:tag name="KSO_WM_CHIP_GROUPID" val="5e7310da9a230a26b9e88a19"/>
  <p:tag name="KSO_WM_CHIP_XID" val="5e7310da9a230a26b9e88a1a"/>
  <p:tag name="KSO_WM_UNIT_DEC_AREA_ID" val="51e6b16af8414593af898aa3f2cc02e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78138117cc34770aa353d22a3ee0721"/>
  <p:tag name="KSO_WM_UNIT_PLACING_PICTURE" val="978138117cc34770aa353d22a3ee0721"/>
  <p:tag name="KSO_WM_TEMPLATE_ASSEMBLE_XID" val="60656f0e4054ed1e2fb802b1"/>
  <p:tag name="KSO_WM_TEMPLATE_ASSEMBLE_GROUPID" val="60656f0e4054ed1e2fb802b1"/>
  <p:tag name="WM_BEAUTIFY_ZORDER_FLAG_TAG" val="6"/>
  <p:tag name="KSO_WM_UNIT_PLACING_PICTURE_INFO" val="{&quot;code&quot;:&quot;&quot;,&quot;full_picture&quot;:false,&quot;scheme&quot;:&quot;&quot;,&quot;spacing&quot;:5}"/>
  <p:tag name="KSO_WM_UNIT_PLACING_PICTURE_COLLAGE_VIEWPORT" val="{&quot;height&quot;:3427.7842519685037,&quot;width&quot;:7866.411744767707}"/>
</p:tagLst>
</file>

<file path=ppt/tags/tag39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03.xml><?xml version="1.0" encoding="utf-8"?>
<p:tagLst xmlns:p="http://schemas.openxmlformats.org/presentationml/2006/main">
  <p:tag name="KSO_WM_UNIT_VALUE" val="381*761"/>
  <p:tag name="KSO_WM_UNIT_HIGHLIGHT" val="0"/>
  <p:tag name="KSO_WM_UNIT_COMPATIBLE" val="0"/>
  <p:tag name="KSO_WM_UNIT_DIAGRAM_ISNUMVISUAL" val="0"/>
  <p:tag name="KSO_WM_UNIT_DIAGRAM_ISREFERUNIT" val="0"/>
  <p:tag name="KSO_WM_UNIT_TYPE" val="d"/>
  <p:tag name="KSO_WM_UNIT_INDEX" val="1"/>
  <p:tag name="KSO_WM_UNIT_ID" val="diagram20212076_1*d*1"/>
  <p:tag name="KSO_WM_TEMPLATE_CATEGORY" val="diagram"/>
  <p:tag name="KSO_WM_TEMPLATE_INDEX" val="20212076"/>
  <p:tag name="KSO_WM_UNIT_LAYERLEVEL" val="1"/>
  <p:tag name="KSO_WM_TAG_VERSION" val="1.0"/>
  <p:tag name="KSO_WM_BEAUTIFY_FLAG" val="#wm#"/>
  <p:tag name="KSO_WM_CHIP_GROUPID" val="5e7310da9a230a26b9e88a19"/>
  <p:tag name="KSO_WM_CHIP_XID" val="5e7310da9a230a26b9e88a1a"/>
  <p:tag name="KSO_WM_UNIT_DEC_AREA_ID" val="e0977ddcfab942c1a8f957812c87e95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35fd9b56673148af8bc0933fa5977402"/>
  <p:tag name="KSO_WM_UNIT_PLACING_PICTURE" val="35fd9b56673148af8bc0933fa5977402"/>
  <p:tag name="KSO_WM_UNIT_SUPPORT_UNIT_TYPE" val="[&quot;d&quot;,&quot;α&quot;,&quot;β&quot;]"/>
  <p:tag name="KSO_WM_TEMPLATE_ASSEMBLE_XID" val="639af9840c9383becde695b2"/>
  <p:tag name="KSO_WM_TEMPLATE_ASSEMBLE_GROUPID" val="639af9840c9383becde695b2"/>
  <p:tag name="WM_BEAUTIFY_ZORDER_FLAG_TAG" val="5"/>
  <p:tag name="KSO_WM_UNIT_PLACING_PICTURE_INFO" val="{&quot;code&quot;:&quot;&quot;,&quot;full_picture&quot;:false,&quot;scheme&quot;:&quot;&quot;,&quot;spacing&quot;:5}"/>
  <p:tag name="KSO_WM_UNIT_PLACING_PICTURE_COLLAGE_VIEWPORT" val="{&quot;height&quot;:3142.4881889763783,&quot;width&quot;:8721.828785990247}"/>
</p:tagLst>
</file>

<file path=ppt/tags/tag4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240"/>
  <p:tag name="KSO_WM_UNIT_SHOW_EDIT_AREA_INDICATION" val="1"/>
  <p:tag name="KSO_WM_CHIP_GROUPID" val="5e6b05596848fb12bee65ac8"/>
  <p:tag name="KSO_WM_CHIP_XID" val="5e6b05596848fb12bee65aca"/>
  <p:tag name="KSO_WM_UNIT_DEC_AREA_ID" val="a44939a9ecde49c2b7ceab239baddf97"/>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409b27c58b4941cea1b3fa7cc03b025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39af9840c9383becde695b2"/>
  <p:tag name="KSO_WM_TEMPLATE_ASSEMBLE_GROUPID" val="639af9840c9383becde695b2"/>
  <p:tag name="WM_BEAUTIFY_ZORDER_FLAG_TAG" val="6"/>
</p:tagLst>
</file>

<file path=ppt/tags/tag40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83_1*f*1"/>
  <p:tag name="KSO_WM_TEMPLATE_CATEGORY" val="diagram"/>
  <p:tag name="KSO_WM_TEMPLATE_INDEX" val="20211083"/>
  <p:tag name="KSO_WM_UNIT_LAYERLEVEL" val="1"/>
  <p:tag name="KSO_WM_TAG_VERSION" val="1.0"/>
  <p:tag name="KSO_WM_BEAUTIFY_FLAG" val="#wm#"/>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 name="WM_BEAUTIFY_ZORDER_FLAG_TAG" val="5"/>
</p:tagLst>
</file>

<file path=ppt/tags/tag412.xml><?xml version="1.0" encoding="utf-8"?>
<p:tagLst xmlns:p="http://schemas.openxmlformats.org/presentationml/2006/main">
  <p:tag name="KSO_WM_UNIT_VALUE" val="508*635"/>
  <p:tag name="KSO_WM_UNIT_HIGHLIGHT" val="0"/>
  <p:tag name="KSO_WM_UNIT_COMPATIBLE" val="1"/>
  <p:tag name="KSO_WM_UNIT_DIAGRAM_ISNUMVISUAL" val="0"/>
  <p:tag name="KSO_WM_UNIT_DIAGRAM_ISREFERUNIT" val="0"/>
  <p:tag name="KSO_WM_UNIT_TYPE" val="d"/>
  <p:tag name="KSO_WM_UNIT_INDEX" val="1"/>
  <p:tag name="KSO_WM_UNIT_ID" val="diagram20211083_1*d*1"/>
  <p:tag name="KSO_WM_TEMPLATE_CATEGORY" val="diagram"/>
  <p:tag name="KSO_WM_TEMPLATE_INDEX" val="20211083"/>
  <p:tag name="KSO_WM_UNIT_LAYERLEVEL" val="1"/>
  <p:tag name="KSO_WM_TAG_VERSION" val="1.0"/>
  <p:tag name="KSO_WM_BEAUTIFY_FLAG" val="#wm#"/>
  <p:tag name="KSO_WM_CHIP_GROUPID" val="5e7310da9a230a26b9e88a19"/>
  <p:tag name="KSO_WM_CHIP_XID" val="5e7310da9a230a26b9e88a1a"/>
  <p:tag name="KSO_WM_UNIT_DEC_AREA_ID" val="e7f42cde7938431285b9c7a82f7bb6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ecba67177d7944619af1f1e77c11ebbe"/>
  <p:tag name="KSO_WM_UNIT_PLACING_PICTURE" val="ecba67177d7944619af1f1e77c11ebbe"/>
  <p:tag name="KSO_WM_TEMPLATE_ASSEMBLE_XID" val="6130c4e08b5cc6c91112a57b"/>
  <p:tag name="KSO_WM_TEMPLATE_ASSEMBLE_GROUPID" val="6130c4e08b5cc6c91112a57b"/>
  <p:tag name="WM_BEAUTIFY_ZORDER_FLAG_TAG" val="6"/>
  <p:tag name="KSO_WM_UNIT_PLACING_PICTURE_INFO" val="{&quot;code&quot;:&quot;&quot;,&quot;full_picture&quot;:false,&quot;scheme&quot;:&quot;&quot;,&quot;spacing&quot;:5}"/>
  <p:tag name="KSO_WM_UNIT_PLACING_PICTURE_COLLAGE_VIEWPORT" val="{&quot;height&quot;:3304.000000000001,&quot;width&quot;:8541.0312171168}"/>
</p:tagLst>
</file>

<file path=ppt/tags/tag41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 name="WM_BEAUTIFY_ZORDER_FLAG_TAG" val="5"/>
</p:tagLst>
</file>

<file path=ppt/tags/tag420.xml><?xml version="1.0" encoding="utf-8"?>
<p:tagLst xmlns:p="http://schemas.openxmlformats.org/presentationml/2006/main">
  <p:tag name="KSO_WM_UNIT_VALUE" val="550*550"/>
  <p:tag name="KSO_WM_UNIT_HIGHLIGHT" val="0"/>
  <p:tag name="KSO_WM_UNIT_COMPATIBLE" val="0"/>
  <p:tag name="KSO_WM_UNIT_DIAGRAM_ISNUMVISUAL" val="0"/>
  <p:tag name="KSO_WM_UNIT_DIAGRAM_ISREFERUNIT" val="0"/>
  <p:tag name="KSO_WM_UNIT_TYPE" val="d"/>
  <p:tag name="KSO_WM_UNIT_INDEX" val="1"/>
  <p:tag name="KSO_WM_UNIT_ID" val="diagram20212218_1*d*1"/>
  <p:tag name="KSO_WM_TEMPLATE_CATEGORY" val="diagram"/>
  <p:tag name="KSO_WM_TEMPLATE_INDEX" val="20212218"/>
  <p:tag name="KSO_WM_UNIT_LAYERLEVEL" val="1"/>
  <p:tag name="KSO_WM_TAG_VERSION" val="1.0"/>
  <p:tag name="KSO_WM_BEAUTIFY_FLAG" val="#wm#"/>
  <p:tag name="KSO_WM_CHIP_GROUPID" val="5e7310da9a230a26b9e88a19"/>
  <p:tag name="KSO_WM_CHIP_XID" val="5e7310da9a230a26b9e88a1a"/>
  <p:tag name="KSO_WM_UNIT_DEC_AREA_ID" val="2b32f073a63e44ec98017386be452294"/>
  <p:tag name="KSO_WM_CHIP_FILLAREA_FILL_RULE" val="{&quot;fill_align&quot;:&quot;rt&quot;,&quot;fill_mode&quot;:&quot;full&quot;,&quot;sacle_strategy&quot;:&quot;smart&quot;}"/>
  <p:tag name="KSO_WM_ASSEMBLE_CHIP_INDEX" val="a89941cca8b846368910b506219f0467"/>
  <p:tag name="KSO_WM_UNIT_PLACING_PICTURE" val="a89941cca8b846368910b506219f0467"/>
  <p:tag name="KSO_WM_TEMPLATE_ASSEMBLE_XID" val="60656f2e4054ed1e2fb80509"/>
  <p:tag name="KSO_WM_TEMPLATE_ASSEMBLE_GROUPID" val="60656f2e4054ed1e2fb80509"/>
  <p:tag name="WM_BEAUTIFY_ZORDER_FLAG_TAG" val="6"/>
  <p:tag name="KSO_WM_UNIT_PLACING_PICTURE_INFO" val="{&quot;code&quot;:&quot;&quot;,&quot;full_picture&quot;:false,&quot;scheme&quot;:&quot;&quot;,&quot;spacing&quot;:5}"/>
  <p:tag name="KSO_WM_UNIT_PLACING_PICTURE_COLLAGE_VIEWPORT" val="{&quot;height&quot;:3008.5700787401574,&quot;width&quot;:7794.147985522032}"/>
</p:tagLst>
</file>

<file path=ppt/tags/tag4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3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4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4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4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4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09&quot;,&quot;maxSize&quot;:{&quot;size1&quot;:31.1},&quot;minSize&quot;:{&quot;size1&quot;:17.8},&quot;normalSize&quot;:{&quot;size1&quot;:17.8},&quot;subLayout&quot;:[{&quot;id&quot;:&quot;2023-07-01T08:57:09&quot;,&quot;maxSize&quot;:{&quot;size1&quot;:100},&quot;minSize&quot;:{&quot;size1&quot;:61.7},&quot;normalSize&quot;:{&quot;size1&quot;:61.7},&quot;subLayout&quot;:[{&quot;id&quot;:&quot;2023-07-01T08:57:09&quot;,&quot;margin&quot;:{&quot;bottom&quot;:0,&quot;left&quot;:1.2699999809265137,&quot;right&quot;:1.2699999809265137,&quot;top&quot;:0.4230000376701355},&quot;type&quot;:0},{&quot;id&quot;:&quot;2023-07-01T08:57:09&quot;,&quot;margin&quot;:{&quot;bottom&quot;:0.025999998673796654,&quot;left&quot;:1.2699999809265137,&quot;right&quot;:1.2699999809265137,&quot;top&quot;:0.025999998673796654},&quot;type&quot;:0}],&quot;type&quot;:0},{&quot;id&quot;:&quot;2023-07-01T08:57:09&quot;,&quot;margin&quot;:{&quot;bottom&quot;:0.847000002861023,&quot;left&quot;:1.2699999809265137,&quot;right&quot;:1.2699999809265137,&quot;top&quot;:1.2699999809265137},&quot;type&quot;:0}],&quot;type&quot;:0}"/>
  <p:tag name="KSO_WM_SLIDE_BACKGROUND_TYPE" val="general"/>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6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469.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470.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471.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7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7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7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8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8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20},&quot;minSize&quot;:{&quot;size1&quot;:11.2},&quot;normalSize&quot;:{&quot;size1&quot;:11.2},&quot;subLayout&quot;:[{&quot;id&quot;:&quot;2023-07-01T08:57:10&quot;,&quot;margin&quot;:{&quot;bottom&quot;:0.025999998673796654,&quot;left&quot;:1.2699999809265137,&quot;right&quot;:1.2699999809265137,&quot;top&quot;:0.4230000376701355},&quot;type&quot;:0},{&quot;id&quot;:&quot;2023-07-01T08:57:1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8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20},&quot;minSize&quot;:{&quot;size1&quot;:11.2},&quot;normalSize&quot;:{&quot;size1&quot;:11.2},&quot;subLayout&quot;:[{&quot;id&quot;:&quot;2023-07-01T08:57:10&quot;,&quot;margin&quot;:{&quot;bottom&quot;:0.025999998673796654,&quot;left&quot;:1.2699999809265137,&quot;right&quot;:1.2699999809265137,&quot;top&quot;:0.4230000376701355},&quot;type&quot;:0},{&quot;id&quot;:&quot;2023-07-01T08:57:1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9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09.xml><?xml version="1.0" encoding="utf-8"?>
<p:tagLst xmlns:p="http://schemas.openxmlformats.org/presentationml/2006/main">
  <p:tag name="KSO_WM_UNIT_PLACING_PICTURE_USER_VIEWPORT" val="{&quot;height&quot;:2625,&quot;width&quot;:10560}"/>
</p:tagLst>
</file>

<file path=ppt/tags/tag5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2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20},&quot;minSize&quot;:{&quot;size1&quot;:11.2},&quot;normalSize&quot;:{&quot;size1&quot;:11.2},&quot;subLayout&quot;:[{&quot;id&quot;:&quot;2023-07-01T08:57:10&quot;,&quot;margin&quot;:{&quot;bottom&quot;:0.025999998673796654,&quot;left&quot;:1.2699999809265137,&quot;right&quot;:1.2699999809265137,&quot;top&quot;:0.4230000376701355},&quot;type&quot;:0},{&quot;id&quot;:&quot;2023-07-01T08:57:1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2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3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19124_8*l_h_f*1_1_1"/>
  <p:tag name="KSO_WM_TEMPLATE_CATEGORY" val="diagram"/>
  <p:tag name="KSO_WM_TEMPLATE_INDEX" val="20219124"/>
  <p:tag name="KSO_WM_UNIT_LAYERLEVEL" val="1_1_1"/>
  <p:tag name="KSO_WM_TAG_VERSION" val="1.0"/>
  <p:tag name="KSO_WM_BEAUTIFY_FLAG" val="#wm#"/>
  <p:tag name="KSO_WM_UNIT_SUBTYPE" val="a"/>
  <p:tag name="KSO_WM_UNIT_NOCLEAR" val="0"/>
  <p:tag name="KSO_WM_UNIT_TYPE" val="l_h_f"/>
  <p:tag name="KSO_WM_UNIT_INDEX" val="1_1_1"/>
  <p:tag name="KSO_WM_UNIT_PRESET_TEXT" val="单击此处输入你的正文，文字是您思想的提炼"/>
  <p:tag name="KSO_WM_UNIT_VALUE" val="46"/>
  <p:tag name="KSO_WM_CHIP_GROUPID" val="60b9e315d573a1aeab43bf4b"/>
  <p:tag name="KSO_WM_CHIP_XID" val="60b9e315d573a1aeab43bf4c"/>
  <p:tag name="KSO_WM_ASSEMBLE_CHIP_INDEX" val="fe5acb15575b41b78fa4f50ed3308928"/>
  <p:tag name="KSO_WM_UNIT_TEXT_FILL_FORE_SCHEMECOLOR_INDEX_BRIGHTNESS" val="0.25"/>
  <p:tag name="KSO_WM_UNIT_TEXT_FILL_FORE_SCHEMECOLOR_INDEX" val="13"/>
  <p:tag name="KSO_WM_UNIT_TEXT_FILL_TYPE" val="1"/>
</p:tagLst>
</file>

<file path=ppt/tags/tag5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5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31.1},&quot;minSize&quot;:{&quot;size1&quot;:17.8},&quot;normalSize&quot;:{&quot;size1&quot;:17.8},&quot;subLayout&quot;:[{&quot;id&quot;:&quot;2023-07-01T08:57:10&quot;,&quot;maxSize&quot;:{&quot;size1&quot;:100},&quot;minSize&quot;:{&quot;size1&quot;:61.7},&quot;normalSize&quot;:{&quot;size1&quot;:61.7},&quot;subLayout&quot;:[{&quot;id&quot;:&quot;2023-07-01T08:57:10&quot;,&quot;margin&quot;:{&quot;bottom&quot;:0,&quot;left&quot;:1.2699999809265137,&quot;right&quot;:1.2699999809265137,&quot;top&quot;:0.4230000376701355},&quot;type&quot;:0},{&quot;id&quot;:&quot;2023-07-01T08:57:10&quot;,&quot;margin&quot;:{&quot;bottom&quot;:0.025999998673796654,&quot;left&quot;:1.2699999809265137,&quot;right&quot;:1.2699999809265137,&quot;top&quot;:0.025999998673796654},&quot;type&quot;:0}],&quot;type&quot;:0},{&quot;id&quot;:&quot;2023-07-01T08:57:10&quot;,&quot;margin&quot;:{&quot;bottom&quot;:0.847000002861023,&quot;left&quot;:1.2699999809265137,&quot;right&quot;:1.2699999809265137,&quot;top&quot;:1.2699999809265137},&quot;type&quot;:0}],&quot;type&quot;:0}"/>
  <p:tag name="KSO_WM_SLIDE_BACKGROUND_TYPE" val="general"/>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5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5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0&quot;,&quot;maxSize&quot;:{&quot;size1&quot;:20},&quot;minSize&quot;:{&quot;size1&quot;:11.2},&quot;normalSize&quot;:{&quot;size1&quot;:11.2},&quot;subLayout&quot;:[{&quot;id&quot;:&quot;2023-07-01T08:57:10&quot;,&quot;margin&quot;:{&quot;bottom&quot;:0.025999998673796654,&quot;left&quot;:1.2699999809265137,&quot;right&quot;:1.2699999809265137,&quot;top&quot;:0.4230000376701355},&quot;type&quot;:0},{&quot;id&quot;:&quot;2023-07-01T08:57:1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31.1},&quot;minSize&quot;:{&quot;size1&quot;:17.8},&quot;normalSize&quot;:{&quot;size1&quot;:17.8},&quot;subLayout&quot;:[{&quot;id&quot;:&quot;2023-07-01T08:57:11&quot;,&quot;maxSize&quot;:{&quot;size1&quot;:100},&quot;minSize&quot;:{&quot;size1&quot;:61.7},&quot;normalSize&quot;:{&quot;size1&quot;:61.7},&quot;subLayout&quot;:[{&quot;id&quot;:&quot;2023-07-01T08:57:11&quot;,&quot;margin&quot;:{&quot;bottom&quot;:0,&quot;left&quot;:1.2699999809265137,&quot;right&quot;:1.2699999809265137,&quot;top&quot;:0.4230000376701355},&quot;type&quot;:0},{&quot;id&quot;:&quot;2023-07-01T08:57:11&quot;,&quot;margin&quot;:{&quot;bottom&quot;:0.025999998673796654,&quot;left&quot;:1.2699999809265137,&quot;right&quot;:1.2699999809265137,&quot;top&quot;:0.025999998673796654},&quot;type&quot;:0}],&quot;type&quot;:0},{&quot;id&quot;:&quot;2023-07-01T08:57:11&quot;,&quot;margin&quot;:{&quot;bottom&quot;:0.847000002861023,&quot;left&quot;:1.2699999809265137,&quot;right&quot;:1.2699999809265137,&quot;top&quot;:1.2699999809265137},&quot;type&quot;:0}],&quot;type&quot;:0}"/>
  <p:tag name="KSO_WM_SLIDE_BACKGROUND_TYPE" val="general"/>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31.1},&quot;minSize&quot;:{&quot;size1&quot;:17.8},&quot;normalSize&quot;:{&quot;size1&quot;:17.8},&quot;subLayout&quot;:[{&quot;id&quot;:&quot;2023-07-01T08:57:11&quot;,&quot;maxSize&quot;:{&quot;size1&quot;:100},&quot;minSize&quot;:{&quot;size1&quot;:61.7},&quot;normalSize&quot;:{&quot;size1&quot;:61.7},&quot;subLayout&quot;:[{&quot;id&quot;:&quot;2023-07-01T08:57:11&quot;,&quot;margin&quot;:{&quot;bottom&quot;:0,&quot;left&quot;:1.2699999809265137,&quot;right&quot;:1.2699999809265137,&quot;top&quot;:0.4230000376701355},&quot;type&quot;:0},{&quot;id&quot;:&quot;2023-07-01T08:57:11&quot;,&quot;margin&quot;:{&quot;bottom&quot;:0.025999998673796654,&quot;left&quot;:1.2699999809265137,&quot;right&quot;:1.2699999809265137,&quot;top&quot;:0.025999998673796654},&quot;type&quot;:0}],&quot;type&quot;:0},{&quot;id&quot;:&quot;2023-07-01T08:57:11&quot;,&quot;margin&quot;:{&quot;bottom&quot;:0.847000002861023,&quot;left&quot;:1.2699999809265137,&quot;right&quot;:1.2699999809265137,&quot;top&quot;:1.2699999809265137},&quot;type&quot;:0}],&quot;type&quot;:0}"/>
  <p:tag name="KSO_WM_SLIDE_BACKGROUND_TYPE" val="general"/>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7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31.1},&quot;minSize&quot;:{&quot;size1&quot;:17.8},&quot;normalSize&quot;:{&quot;size1&quot;:17.8},&quot;subLayout&quot;:[{&quot;id&quot;:&quot;2023-07-01T08:57:11&quot;,&quot;maxSize&quot;:{&quot;size1&quot;:100},&quot;minSize&quot;:{&quot;size1&quot;:61.7},&quot;normalSize&quot;:{&quot;size1&quot;:61.7},&quot;subLayout&quot;:[{&quot;id&quot;:&quot;2023-07-01T08:57:11&quot;,&quot;margin&quot;:{&quot;bottom&quot;:0,&quot;left&quot;:1.2699999809265137,&quot;right&quot;:1.2699999809265137,&quot;top&quot;:0.4230000376701355},&quot;type&quot;:0},{&quot;id&quot;:&quot;2023-07-01T08:57:11&quot;,&quot;margin&quot;:{&quot;bottom&quot;:0.025999998673796654,&quot;left&quot;:1.2699999809265137,&quot;right&quot;:1.2699999809265137,&quot;top&quot;:0.025999998673796654},&quot;type&quot;:0}],&quot;type&quot;:0},{&quot;id&quot;:&quot;2023-07-01T08:57:11&quot;,&quot;margin&quot;:{&quot;bottom&quot;:0.847000002861023,&quot;left&quot;:1.2699999809265137,&quot;right&quot;:1.2699999809265137,&quot;top&quot;:1.2699999809265137},&quot;type&quot;:0}],&quot;type&quot;:0}"/>
  <p:tag name="KSO_WM_SLIDE_BACKGROUND_TYPE" val="general"/>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584.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1_1"/>
  <p:tag name="KSO_WM_UNIT_ID" val="diagram20210780_1*l_h_i*1_1_1"/>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85.xml><?xml version="1.0" encoding="utf-8"?>
<p:tagLst xmlns:p="http://schemas.openxmlformats.org/presentationml/2006/main">
  <p:tag name="KSO_WM_TEMPLATE_CATEGORY" val="diagram"/>
  <p:tag name="KSO_WM_TEMPLATE_INDEX" val="20210780"/>
  <p:tag name="KSO_WM_TAG_VERSION" val="1.0"/>
  <p:tag name="KSO_WM_UNIT_TYPE" val="l_h_f"/>
  <p:tag name="KSO_WM_UNIT_INDEX" val="1_1_1"/>
  <p:tag name="KSO_WM_UNIT_ID" val="diagram20210780_1*l_h_f*1_1_1"/>
  <p:tag name="KSO_WM_UNIT_LAYERLEVEL" val="1_1_1"/>
  <p:tag name="KSO_WM_UNIT_VALUE" val="20"/>
  <p:tag name="KSO_WM_UNIT_HIGHLIGHT" val="0"/>
  <p:tag name="KSO_WM_UNIT_COMPATIBLE" val="0"/>
  <p:tag name="KSO_WM_BEAUTIFY_FLAG" val="#wm#"/>
  <p:tag name="KSO_WM_UNIT_PRESET_TEXT_INDEX" val="4"/>
  <p:tag name="KSO_WM_UNIT_PRESET_TEXT_LEN" val="12"/>
  <p:tag name="KSO_WM_DIAGRAM_GROUP_CODE" val="l1-1"/>
  <p:tag name="KSO_WM_UNIT_SUBTYPE" val="a"/>
  <p:tag name="KSO_WM_UNIT_NOCLEAR" val="0"/>
  <p:tag name="KSO_WM_UNIT_DIAGRAM_ISNUMVISUAL" val="0"/>
  <p:tag name="KSO_WM_UNIT_DIAGRAM_ISREFERUNIT" val="0"/>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13"/>
  <p:tag name="KSO_WM_UNIT_TEXT_FILL_TYPE" val="1"/>
</p:tagLst>
</file>

<file path=ppt/tags/tag586.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1_2"/>
  <p:tag name="KSO_WM_UNIT_ID" val="diagram20210780_1*l_h_i*1_1_2"/>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5"/>
  <p:tag name="KSO_WM_UNIT_FILL_TYPE" val="1"/>
</p:tagLst>
</file>

<file path=ppt/tags/tag587.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3_1"/>
  <p:tag name="KSO_WM_UNIT_ID" val="diagram20210780_1*l_h_i*1_3_1"/>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5"/>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588.xml><?xml version="1.0" encoding="utf-8"?>
<p:tagLst xmlns:p="http://schemas.openxmlformats.org/presentationml/2006/main">
  <p:tag name="KSO_WM_TEMPLATE_CATEGORY" val="diagram"/>
  <p:tag name="KSO_WM_TEMPLATE_INDEX" val="20210780"/>
  <p:tag name="KSO_WM_TAG_VERSION" val="1.0"/>
  <p:tag name="KSO_WM_UNIT_TYPE" val="l_h_f"/>
  <p:tag name="KSO_WM_UNIT_INDEX" val="1_3_1"/>
  <p:tag name="KSO_WM_UNIT_ID" val="diagram20210780_1*l_h_f*1_3_1"/>
  <p:tag name="KSO_WM_UNIT_LAYERLEVEL" val="1_1_1"/>
  <p:tag name="KSO_WM_UNIT_VALUE" val="20"/>
  <p:tag name="KSO_WM_UNIT_HIGHLIGHT" val="0"/>
  <p:tag name="KSO_WM_UNIT_COMPATIBLE" val="0"/>
  <p:tag name="KSO_WM_BEAUTIFY_FLAG" val="#wm#"/>
  <p:tag name="KSO_WM_UNIT_PRESET_TEXT_INDEX" val="4"/>
  <p:tag name="KSO_WM_UNIT_PRESET_TEXT_LEN" val="12"/>
  <p:tag name="KSO_WM_DIAGRAM_GROUP_CODE" val="l1-1"/>
  <p:tag name="KSO_WM_UNIT_SUBTYPE" val="a"/>
  <p:tag name="KSO_WM_UNIT_NOCLEAR" val="0"/>
  <p:tag name="KSO_WM_UNIT_DIAGRAM_ISNUMVISUAL" val="0"/>
  <p:tag name="KSO_WM_UNIT_DIAGRAM_ISREFERUNIT" val="0"/>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13"/>
  <p:tag name="KSO_WM_UNIT_TEXT_FILL_TYPE" val="1"/>
</p:tagLst>
</file>

<file path=ppt/tags/tag589.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3_2"/>
  <p:tag name="KSO_WM_UNIT_ID" val="diagram20210780_1*l_h_i*1_3_2"/>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7"/>
  <p:tag name="KSO_WM_UNIT_FILL_TYPE" val="1"/>
</p:tagLst>
</file>

<file path=ppt/tags/tag590.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5_2"/>
  <p:tag name="KSO_WM_UNIT_ID" val="diagram20210780_1*l_h_i*1_5_2"/>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5"/>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591.xml><?xml version="1.0" encoding="utf-8"?>
<p:tagLst xmlns:p="http://schemas.openxmlformats.org/presentationml/2006/main">
  <p:tag name="KSO_WM_TEMPLATE_CATEGORY" val="diagram"/>
  <p:tag name="KSO_WM_TEMPLATE_INDEX" val="20210780"/>
  <p:tag name="KSO_WM_TAG_VERSION" val="1.0"/>
  <p:tag name="KSO_WM_UNIT_TYPE" val="l_h_f"/>
  <p:tag name="KSO_WM_UNIT_INDEX" val="1_5_1"/>
  <p:tag name="KSO_WM_UNIT_ID" val="diagram20210780_1*l_h_f*1_5_1"/>
  <p:tag name="KSO_WM_UNIT_LAYERLEVEL" val="1_1_1"/>
  <p:tag name="KSO_WM_UNIT_VALUE" val="20"/>
  <p:tag name="KSO_WM_UNIT_HIGHLIGHT" val="0"/>
  <p:tag name="KSO_WM_UNIT_COMPATIBLE" val="0"/>
  <p:tag name="KSO_WM_BEAUTIFY_FLAG" val="#wm#"/>
  <p:tag name="KSO_WM_UNIT_PRESET_TEXT_INDEX" val="4"/>
  <p:tag name="KSO_WM_UNIT_PRESET_TEXT_LEN" val="12"/>
  <p:tag name="KSO_WM_DIAGRAM_GROUP_CODE" val="l1-1"/>
  <p:tag name="KSO_WM_UNIT_SUBTYPE" val="a"/>
  <p:tag name="KSO_WM_UNIT_NOCLEAR" val="0"/>
  <p:tag name="KSO_WM_UNIT_DIAGRAM_ISNUMVISUAL" val="0"/>
  <p:tag name="KSO_WM_UNIT_DIAGRAM_ISREFERUNIT" val="0"/>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13"/>
  <p:tag name="KSO_WM_UNIT_TEXT_FILL_TYPE" val="1"/>
</p:tagLst>
</file>

<file path=ppt/tags/tag592.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5_1"/>
  <p:tag name="KSO_WM_UNIT_ID" val="diagram20210780_1*l_h_i*1_5_1"/>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6"/>
  <p:tag name="KSO_WM_UNIT_FILL_TYPE" val="1"/>
</p:tagLst>
</file>

<file path=ppt/tags/tag593.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2_1"/>
  <p:tag name="KSO_WM_UNIT_ID" val="diagram20210780_1*l_h_i*1_2_1"/>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5"/>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594.xml><?xml version="1.0" encoding="utf-8"?>
<p:tagLst xmlns:p="http://schemas.openxmlformats.org/presentationml/2006/main">
  <p:tag name="KSO_WM_TEMPLATE_CATEGORY" val="diagram"/>
  <p:tag name="KSO_WM_TEMPLATE_INDEX" val="20210780"/>
  <p:tag name="KSO_WM_TAG_VERSION" val="1.0"/>
  <p:tag name="KSO_WM_UNIT_TYPE" val="l_h_f"/>
  <p:tag name="KSO_WM_UNIT_INDEX" val="1_2_1"/>
  <p:tag name="KSO_WM_UNIT_ID" val="diagram20210780_1*l_h_f*1_2_1"/>
  <p:tag name="KSO_WM_UNIT_LAYERLEVEL" val="1_1_1"/>
  <p:tag name="KSO_WM_UNIT_VALUE" val="20"/>
  <p:tag name="KSO_WM_UNIT_HIGHLIGHT" val="0"/>
  <p:tag name="KSO_WM_UNIT_COMPATIBLE" val="0"/>
  <p:tag name="KSO_WM_BEAUTIFY_FLAG" val="#wm#"/>
  <p:tag name="KSO_WM_UNIT_PRESET_TEXT_INDEX" val="4"/>
  <p:tag name="KSO_WM_UNIT_PRESET_TEXT_LEN" val="12"/>
  <p:tag name="KSO_WM_DIAGRAM_GROUP_CODE" val="l1-1"/>
  <p:tag name="KSO_WM_UNIT_SUBTYPE" val="a"/>
  <p:tag name="KSO_WM_UNIT_NOCLEAR" val="0"/>
  <p:tag name="KSO_WM_UNIT_DIAGRAM_ISNUMVISUAL" val="0"/>
  <p:tag name="KSO_WM_UNIT_DIAGRAM_ISREFERUNIT" val="0"/>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13"/>
  <p:tag name="KSO_WM_UNIT_TEXT_FILL_TYPE" val="1"/>
</p:tagLst>
</file>

<file path=ppt/tags/tag595.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2_2"/>
  <p:tag name="KSO_WM_UNIT_ID" val="diagram20210780_1*l_h_i*1_2_2"/>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596.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4_1"/>
  <p:tag name="KSO_WM_UNIT_ID" val="diagram20210780_1*l_h_i*1_4_1"/>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97.xml><?xml version="1.0" encoding="utf-8"?>
<p:tagLst xmlns:p="http://schemas.openxmlformats.org/presentationml/2006/main">
  <p:tag name="KSO_WM_TEMPLATE_CATEGORY" val="diagram"/>
  <p:tag name="KSO_WM_TEMPLATE_INDEX" val="20210780"/>
  <p:tag name="KSO_WM_TAG_VERSION" val="1.0"/>
  <p:tag name="KSO_WM_UNIT_TYPE" val="l_h_f"/>
  <p:tag name="KSO_WM_UNIT_INDEX" val="1_4_1"/>
  <p:tag name="KSO_WM_UNIT_ID" val="diagram20210780_1*l_h_f*1_4_1"/>
  <p:tag name="KSO_WM_UNIT_LAYERLEVEL" val="1_1_1"/>
  <p:tag name="KSO_WM_UNIT_VALUE" val="20"/>
  <p:tag name="KSO_WM_UNIT_HIGHLIGHT" val="0"/>
  <p:tag name="KSO_WM_UNIT_COMPATIBLE" val="0"/>
  <p:tag name="KSO_WM_BEAUTIFY_FLAG" val="#wm#"/>
  <p:tag name="KSO_WM_UNIT_PRESET_TEXT_INDEX" val="4"/>
  <p:tag name="KSO_WM_UNIT_PRESET_TEXT_LEN" val="12"/>
  <p:tag name="KSO_WM_DIAGRAM_GROUP_CODE" val="l1-1"/>
  <p:tag name="KSO_WM_UNIT_SUBTYPE" val="a"/>
  <p:tag name="KSO_WM_UNIT_NOCLEAR" val="0"/>
  <p:tag name="KSO_WM_UNIT_DIAGRAM_ISNUMVISUAL" val="0"/>
  <p:tag name="KSO_WM_UNIT_DIAGRAM_ISREFERUNIT" val="0"/>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13"/>
  <p:tag name="KSO_WM_UNIT_TEXT_FILL_TYPE" val="1"/>
</p:tagLst>
</file>

<file path=ppt/tags/tag598.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4_2"/>
  <p:tag name="KSO_WM_UNIT_ID" val="diagram20210780_1*l_h_i*1_4_2"/>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99.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6_1"/>
  <p:tag name="KSO_WM_UNIT_ID" val="diagram20210780_1*l_h_i*1_6_1"/>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5"/>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600.xml><?xml version="1.0" encoding="utf-8"?>
<p:tagLst xmlns:p="http://schemas.openxmlformats.org/presentationml/2006/main">
  <p:tag name="KSO_WM_TEMPLATE_CATEGORY" val="diagram"/>
  <p:tag name="KSO_WM_TEMPLATE_INDEX" val="20210780"/>
  <p:tag name="KSO_WM_TAG_VERSION" val="1.0"/>
  <p:tag name="KSO_WM_UNIT_TYPE" val="l_h_f"/>
  <p:tag name="KSO_WM_UNIT_INDEX" val="1_6_1"/>
  <p:tag name="KSO_WM_UNIT_ID" val="diagram20210780_1*l_h_f*1_6_1"/>
  <p:tag name="KSO_WM_UNIT_LAYERLEVEL" val="1_1_1"/>
  <p:tag name="KSO_WM_UNIT_VALUE" val="20"/>
  <p:tag name="KSO_WM_UNIT_HIGHLIGHT" val="0"/>
  <p:tag name="KSO_WM_UNIT_COMPATIBLE" val="0"/>
  <p:tag name="KSO_WM_BEAUTIFY_FLAG" val="#wm#"/>
  <p:tag name="KSO_WM_UNIT_PRESET_TEXT_INDEX" val="4"/>
  <p:tag name="KSO_WM_UNIT_PRESET_TEXT_LEN" val="12"/>
  <p:tag name="KSO_WM_DIAGRAM_GROUP_CODE" val="l1-1"/>
  <p:tag name="KSO_WM_UNIT_SUBTYPE" val="a"/>
  <p:tag name="KSO_WM_UNIT_NOCLEAR" val="0"/>
  <p:tag name="KSO_WM_UNIT_DIAGRAM_ISNUMVISUAL" val="0"/>
  <p:tag name="KSO_WM_UNIT_DIAGRAM_ISREFERUNIT" val="0"/>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13"/>
  <p:tag name="KSO_WM_UNIT_TEXT_FILL_TYPE" val="1"/>
</p:tagLst>
</file>

<file path=ppt/tags/tag601.xml><?xml version="1.0" encoding="utf-8"?>
<p:tagLst xmlns:p="http://schemas.openxmlformats.org/presentationml/2006/main">
  <p:tag name="KSO_WM_TEMPLATE_CATEGORY" val="diagram"/>
  <p:tag name="KSO_WM_TEMPLATE_INDEX" val="20210780"/>
  <p:tag name="KSO_WM_TAG_VERSION" val="1.0"/>
  <p:tag name="KSO_WM_UNIT_TYPE" val="l_h_i"/>
  <p:tag name="KSO_WM_UNIT_INDEX" val="1_6_2"/>
  <p:tag name="KSO_WM_UNIT_ID" val="diagram20210780_1*l_h_i*1_6_2"/>
  <p:tag name="KSO_WM_UNIT_LAYERLEVEL" val="1_1_1"/>
  <p:tag name="KSO_WM_BEAUTIFY_FLAG" val="#wm#"/>
  <p:tag name="KSO_WM_DIAGRAM_GROUP_CODE" val="l1-1"/>
  <p:tag name="KSO_WM_UNIT_HIGHLIGHT" val="0"/>
  <p:tag name="KSO_WM_UNIT_COMPATIBLE" val="0"/>
  <p:tag name="KSO_WM_UNIT_DIAGRAM_ISNUMVISUAL" val="0"/>
  <p:tag name="KSO_WM_UNIT_DIAGRAM_ISREFERUNIT" val="0"/>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6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31.1},&quot;minSize&quot;:{&quot;size1&quot;:17.8},&quot;normalSize&quot;:{&quot;size1&quot;:17.8},&quot;subLayout&quot;:[{&quot;id&quot;:&quot;2023-07-01T08:57:11&quot;,&quot;maxSize&quot;:{&quot;size1&quot;:100},&quot;minSize&quot;:{&quot;size1&quot;:61.7},&quot;normalSize&quot;:{&quot;size1&quot;:61.7},&quot;subLayout&quot;:[{&quot;id&quot;:&quot;2023-07-01T08:57:11&quot;,&quot;margin&quot;:{&quot;bottom&quot;:0,&quot;left&quot;:1.2699999809265137,&quot;right&quot;:1.2699999809265137,&quot;top&quot;:0.4230000376701355},&quot;type&quot;:0},{&quot;id&quot;:&quot;2023-07-01T08:57:11&quot;,&quot;margin&quot;:{&quot;bottom&quot;:0.025999998673796654,&quot;left&quot;:1.2699999809265137,&quot;right&quot;:1.2699999809265137,&quot;top&quot;:0.025999998673796654},&quot;type&quot;:0}],&quot;type&quot;:0},{&quot;id&quot;:&quot;2023-07-01T08:57:11&quot;,&quot;margin&quot;:{&quot;bottom&quot;:0.847000002861023,&quot;left&quot;:1.2699999809265137,&quot;right&quot;:1.2699999809265137,&quot;top&quot;:1.2699999809265137},&quot;type&quot;:0}],&quot;type&quot;:0}"/>
  <p:tag name="KSO_WM_SLIDE_BACKGROUND_TYPE" val="general"/>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0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0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0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1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1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1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20},&quot;minSize&quot;:{&quot;size1&quot;:11.2},&quot;normalSize&quot;:{&quot;size1&quot;:11.2},&quot;subLayout&quot;:[{&quot;id&quot;:&quot;2023-07-01T08:57:11&quot;,&quot;margin&quot;:{&quot;bottom&quot;:0.025999998673796654,&quot;left&quot;:1.2699999809265137,&quot;right&quot;:1.2699999809265137,&quot;top&quot;:0.4230000376701355},&quot;type&quot;:0},{&quot;id&quot;:&quot;2023-07-01T08:57:1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62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31.1},&quot;minSize&quot;:{&quot;size1&quot;:17.8},&quot;normalSize&quot;:{&quot;size1&quot;:17.8},&quot;subLayout&quot;:[{&quot;id&quot;:&quot;2023-07-01T08:57:11&quot;,&quot;maxSize&quot;:{&quot;size1&quot;:100},&quot;minSize&quot;:{&quot;size1&quot;:61.7},&quot;normalSize&quot;:{&quot;size1&quot;:61.7},&quot;subLayout&quot;:[{&quot;id&quot;:&quot;2023-07-01T08:57:11&quot;,&quot;margin&quot;:{&quot;bottom&quot;:0,&quot;left&quot;:1.2699999809265137,&quot;right&quot;:1.2699999809265137,&quot;top&quot;:0.4230000376701355},&quot;type&quot;:0},{&quot;id&quot;:&quot;2023-07-01T08:57:11&quot;,&quot;margin&quot;:{&quot;bottom&quot;:0.025999998673796654,&quot;left&quot;:1.2699999809265137,&quot;right&quot;:1.2699999809265137,&quot;top&quot;:0.025999998673796654},&quot;type&quot;:0}],&quot;type&quot;:0},{&quot;id&quot;:&quot;2023-07-01T08:57:11&quot;,&quot;margin&quot;:{&quot;bottom&quot;:0.847000002861023,&quot;left&quot;:1.2699999809265137,&quot;right&quot;:1.2699999809265137,&quot;top&quot;:1.2699999809265137},&quot;type&quot;:0}],&quot;type&quot;:0}"/>
  <p:tag name="KSO_WM_SLIDE_BACKGROUND_TYPE" val="general"/>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6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6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31.1},&quot;minSize&quot;:{&quot;size1&quot;:17.8},&quot;normalSize&quot;:{&quot;size1&quot;:17.8},&quot;subLayout&quot;:[{&quot;id&quot;:&quot;2023-07-01T08:57:11&quot;,&quot;maxSize&quot;:{&quot;size1&quot;:100},&quot;minSize&quot;:{&quot;size1&quot;:61.7},&quot;normalSize&quot;:{&quot;size1&quot;:61.7},&quot;subLayout&quot;:[{&quot;id&quot;:&quot;2023-07-01T08:57:11&quot;,&quot;margin&quot;:{&quot;bottom&quot;:0,&quot;left&quot;:1.2699999809265137,&quot;right&quot;:1.2699999809265137,&quot;top&quot;:0.4230000376701355},&quot;type&quot;:0},{&quot;id&quot;:&quot;2023-07-01T08:57:11&quot;,&quot;margin&quot;:{&quot;bottom&quot;:0.025999998673796654,&quot;left&quot;:1.2699999809265137,&quot;right&quot;:1.2699999809265137,&quot;top&quot;:0.025999998673796654},&quot;type&quot;:0}],&quot;type&quot;:0},{&quot;id&quot;:&quot;2023-07-01T08:57:11&quot;,&quot;margin&quot;:{&quot;bottom&quot;:0.847000002861023,&quot;left&quot;:1.2699999809265137,&quot;right&quot;:1.2699999809265137,&quot;top&quot;:1.2699999809265137},&quot;type&quot;:0}],&quot;type&quot;:0}"/>
  <p:tag name="KSO_WM_SLIDE_BACKGROUND_TYPE" val="general"/>
</p:tagLst>
</file>

<file path=ppt/tags/tag62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629.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630.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3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3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3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3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3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3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4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20},&quot;minSize&quot;:{&quot;size1&quot;:11.2},&quot;normalSize&quot;:{&quot;size1&quot;:11.2},&quot;subLayout&quot;:[{&quot;id&quot;:&quot;2023-07-01T08:57:11&quot;,&quot;margin&quot;:{&quot;bottom&quot;:0.025999998673796654,&quot;left&quot;:1.2699999809265137,&quot;right&quot;:1.2699999809265137,&quot;top&quot;:0.4230000376701355},&quot;type&quot;:0},{&quot;id&quot;:&quot;2023-07-01T08:57:1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4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20},&quot;minSize&quot;:{&quot;size1&quot;:11.2},&quot;normalSize&quot;:{&quot;size1&quot;:11.2},&quot;subLayout&quot;:[{&quot;id&quot;:&quot;2023-07-01T08:57:11&quot;,&quot;margin&quot;:{&quot;bottom&quot;:0.025999998673796654,&quot;left&quot;:1.2699999809265137,&quot;right&quot;:1.2699999809265137,&quot;top&quot;:0.4230000376701355},&quot;type&quot;:0},{&quot;id&quot;:&quot;2023-07-01T08:57:1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5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20},&quot;minSize&quot;:{&quot;size1&quot;:11.2},&quot;normalSize&quot;:{&quot;size1&quot;:11.2},&quot;subLayout&quot;:[{&quot;id&quot;:&quot;2023-07-01T08:57:11&quot;,&quot;margin&quot;:{&quot;bottom&quot;:0.025999998673796654,&quot;left&quot;:1.2699999809265137,&quot;right&quot;:1.2699999809265137,&quot;top&quot;:0.4230000376701355},&quot;type&quot;:0},{&quot;id&quot;:&quot;2023-07-01T08:57:1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16440_1*l_i*1_1"/>
  <p:tag name="KSO_WM_TEMPLATE_CATEGORY" val="diagram"/>
  <p:tag name="KSO_WM_TEMPLATE_INDEX" val="20216440"/>
  <p:tag name="KSO_WM_UNIT_LAYERLEVEL" val="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16440_1*l_i*1_2"/>
  <p:tag name="KSO_WM_TEMPLATE_CATEGORY" val="diagram"/>
  <p:tag name="KSO_WM_TEMPLATE_INDEX" val="20216440"/>
  <p:tag name="KSO_WM_UNIT_LAYERLEVEL" val="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16440_1*l_i*1_3"/>
  <p:tag name="KSO_WM_TEMPLATE_CATEGORY" val="diagram"/>
  <p:tag name="KSO_WM_TEMPLATE_INDEX" val="20216440"/>
  <p:tag name="KSO_WM_UNIT_LAYERLEVEL" val="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16440_1*l_i*1_4"/>
  <p:tag name="KSO_WM_TEMPLATE_CATEGORY" val="diagram"/>
  <p:tag name="KSO_WM_TEMPLATE_INDEX" val="20216440"/>
  <p:tag name="KSO_WM_UNIT_LAYERLEVEL" val="1_1"/>
  <p:tag name="KSO_WM_TAG_VERSION" val="1.0"/>
  <p:tag name="KSO_WM_BEAUTIFY_FLAG" val="#wm#"/>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2"/>
  <p:tag name="KSO_WM_UNIT_TEXT_FILL_TYPE" val="1"/>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16440_1*l_i*1_5"/>
  <p:tag name="KSO_WM_TEMPLATE_CATEGORY" val="diagram"/>
  <p:tag name="KSO_WM_TEMPLATE_INDEX" val="20216440"/>
  <p:tag name="KSO_WM_UNIT_LAYERLEVEL" val="1_1"/>
  <p:tag name="KSO_WM_TAG_VERSION" val="1.0"/>
  <p:tag name="KSO_WM_BEAUTIFY_FLAG" val="#wm#"/>
  <p:tag name="KSO_WM_UNIT_FILL_FORE_SCHEMECOLOR_INDEX_BRIGHTNESS" val="-0.05"/>
  <p:tag name="KSO_WM_UNIT_FILL_FORE_SCHEMECOLOR_INDEX" val="16"/>
  <p:tag name="KSO_WM_UNIT_FILL_TYPE" val="1"/>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6440_1*l_h_i*1_1_1"/>
  <p:tag name="KSO_WM_TEMPLATE_CATEGORY" val="diagram"/>
  <p:tag name="KSO_WM_TEMPLATE_INDEX" val="20216440"/>
  <p:tag name="KSO_WM_UNIT_LAYERLEVEL" val="1_1_1"/>
  <p:tag name="KSO_WM_TAG_VERSION" val="1.0"/>
  <p:tag name="KSO_WM_BEAUTIFY_FLAG" val="#wm#"/>
  <p:tag name="KSO_WM_UNIT_LINE_FORE_SCHEMECOLOR_INDEX_BRIGHTNESS" val="0"/>
  <p:tag name="KSO_WM_UNIT_LINE_FORE_SCHEMECOLOR_INDEX" val="9"/>
  <p:tag name="KSO_WM_UNIT_LINE_FILL_TYPE" val="2"/>
</p:tagLst>
</file>

<file path=ppt/tags/tag665.xml><?xml version="1.0" encoding="utf-8"?>
<p:tagLst xmlns:p="http://schemas.openxmlformats.org/presentationml/2006/main">
  <p:tag name="KSO_WM_UNIT_TEXT_FILL_FORE_SCHEMECOLOR_INDEX" val="13"/>
  <p:tag name="KSO_WM_UNIT_TEXT_FILL_TYPE" val="1"/>
  <p:tag name="KSO_WM_UNIT_USESOURCEFORMAT_APPLY" val="1"/>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6440_1*l_h_a*1_1_1"/>
  <p:tag name="KSO_WM_TEMPLATE_CATEGORY" val="diagram"/>
  <p:tag name="KSO_WM_TEMPLATE_INDEX" val="20216440"/>
  <p:tag name="KSO_WM_UNIT_LAYERLEVEL" val="1_1_1"/>
  <p:tag name="KSO_WM_TAG_VERSION" val="1.0"/>
  <p:tag name="KSO_WM_BEAUTIFY_FLAG" val="#wm#"/>
  <p:tag name="KSO_WM_UNIT_PRESET_TEXT" val="添加标题"/>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6440_1*l_h_i*1_2_1"/>
  <p:tag name="KSO_WM_TEMPLATE_CATEGORY" val="diagram"/>
  <p:tag name="KSO_WM_TEMPLATE_INDEX" val="20216440"/>
  <p:tag name="KSO_WM_UNIT_LAYERLEVEL" val="1_1_1"/>
  <p:tag name="KSO_WM_TAG_VERSION" val="1.0"/>
  <p:tag name="KSO_WM_BEAUTIFY_FLAG" val="#wm#"/>
  <p:tag name="KSO_WM_UNIT_LINE_FORE_SCHEMECOLOR_INDEX_BRIGHTNESS" val="-0.25"/>
  <p:tag name="KSO_WM_UNIT_LINE_FORE_SCHEMECOLOR_INDEX" val="16"/>
  <p:tag name="KSO_WM_UNIT_LINE_FILL_TYPE" val="2"/>
</p:tagLst>
</file>

<file path=ppt/tags/tag667.xml><?xml version="1.0" encoding="utf-8"?>
<p:tagLst xmlns:p="http://schemas.openxmlformats.org/presentationml/2006/main">
  <p:tag name="KSO_WM_UNIT_TEXT_SUBTYPE" val="a"/>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6440_1*l_h_f*1_2_1"/>
  <p:tag name="KSO_WM_TEMPLATE_CATEGORY" val="diagram"/>
  <p:tag name="KSO_WM_TEMPLATE_INDEX" val="20216440"/>
  <p:tag name="KSO_WM_UNIT_LAYERLEVEL" val="1_1_1"/>
  <p:tag name="KSO_WM_TAG_VERSION" val="1.0"/>
  <p:tag name="KSO_WM_BEAUTIFY_FLAG" val="#wm#"/>
  <p:tag name="KSO_WM_UNIT_PRESET_TEXT" val="单击此处输入你需要的正文，文字是您思想的提炼，为了最终演示发布的良好效果"/>
  <p:tag name="KSO_WM_UNIT_VALUE" val="44"/>
  <p:tag name="KSO_WM_UNIT_TEXT_FILL_FORE_SCHEMECOLOR_INDEX_BRIGHTNESS" val="0.15"/>
  <p:tag name="KSO_WM_UNIT_TEXT_FILL_FORE_SCHEMECOLOR_INDEX" val="13"/>
  <p:tag name="KSO_WM_UNIT_TEXT_FILL_TYPE" val="1"/>
</p:tagLst>
</file>

<file path=ppt/tags/tag668.xml><?xml version="1.0" encoding="utf-8"?>
<p:tagLst xmlns:p="http://schemas.openxmlformats.org/presentationml/2006/main">
  <p:tag name="KSO_WM_UNIT_TEXT_FILL_FORE_SCHEMECOLOR_INDEX" val="13"/>
  <p:tag name="KSO_WM_UNIT_TEXT_FILL_TYPE" val="1"/>
  <p:tag name="KSO_WM_UNIT_USESOURCEFORMAT_APPLY" val="1"/>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16440_1*l_h_a*1_2_1"/>
  <p:tag name="KSO_WM_TEMPLATE_CATEGORY" val="diagram"/>
  <p:tag name="KSO_WM_TEMPLATE_INDEX" val="20216440"/>
  <p:tag name="KSO_WM_UNIT_LAYERLEVEL" val="1_1_1"/>
  <p:tag name="KSO_WM_TAG_VERSION" val="1.0"/>
  <p:tag name="KSO_WM_BEAUTIFY_FLAG" val="#wm#"/>
  <p:tag name="KSO_WM_UNIT_PRESET_TEXT" val="添加标题"/>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16440_1*l_h_i*1_2_2"/>
  <p:tag name="KSO_WM_TEMPLATE_CATEGORY" val="diagram"/>
  <p:tag name="KSO_WM_TEMPLATE_INDEX" val="20216440"/>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16440_1*l_h_i*1_1_2"/>
  <p:tag name="KSO_WM_TEMPLATE_CATEGORY" val="diagram"/>
  <p:tag name="KSO_WM_TEMPLATE_INDEX" val="20216440"/>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6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1&quot;,&quot;maxSize&quot;:{&quot;size1&quot;:31.1},&quot;minSize&quot;:{&quot;size1&quot;:17.8},&quot;normalSize&quot;:{&quot;size1&quot;:17.8},&quot;subLayout&quot;:[{&quot;id&quot;:&quot;2023-07-01T08:57:11&quot;,&quot;maxSize&quot;:{&quot;size1&quot;:100},&quot;minSize&quot;:{&quot;size1&quot;:61.7},&quot;normalSize&quot;:{&quot;size1&quot;:61.7},&quot;subLayout&quot;:[{&quot;id&quot;:&quot;2023-07-01T08:57:11&quot;,&quot;margin&quot;:{&quot;bottom&quot;:0,&quot;left&quot;:1.2699999809265137,&quot;right&quot;:1.2699999809265137,&quot;top&quot;:0.4230000376701355},&quot;type&quot;:0},{&quot;id&quot;:&quot;2023-07-01T08:57:11&quot;,&quot;margin&quot;:{&quot;bottom&quot;:0.025999998673796654,&quot;left&quot;:1.2699999809265137,&quot;right&quot;:1.2699999809265137,&quot;top&quot;:0.025999998673796654},&quot;type&quot;:0}],&quot;type&quot;:0},{&quot;id&quot;:&quot;2023-07-01T08:57:11&quot;,&quot;margin&quot;:{&quot;bottom&quot;:0.847000002861023,&quot;left&quot;:1.2699999809265137,&quot;right&quot;:1.2699999809265137,&quot;top&quot;:1.2699999809265137},&quot;type&quot;:0}],&quot;type&quot;:0}"/>
  <p:tag name="KSO_WM_SLIDE_BACKGROUND_TYPE" val="general"/>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677.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6484_4*l_h_a*1_1_1"/>
  <p:tag name="KSO_WM_TEMPLATE_CATEGORY" val="diagram"/>
  <p:tag name="KSO_WM_TEMPLATE_INDEX" val="20216484"/>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6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6484_4*l_h_i*1_1_1"/>
  <p:tag name="KSO_WM_TEMPLATE_CATEGORY" val="diagram"/>
  <p:tag name="KSO_WM_TEMPLATE_INDEX" val="20216484"/>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6484_4*l_h_i*1_1_2"/>
  <p:tag name="KSO_WM_TEMPLATE_CATEGORY" val="diagram"/>
  <p:tag name="KSO_WM_TEMPLATE_INDEX" val="20216484"/>
  <p:tag name="KSO_WM_UNIT_LAYERLEVEL" val="1_1_1"/>
  <p:tag name="KSO_WM_TAG_VERSION" val="1.0"/>
  <p:tag name="KSO_WM_BEAUTIFY_FLAG" val="#wm#"/>
  <p:tag name="KSO_WM_UNIT_LINE_FORE_SCHEMECOLOR_INDEX_BRIGHTNESS" val="0"/>
  <p:tag name="KSO_WM_UNIT_LINE_FORE_SCHEMECOLOR_INDEX" val="5"/>
  <p:tag name="KSO_WM_UNIT_LINE_FILL_TYPE" val="2"/>
</p:tagLst>
</file>

<file path=ppt/tags/tag680.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16484_4*l_h_a*1_2_1"/>
  <p:tag name="KSO_WM_TEMPLATE_CATEGORY" val="diagram"/>
  <p:tag name="KSO_WM_TEMPLATE_INDEX" val="20216484"/>
  <p:tag name="KSO_WM_UNIT_LAYERLEVEL" val="1_1_1"/>
  <p:tag name="KSO_WM_TAG_VERSION" val="1.0"/>
  <p:tag name="KSO_WM_BEAUTIFY_FLAG" val="#wm#"/>
  <p:tag name="KSO_WM_UNIT_TEXT_FILL_FORE_SCHEMECOLOR_INDEX_BRIGHTNESS" val="0"/>
  <p:tag name="KSO_WM_UNIT_TEXT_FILL_FORE_SCHEMECOLOR_INDEX" val="6"/>
  <p:tag name="KSO_WM_UNIT_TEXT_FILL_TYPE" val="1"/>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6484_4*l_h_i*1_2_1"/>
  <p:tag name="KSO_WM_TEMPLATE_CATEGORY" val="diagram"/>
  <p:tag name="KSO_WM_TEMPLATE_INDEX" val="2021648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16484_4*l_h_i*1_2_2"/>
  <p:tag name="KSO_WM_TEMPLATE_CATEGORY" val="diagram"/>
  <p:tag name="KSO_WM_TEMPLATE_INDEX" val="20216484"/>
  <p:tag name="KSO_WM_UNIT_LAYERLEVEL" val="1_1_1"/>
  <p:tag name="KSO_WM_TAG_VERSION" val="1.0"/>
  <p:tag name="KSO_WM_BEAUTIFY_FLAG" val="#wm#"/>
  <p:tag name="KSO_WM_UNIT_LINE_FORE_SCHEMECOLOR_INDEX_BRIGHTNESS" val="0"/>
  <p:tag name="KSO_WM_UNIT_LINE_FORE_SCHEMECOLOR_INDEX" val="6"/>
  <p:tag name="KSO_WM_UNIT_LINE_FILL_TYPE" val="2"/>
</p:tagLst>
</file>

<file path=ppt/tags/tag683.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16484_4*l_h_a*1_4_1"/>
  <p:tag name="KSO_WM_TEMPLATE_CATEGORY" val="diagram"/>
  <p:tag name="KSO_WM_TEMPLATE_INDEX" val="20216484"/>
  <p:tag name="KSO_WM_UNIT_LAYERLEVEL" val="1_1_1"/>
  <p:tag name="KSO_WM_TAG_VERSION" val="1.0"/>
  <p:tag name="KSO_WM_BEAUTIFY_FLAG" val="#wm#"/>
  <p:tag name="KSO_WM_UNIT_TEXT_FILL_FORE_SCHEMECOLOR_INDEX_BRIGHTNESS" val="0"/>
  <p:tag name="KSO_WM_UNIT_TEXT_FILL_FORE_SCHEMECOLOR_INDEX" val="8"/>
  <p:tag name="KSO_WM_UNIT_TEXT_FILL_TYPE" val="1"/>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16484_4*l_h_i*1_4_1"/>
  <p:tag name="KSO_WM_TEMPLATE_CATEGORY" val="diagram"/>
  <p:tag name="KSO_WM_TEMPLATE_INDEX" val="20216484"/>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Lst>
</file>

<file path=ppt/tags/tag6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16484_4*l_h_i*1_4_2"/>
  <p:tag name="KSO_WM_TEMPLATE_CATEGORY" val="diagram"/>
  <p:tag name="KSO_WM_TEMPLATE_INDEX" val="20216484"/>
  <p:tag name="KSO_WM_UNIT_LAYERLEVEL" val="1_1_1"/>
  <p:tag name="KSO_WM_TAG_VERSION" val="1.0"/>
  <p:tag name="KSO_WM_BEAUTIFY_FLAG" val="#wm#"/>
  <p:tag name="KSO_WM_UNIT_LINE_FORE_SCHEMECOLOR_INDEX_BRIGHTNESS" val="0"/>
  <p:tag name="KSO_WM_UNIT_LINE_FORE_SCHEMECOLOR_INDEX" val="8"/>
  <p:tag name="KSO_WM_UNIT_LINE_FILL_TYPE" val="2"/>
</p:tagLst>
</file>

<file path=ppt/tags/tag686.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16484_4*l_h_f*1_5_1"/>
  <p:tag name="KSO_WM_TEMPLATE_CATEGORY" val="diagram"/>
  <p:tag name="KSO_WM_TEMPLATE_INDEX" val="20216484"/>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687.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16484_4*l_h_a*1_5_1"/>
  <p:tag name="KSO_WM_TEMPLATE_CATEGORY" val="diagram"/>
  <p:tag name="KSO_WM_TEMPLATE_INDEX" val="20216484"/>
  <p:tag name="KSO_WM_UNIT_LAYERLEVEL" val="1_1_1"/>
  <p:tag name="KSO_WM_TAG_VERSION" val="1.0"/>
  <p:tag name="KSO_WM_BEAUTIFY_FLAG" val="#wm#"/>
  <p:tag name="KSO_WM_UNIT_TEXT_FILL_FORE_SCHEMECOLOR_INDEX_BRIGHTNESS" val="0"/>
  <p:tag name="KSO_WM_UNIT_TEXT_FILL_FORE_SCHEMECOLOR_INDEX" val="9"/>
  <p:tag name="KSO_WM_UNIT_TEXT_FILL_TYPE" val="1"/>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16484_4*l_h_i*1_5_1"/>
  <p:tag name="KSO_WM_TEMPLATE_CATEGORY" val="diagram"/>
  <p:tag name="KSO_WM_TEMPLATE_INDEX" val="20216484"/>
  <p:tag name="KSO_WM_UNIT_LAYERLEVEL" val="1_1_1"/>
  <p:tag name="KSO_WM_TAG_VERSION" val="1.0"/>
  <p:tag name="KSO_WM_BEAUTIFY_FLAG" val="#wm#"/>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2"/>
  <p:tag name="KSO_WM_UNIT_TEXT_FILL_TYPE" val="1"/>
</p:tagLst>
</file>

<file path=ppt/tags/tag6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16484_4*l_h_i*1_5_2"/>
  <p:tag name="KSO_WM_TEMPLATE_CATEGORY" val="diagram"/>
  <p:tag name="KSO_WM_TEMPLATE_INDEX" val="20216484"/>
  <p:tag name="KSO_WM_UNIT_LAYERLEVEL" val="1_1_1"/>
  <p:tag name="KSO_WM_TAG_VERSION" val="1.0"/>
  <p:tag name="KSO_WM_BEAUTIFY_FLAG" val="#wm#"/>
  <p:tag name="KSO_WM_UNIT_LINE_FORE_SCHEMECOLOR_INDEX_BRIGHTNESS" val="0"/>
  <p:tag name="KSO_WM_UNIT_LINE_FORE_SCHEMECOLOR_INDEX" val="9"/>
  <p:tag name="KSO_WM_UNIT_LINE_FILL_TYPE" val="2"/>
</p:tagLst>
</file>

<file path=ppt/tags/tag690.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16484_4*l_h_a*1_3_1"/>
  <p:tag name="KSO_WM_TEMPLATE_CATEGORY" val="diagram"/>
  <p:tag name="KSO_WM_TEMPLATE_INDEX" val="20216484"/>
  <p:tag name="KSO_WM_UNIT_LAYERLEVEL" val="1_1_1"/>
  <p:tag name="KSO_WM_TAG_VERSION" val="1.0"/>
  <p:tag name="KSO_WM_BEAUTIFY_FLAG" val="#wm#"/>
  <p:tag name="KSO_WM_UNIT_TEXT_FILL_FORE_SCHEMECOLOR_INDEX_BRIGHTNESS" val="0"/>
  <p:tag name="KSO_WM_UNIT_TEXT_FILL_FORE_SCHEMECOLOR_INDEX" val="7"/>
  <p:tag name="KSO_WM_UNIT_TEXT_FILL_TYPE" val="1"/>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16484_4*l_h_i*1_3_1"/>
  <p:tag name="KSO_WM_TEMPLATE_CATEGORY" val="diagram"/>
  <p:tag name="KSO_WM_TEMPLATE_INDEX" val="20216484"/>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16484_4*l_h_i*1_3_2"/>
  <p:tag name="KSO_WM_TEMPLATE_CATEGORY" val="diagram"/>
  <p:tag name="KSO_WM_TEMPLATE_INDEX" val="20216484"/>
  <p:tag name="KSO_WM_UNIT_LAYERLEVEL" val="1_1_1"/>
  <p:tag name="KSO_WM_TAG_VERSION" val="1.0"/>
  <p:tag name="KSO_WM_BEAUTIFY_FLAG" val="#wm#"/>
  <p:tag name="KSO_WM_UNIT_LINE_FORE_SCHEMECOLOR_INDEX_BRIGHTNESS" val="0"/>
  <p:tag name="KSO_WM_UNIT_LINE_FORE_SCHEMECOLOR_INDEX" val="7"/>
  <p:tag name="KSO_WM_UNIT_LINE_FILL_TYPE" val="2"/>
</p:tagLst>
</file>

<file path=ppt/tags/tag69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31.1},&quot;minSize&quot;:{&quot;size1&quot;:17.8},&quot;normalSize&quot;:{&quot;size1&quot;:17.8},&quot;subLayout&quot;:[{&quot;id&quot;:&quot;2023-07-01T08:57:12&quot;,&quot;maxSize&quot;:{&quot;size1&quot;:100},&quot;minSize&quot;:{&quot;size1&quot;:61.7},&quot;normalSize&quot;:{&quot;size1&quot;:61.7},&quot;subLayout&quot;:[{&quot;id&quot;:&quot;2023-07-01T08:57:12&quot;,&quot;margin&quot;:{&quot;bottom&quot;:0,&quot;left&quot;:1.2699999809265137,&quot;right&quot;:1.2699999809265137,&quot;top&quot;:0.4230000376701355},&quot;type&quot;:0},{&quot;id&quot;:&quot;2023-07-01T08:57:12&quot;,&quot;margin&quot;:{&quot;bottom&quot;:0.025999998673796654,&quot;left&quot;:1.2699999809265137,&quot;right&quot;:1.2699999809265137,&quot;top&quot;:0.025999998673796654},&quot;type&quot;:0}],&quot;type&quot;:0},{&quot;id&quot;:&quot;2023-07-01T08:57:12&quot;,&quot;margin&quot;:{&quot;bottom&quot;:0.847000002861023,&quot;left&quot;:1.2699999809265137,&quot;right&quot;:1.2699999809265137,&quot;top&quot;:1.2699999809265137},&quot;type&quot;:0}],&quot;type&quot;:0}"/>
  <p:tag name="KSO_WM_SLIDE_BACKGROUND_TYPE" val="general"/>
</p:tagLst>
</file>

<file path=ppt/tags/tag6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699.xml><?xml version="1.0" encoding="utf-8"?>
<p:tagLst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70868_5*l_h_a*1_1_1"/>
  <p:tag name="KSO_WM_TEMPLATE_CATEGORY" val="diagram"/>
  <p:tag name="KSO_WM_TEMPLATE_INDEX" val="20170868"/>
  <p:tag name="KSO_WM_UNIT_LAYERLEVEL" val="1_1_1"/>
  <p:tag name="KSO_WM_TAG_VERSION" val="1.0"/>
  <p:tag name="KSO_WM_BEAUTIFY_FLAG" val="#wm#"/>
  <p:tag name="KSO_WM_UNIT_PRESET_TEXT" val="添加标题"/>
  <p:tag name="KSO_WM_UNIT_TEXT_FILL_FORE_SCHEMECOLOR_INDEX_BRIGHTNESS" val="0"/>
  <p:tag name="KSO_WM_UNIT_TEXT_FILL_FORE_SCHEMECOLOR_INDEX" val="13"/>
  <p:tag name="KSO_WM_UNIT_TEXT_FILL_TYPE" val="1"/>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70868_5*l_h_i*1_2_1"/>
  <p:tag name="KSO_WM_TEMPLATE_CATEGORY" val="diagram"/>
  <p:tag name="KSO_WM_TEMPLATE_INDEX" val="20170868"/>
  <p:tag name="KSO_WM_UNIT_LAYERLEVEL" val="1_1_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70868_5*l_h_i*1_2_2"/>
  <p:tag name="KSO_WM_TEMPLATE_CATEGORY" val="diagram"/>
  <p:tag name="KSO_WM_TEMPLATE_INDEX" val="2017086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702.xml><?xml version="1.0" encoding="utf-8"?>
<p:tagLst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70868_5*l_h_a*1_2_1"/>
  <p:tag name="KSO_WM_TEMPLATE_CATEGORY" val="diagram"/>
  <p:tag name="KSO_WM_TEMPLATE_INDEX" val="20170868"/>
  <p:tag name="KSO_WM_UNIT_LAYERLEVEL" val="1_1_1"/>
  <p:tag name="KSO_WM_TAG_VERSION" val="1.0"/>
  <p:tag name="KSO_WM_BEAUTIFY_FLAG" val="#wm#"/>
  <p:tag name="KSO_WM_UNIT_PRESET_TEXT" val="添加标题"/>
  <p:tag name="KSO_WM_UNIT_TEXT_FILL_FORE_SCHEMECOLOR_INDEX_BRIGHTNESS" val="0"/>
  <p:tag name="KSO_WM_UNIT_TEXT_FILL_FORE_SCHEMECOLOR_INDEX" val="13"/>
  <p:tag name="KSO_WM_UNIT_TEXT_FILL_TYPE" val="1"/>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70868_5*l_h_i*1_3_1"/>
  <p:tag name="KSO_WM_TEMPLATE_CATEGORY" val="diagram"/>
  <p:tag name="KSO_WM_TEMPLATE_INDEX" val="20170868"/>
  <p:tag name="KSO_WM_UNIT_LAYERLEVEL" val="1_1_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70868_5*l_h_i*1_3_2"/>
  <p:tag name="KSO_WM_TEMPLATE_CATEGORY" val="diagram"/>
  <p:tag name="KSO_WM_TEMPLATE_INDEX" val="2017086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705.xml><?xml version="1.0" encoding="utf-8"?>
<p:tagLst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170868_5*l_h_a*1_3_1"/>
  <p:tag name="KSO_WM_TEMPLATE_CATEGORY" val="diagram"/>
  <p:tag name="KSO_WM_TEMPLATE_INDEX" val="20170868"/>
  <p:tag name="KSO_WM_UNIT_LAYERLEVEL" val="1_1_1"/>
  <p:tag name="KSO_WM_TAG_VERSION" val="1.0"/>
  <p:tag name="KSO_WM_BEAUTIFY_FLAG" val="#wm#"/>
  <p:tag name="KSO_WM_UNIT_PRESET_TEXT" val="添加标题"/>
  <p:tag name="KSO_WM_UNIT_TEXT_FILL_FORE_SCHEMECOLOR_INDEX_BRIGHTNESS" val="0"/>
  <p:tag name="KSO_WM_UNIT_TEXT_FILL_FORE_SCHEMECOLOR_INDEX" val="13"/>
  <p:tag name="KSO_WM_UNIT_TEXT_FILL_TYPE" val="1"/>
</p:tagLst>
</file>

<file path=ppt/tags/tag7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70868_5*l_h_i*1_4_1"/>
  <p:tag name="KSO_WM_TEMPLATE_CATEGORY" val="diagram"/>
  <p:tag name="KSO_WM_TEMPLATE_INDEX" val="20170868"/>
  <p:tag name="KSO_WM_UNIT_LAYERLEVEL" val="1_1_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170868_5*l_h_i*1_4_2"/>
  <p:tag name="KSO_WM_TEMPLATE_CATEGORY" val="diagram"/>
  <p:tag name="KSO_WM_TEMPLATE_INDEX" val="2017086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708.xml><?xml version="1.0" encoding="utf-8"?>
<p:tagLst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170868_5*l_h_a*1_4_1"/>
  <p:tag name="KSO_WM_TEMPLATE_CATEGORY" val="diagram"/>
  <p:tag name="KSO_WM_TEMPLATE_INDEX" val="20170868"/>
  <p:tag name="KSO_WM_UNIT_LAYERLEVEL" val="1_1_1"/>
  <p:tag name="KSO_WM_TAG_VERSION" val="1.0"/>
  <p:tag name="KSO_WM_BEAUTIFY_FLAG" val="#wm#"/>
  <p:tag name="KSO_WM_UNIT_PRESET_TEXT" val="添加标题"/>
  <p:tag name="KSO_WM_UNIT_TEXT_FILL_FORE_SCHEMECOLOR_INDEX_BRIGHTNESS" val="0"/>
  <p:tag name="KSO_WM_UNIT_TEXT_FILL_FORE_SCHEMECOLOR_INDEX" val="13"/>
  <p:tag name="KSO_WM_UNIT_TEXT_FILL_TYPE" val="1"/>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170868_5*l_h_i*1_5_1"/>
  <p:tag name="KSO_WM_TEMPLATE_CATEGORY" val="diagram"/>
  <p:tag name="KSO_WM_TEMPLATE_INDEX" val="20170868"/>
  <p:tag name="KSO_WM_UNIT_LAYERLEVEL" val="1_1_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170868_5*l_h_i*1_5_2"/>
  <p:tag name="KSO_WM_TEMPLATE_CATEGORY" val="diagram"/>
  <p:tag name="KSO_WM_TEMPLATE_INDEX" val="2017086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711.xml><?xml version="1.0" encoding="utf-8"?>
<p:tagLst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170868_5*l_h_a*1_5_1"/>
  <p:tag name="KSO_WM_TEMPLATE_CATEGORY" val="diagram"/>
  <p:tag name="KSO_WM_TEMPLATE_INDEX" val="20170868"/>
  <p:tag name="KSO_WM_UNIT_LAYERLEVEL" val="1_1_1"/>
  <p:tag name="KSO_WM_TAG_VERSION" val="1.0"/>
  <p:tag name="KSO_WM_BEAUTIFY_FLAG" val="#wm#"/>
  <p:tag name="KSO_WM_UNIT_PRESET_TEXT" val="添加标题"/>
  <p:tag name="KSO_WM_UNIT_TEXT_FILL_FORE_SCHEMECOLOR_INDEX_BRIGHTNESS" val="0"/>
  <p:tag name="KSO_WM_UNIT_TEXT_FILL_FORE_SCHEMECOLOR_INDEX" val="13"/>
  <p:tag name="KSO_WM_UNIT_TEXT_FILL_TYPE" val="1"/>
</p:tagLst>
</file>

<file path=ppt/tags/tag7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20170868_5*l_h_i*1_6_1"/>
  <p:tag name="KSO_WM_TEMPLATE_CATEGORY" val="diagram"/>
  <p:tag name="KSO_WM_TEMPLATE_INDEX" val="20170868"/>
  <p:tag name="KSO_WM_UNIT_LAYERLEVEL" val="1_1_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6_2"/>
  <p:tag name="KSO_WM_UNIT_ID" val="diagram20170868_5*l_h_i*1_6_2"/>
  <p:tag name="KSO_WM_TEMPLATE_CATEGORY" val="diagram"/>
  <p:tag name="KSO_WM_TEMPLATE_INDEX" val="2017086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714.xml><?xml version="1.0" encoding="utf-8"?>
<p:tagLst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6_1"/>
  <p:tag name="KSO_WM_UNIT_ID" val="diagram20170868_5*l_h_a*1_6_1"/>
  <p:tag name="KSO_WM_TEMPLATE_CATEGORY" val="diagram"/>
  <p:tag name="KSO_WM_TEMPLATE_INDEX" val="20170868"/>
  <p:tag name="KSO_WM_UNIT_LAYERLEVEL" val="1_1_1"/>
  <p:tag name="KSO_WM_TAG_VERSION" val="1.0"/>
  <p:tag name="KSO_WM_BEAUTIFY_FLAG" val="#wm#"/>
  <p:tag name="KSO_WM_UNIT_PRESET_TEXT" val="添加标题"/>
  <p:tag name="KSO_WM_UNIT_TEXT_FILL_FORE_SCHEMECOLOR_INDEX_BRIGHTNESS" val="0"/>
  <p:tag name="KSO_WM_UNIT_TEXT_FILL_FORE_SCHEMECOLOR_INDEX" val="13"/>
  <p:tag name="KSO_WM_UNIT_TEXT_FILL_TYPE" val="1"/>
</p:tagLst>
</file>

<file path=ppt/tags/tag715.xml><?xml version="1.0" encoding="utf-8"?>
<p:tagLst xmlns:p="http://schemas.openxmlformats.org/presentationml/2006/main">
  <p:tag name="KSO_WM_UNIT_SUBTYPE" val="a"/>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170868_5*l_h_f*1_6_1"/>
  <p:tag name="KSO_WM_TEMPLATE_CATEGORY" val="diagram"/>
  <p:tag name="KSO_WM_TEMPLATE_INDEX" val="20170868"/>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Lst>
</file>

<file path=ppt/tags/tag7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31.1},&quot;minSize&quot;:{&quot;size1&quot;:17.8},&quot;normalSize&quot;:{&quot;size1&quot;:17.8},&quot;subLayout&quot;:[{&quot;id&quot;:&quot;2023-07-01T08:57:12&quot;,&quot;maxSize&quot;:{&quot;size1&quot;:100},&quot;minSize&quot;:{&quot;size1&quot;:61.7},&quot;normalSize&quot;:{&quot;size1&quot;:61.7},&quot;subLayout&quot;:[{&quot;id&quot;:&quot;2023-07-01T08:57:12&quot;,&quot;margin&quot;:{&quot;bottom&quot;:0,&quot;left&quot;:1.2699999809265137,&quot;right&quot;:1.2699999809265137,&quot;top&quot;:0.4230000376701355},&quot;type&quot;:0},{&quot;id&quot;:&quot;2023-07-01T08:57:12&quot;,&quot;margin&quot;:{&quot;bottom&quot;:0.025999998673796654,&quot;left&quot;:1.2699999809265137,&quot;right&quot;:1.2699999809265137,&quot;top&quot;:0.025999998673796654},&quot;type&quot;:0}],&quot;type&quot;:0},{&quot;id&quot;:&quot;2023-07-01T08:57:12&quot;,&quot;margin&quot;:{&quot;bottom&quot;:0.847000002861023,&quot;left&quot;:1.2699999809265137,&quot;right&quot;:1.2699999809265137,&quot;top&quot;:1.2699999809265137},&quot;type&quot;:0}],&quot;type&quot;:0}"/>
  <p:tag name="KSO_WM_SLIDE_BACKGROUND_TYPE" val="general"/>
</p:tagLst>
</file>

<file path=ppt/tags/tag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31.1},&quot;minSize&quot;:{&quot;size1&quot;:17.8},&quot;normalSize&quot;:{&quot;size1&quot;:17.8},&quot;subLayout&quot;:[{&quot;id&quot;:&quot;2023-07-01T08:57:12&quot;,&quot;maxSize&quot;:{&quot;size1&quot;:100},&quot;minSize&quot;:{&quot;size1&quot;:61.7},&quot;normalSize&quot;:{&quot;size1&quot;:61.7},&quot;subLayout&quot;:[{&quot;id&quot;:&quot;2023-07-01T08:57:12&quot;,&quot;margin&quot;:{&quot;bottom&quot;:0,&quot;left&quot;:1.2699999809265137,&quot;right&quot;:1.2699999809265137,&quot;top&quot;:0.4230000376701355},&quot;type&quot;:0},{&quot;id&quot;:&quot;2023-07-01T08:57:12&quot;,&quot;margin&quot;:{&quot;bottom&quot;:0.025999998673796654,&quot;left&quot;:1.2699999809265137,&quot;right&quot;:1.2699999809265137,&quot;top&quot;:0.025999998673796654},&quot;type&quot;:0}],&quot;type&quot;:0},{&quot;id&quot;:&quot;2023-07-01T08:57:12&quot;,&quot;margin&quot;:{&quot;bottom&quot;:0.847000002861023,&quot;left&quot;:1.2699999809265137,&quot;right&quot;:1.2699999809265137,&quot;top&quot;:1.2699999809265137},&quot;type&quot;:0}],&quot;type&quot;:0}"/>
  <p:tag name="KSO_WM_SLIDE_BACKGROUND_TYPE" val="general"/>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7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2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9398_2*l_h_i*1_1_2"/>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8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7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19398_2*l_h_i*1_1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4"/>
  <p:tag name="KSO_WM_UNIT_FILL_FORE_SCHEMECOLOR_INDEX_BRIGHTNESS" val="-0.05"/>
  <p:tag name="KSO_WM_UNIT_FILL_FORE_SCHEMECOLOR_INDEX" val="14"/>
  <p:tag name="KSO_WM_UNIT_FILL_TYPE" val="1"/>
  <p:tag name="KSO_WM_UNIT_TEXT_FILL_FORE_SCHEMECOLOR_INDEX_BRIGHTNESS" val="-0.25"/>
  <p:tag name="KSO_WM_UNIT_TEXT_FILL_FORE_SCHEMECOLOR_INDEX" val="5"/>
  <p:tag name="KSO_WM_UNIT_TEXT_FILL_TYPE" val="1"/>
</p:tagLst>
</file>

<file path=ppt/tags/tag730.xml><?xml version="1.0" encoding="utf-8"?>
<p:tagLst xmlns:p="http://schemas.openxmlformats.org/presentationml/2006/main">
  <p:tag name="KSO_WM_UNIT_SUBTYPE" val="a"/>
  <p:tag name="KSO_WM_UNIT_PRESET_TEXT" val="单击此处添加文本具体内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9398_2*l_h_f*1_1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TEXT_FILL_FORE_SCHEMECOLOR_INDEX_BRIGHTNESS" val="0"/>
  <p:tag name="KSO_WM_UNIT_TEXT_FILL_FORE_SCHEMECOLOR_INDEX" val="14"/>
  <p:tag name="KSO_WM_UNIT_TEXT_FILL_TYPE" val="1"/>
</p:tagLst>
</file>

<file path=ppt/tags/tag73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19398_2*l_h_i*1_2_2"/>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8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19398_2*l_h_i*1_2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4"/>
  <p:tag name="KSO_WM_UNIT_FILL_FORE_SCHEMECOLOR_INDEX_BRIGHTNESS" val="-0.05"/>
  <p:tag name="KSO_WM_UNIT_FILL_FORE_SCHEMECOLOR_INDEX" val="14"/>
  <p:tag name="KSO_WM_UNIT_FILL_TYPE" val="1"/>
  <p:tag name="KSO_WM_UNIT_TEXT_FILL_FORE_SCHEMECOLOR_INDEX_BRIGHTNESS" val="-0.25"/>
  <p:tag name="KSO_WM_UNIT_TEXT_FILL_FORE_SCHEMECOLOR_INDEX" val="5"/>
  <p:tag name="KSO_WM_UNIT_TEXT_FILL_TYPE" val="1"/>
</p:tagLst>
</file>

<file path=ppt/tags/tag733.xml><?xml version="1.0" encoding="utf-8"?>
<p:tagLst xmlns:p="http://schemas.openxmlformats.org/presentationml/2006/main">
  <p:tag name="KSO_WM_UNIT_SUBTYPE" val="a"/>
  <p:tag name="KSO_WM_UNIT_PRESET_TEXT" val="单击此处添加文本具体内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9398_2*l_h_f*1_2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TEXT_FILL_FORE_SCHEMECOLOR_INDEX_BRIGHTNESS" val="0"/>
  <p:tag name="KSO_WM_UNIT_TEXT_FILL_FORE_SCHEMECOLOR_INDEX" val="14"/>
  <p:tag name="KSO_WM_UNIT_TEXT_FILL_TYPE" val="1"/>
</p:tagLst>
</file>

<file path=ppt/tags/tag73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19398_2*l_h_i*1_3_2"/>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8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7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19398_2*l_h_i*1_3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VALUE" val="4"/>
  <p:tag name="KSO_WM_UNIT_FILL_FORE_SCHEMECOLOR_INDEX_BRIGHTNESS" val="-0.05"/>
  <p:tag name="KSO_WM_UNIT_FILL_FORE_SCHEMECOLOR_INDEX" val="14"/>
  <p:tag name="KSO_WM_UNIT_FILL_TYPE" val="1"/>
  <p:tag name="KSO_WM_UNIT_TEXT_FILL_FORE_SCHEMECOLOR_INDEX_BRIGHTNESS" val="-0.25"/>
  <p:tag name="KSO_WM_UNIT_TEXT_FILL_FORE_SCHEMECOLOR_INDEX" val="5"/>
  <p:tag name="KSO_WM_UNIT_TEXT_FILL_TYPE" val="1"/>
</p:tagLst>
</file>

<file path=ppt/tags/tag736.xml><?xml version="1.0" encoding="utf-8"?>
<p:tagLst xmlns:p="http://schemas.openxmlformats.org/presentationml/2006/main">
  <p:tag name="KSO_WM_UNIT_SUBTYPE" val="a"/>
  <p:tag name="KSO_WM_UNIT_PRESET_TEXT" val="单击此处添加文本具体内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9398_2*l_h_f*1_3_1"/>
  <p:tag name="KSO_WM_TEMPLATE_CATEGORY" val="diagram"/>
  <p:tag name="KSO_WM_TEMPLATE_INDEX" val="20219398"/>
  <p:tag name="KSO_WM_UNIT_LAYERLEVEL" val="1_1_1"/>
  <p:tag name="KSO_WM_TAG_VERSION" val="1.0"/>
  <p:tag name="KSO_WM_BEAUTIFY_FLAG" val="#wm#"/>
  <p:tag name="KSO_WM_CHIP_GROUPID" val="60bed3004737e0f4c1ebe899"/>
  <p:tag name="KSO_WM_CHIP_XID" val="60bed3004737e0f4c1ebe89a"/>
  <p:tag name="KSO_WM_ASSEMBLE_CHIP_INDEX" val="fde9b87b8f6649feb9ac1305fe66c4dd"/>
  <p:tag name="KSO_WM_UNIT_TEXT_FILL_FORE_SCHEMECOLOR_INDEX_BRIGHTNESS" val="0"/>
  <p:tag name="KSO_WM_UNIT_TEXT_FILL_FORE_SCHEMECOLOR_INDEX" val="14"/>
  <p:tag name="KSO_WM_UNIT_TEXT_FILL_TYPE" val="1"/>
</p:tagLst>
</file>

<file path=ppt/tags/tag7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31.1},&quot;minSize&quot;:{&quot;size1&quot;:17.8},&quot;normalSize&quot;:{&quot;size1&quot;:17.8},&quot;subLayout&quot;:[{&quot;id&quot;:&quot;2023-07-01T08:57:12&quot;,&quot;maxSize&quot;:{&quot;size1&quot;:100},&quot;minSize&quot;:{&quot;size1&quot;:61.7},&quot;normalSize&quot;:{&quot;size1&quot;:61.7},&quot;subLayout&quot;:[{&quot;id&quot;:&quot;2023-07-01T08:57:12&quot;,&quot;margin&quot;:{&quot;bottom&quot;:0,&quot;left&quot;:1.2699999809265137,&quot;right&quot;:1.2699999809265137,&quot;top&quot;:0.4230000376701355},&quot;type&quot;:0},{&quot;id&quot;:&quot;2023-07-01T08:57:12&quot;,&quot;margin&quot;:{&quot;bottom&quot;:0.025999998673796654,&quot;left&quot;:1.2699999809265137,&quot;right&quot;:1.2699999809265137,&quot;top&quot;:0.025999998673796654},&quot;type&quot;:0}],&quot;type&quot;:0},{&quot;id&quot;:&quot;2023-07-01T08:57:12&quot;,&quot;margin&quot;:{&quot;bottom&quot;:0.847000002861023,&quot;left&quot;:1.2699999809265137,&quot;right&quot;:1.2699999809265137,&quot;top&quot;:1.2699999809265137},&quot;type&quot;:0}],&quot;type&quot;:0}"/>
  <p:tag name="KSO_WM_SLIDE_BACKGROUND_TYPE" val="general"/>
</p:tagLst>
</file>

<file path=ppt/tags/tag73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739.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740.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4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4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4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4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4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4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5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20},&quot;minSize&quot;:{&quot;size1&quot;:11.2},&quot;normalSize&quot;:{&quot;size1&quot;:11.2},&quot;subLayout&quot;:[{&quot;id&quot;:&quot;2023-07-01T08:57:12&quot;,&quot;margin&quot;:{&quot;bottom&quot;:0.025999998673796654,&quot;left&quot;:1.2699999809265137,&quot;right&quot;:1.2699999809265137,&quot;top&quot;:0.4230000376701355},&quot;type&quot;:0},{&quot;id&quot;:&quot;2023-07-01T08:57: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5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5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20},&quot;minSize&quot;:{&quot;size1&quot;:11.2},&quot;normalSize&quot;:{&quot;size1&quot;:11.2},&quot;subLayout&quot;:[{&quot;id&quot;:&quot;2023-07-01T08:57:12&quot;,&quot;margin&quot;:{&quot;bottom&quot;:0.025999998673796654,&quot;left&quot;:1.2699999809265137,&quot;right&quot;:1.2699999809265137,&quot;top&quot;:0.4230000376701355},&quot;type&quot;:0},{&quot;id&quot;:&quot;2023-07-01T08:57: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 name="WM_BEAUTIFY_ZORDER_FLAG_TAG" val="6"/>
</p:tagLst>
</file>

<file path=ppt/tags/tag7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31.1},&quot;minSize&quot;:{&quot;size1&quot;:17.8},&quot;normalSize&quot;:{&quot;size1&quot;:17.8},&quot;subLayout&quot;:[{&quot;id&quot;:&quot;2023-07-01T08:57:12&quot;,&quot;maxSize&quot;:{&quot;size1&quot;:100},&quot;minSize&quot;:{&quot;size1&quot;:61.7},&quot;normalSize&quot;:{&quot;size1&quot;:61.7},&quot;subLayout&quot;:[{&quot;id&quot;:&quot;2023-07-01T08:57:12&quot;,&quot;margin&quot;:{&quot;bottom&quot;:0,&quot;left&quot;:1.2699999809265137,&quot;right&quot;:1.2699999809265137,&quot;top&quot;:0.4230000376701355},&quot;type&quot;:0},{&quot;id&quot;:&quot;2023-07-01T08:57:12&quot;,&quot;margin&quot;:{&quot;bottom&quot;:0.025999998673796654,&quot;left&quot;:1.2699999809265137,&quot;right&quot;:1.2699999809265137,&quot;top&quot;:0.025999998673796654},&quot;type&quot;:0}],&quot;type&quot;:0},{&quot;id&quot;:&quot;2023-07-01T08:57:12&quot;,&quot;margin&quot;:{&quot;bottom&quot;:0.847000002861023,&quot;left&quot;:1.2699999809265137,&quot;right&quot;:1.2699999809265137,&quot;top&quot;:1.2699999809265137},&quot;type&quot;:0}],&quot;type&quot;:0}"/>
  <p:tag name="KSO_WM_SLIDE_BACKGROUND_TYPE" val="general"/>
</p:tagLst>
</file>

<file path=ppt/tags/tag7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7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31.1},&quot;minSize&quot;:{&quot;size1&quot;:17.8},&quot;normalSize&quot;:{&quot;size1&quot;:17.8},&quot;subLayout&quot;:[{&quot;id&quot;:&quot;2023-07-01T08:57:12&quot;,&quot;maxSize&quot;:{&quot;size1&quot;:100},&quot;minSize&quot;:{&quot;size1&quot;:61.7},&quot;normalSize&quot;:{&quot;size1&quot;:61.7},&quot;subLayout&quot;:[{&quot;id&quot;:&quot;2023-07-01T08:57:12&quot;,&quot;margin&quot;:{&quot;bottom&quot;:0,&quot;left&quot;:1.2699999809265137,&quot;right&quot;:1.2699999809265137,&quot;top&quot;:0.4230000376701355},&quot;type&quot;:0},{&quot;id&quot;:&quot;2023-07-01T08:57:12&quot;,&quot;margin&quot;:{&quot;bottom&quot;:0.025999998673796654,&quot;left&quot;:1.2699999809265137,&quot;right&quot;:1.2699999809265137,&quot;top&quot;:0.025999998673796654},&quot;type&quot;:0}],&quot;type&quot;:0},{&quot;id&quot;:&quot;2023-07-01T08:57:12&quot;,&quot;margin&quot;:{&quot;bottom&quot;:0.847000002861023,&quot;left&quot;:1.2699999809265137,&quot;right&quot;:1.2699999809265137,&quot;top&quot;:1.2699999809265137},&quot;type&quot;:0}],&quot;type&quot;:0}"/>
  <p:tag name="KSO_WM_SLIDE_BACKGROUND_TYPE" val="general"/>
</p:tagLst>
</file>

<file path=ppt/tags/tag7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7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77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31.1},&quot;minSize&quot;:{&quot;size1&quot;:17.8},&quot;normalSize&quot;:{&quot;size1&quot;:17.8},&quot;subLayout&quot;:[{&quot;id&quot;:&quot;2023-07-01T08:57:12&quot;,&quot;maxSize&quot;:{&quot;size1&quot;:100},&quot;minSize&quot;:{&quot;size1&quot;:61.7},&quot;normalSize&quot;:{&quot;size1&quot;:61.7},&quot;subLayout&quot;:[{&quot;id&quot;:&quot;2023-07-01T08:57:12&quot;,&quot;margin&quot;:{&quot;bottom&quot;:0,&quot;left&quot;:1.2699999809265137,&quot;right&quot;:1.2699999809265137,&quot;top&quot;:0.4230000376701355},&quot;type&quot;:0},{&quot;id&quot;:&quot;2023-07-01T08:57:12&quot;,&quot;margin&quot;:{&quot;bottom&quot;:0.025999998673796654,&quot;left&quot;:1.2699999809265137,&quot;right&quot;:1.2699999809265137,&quot;top&quot;:0.025999998673796654},&quot;type&quot;:0}],&quot;type&quot;:0},{&quot;id&quot;:&quot;2023-07-01T08:57:12&quot;,&quot;margin&quot;:{&quot;bottom&quot;:0.847000002861023,&quot;left&quot;:1.2699999809265137,&quot;right&quot;:1.2699999809265137,&quot;top&quot;:1.2699999809265137},&quot;type&quot;:0}],&quot;type&quot;:0}"/>
  <p:tag name="KSO_WM_SLIDE_BACKGROUND_TYPE" val="general"/>
</p:tagLst>
</file>

<file path=ppt/tags/tag7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8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8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8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8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8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8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8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2&quot;,&quot;maxSize&quot;:{&quot;size1&quot;:20},&quot;minSize&quot;:{&quot;size1&quot;:11.2},&quot;normalSize&quot;:{&quot;size1&quot;:11.2},&quot;subLayout&quot;:[{&quot;id&quot;:&quot;2023-07-01T08:57:12&quot;,&quot;margin&quot;:{&quot;bottom&quot;:0.025999998673796654,&quot;left&quot;:1.2699999809265137,&quot;right&quot;:1.2699999809265137,&quot;top&quot;:0.4230000376701355},&quot;type&quot;:0},{&quot;id&quot;:&quot;2023-07-01T08:57: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7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7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79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7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8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80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8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8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2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TYPE" val="e"/>
  <p:tag name="KSO_WM_UNIT_INDEX" val="1"/>
  <p:tag name="KSO_WM_UNIT_ID" val="custom20206915_7*e*1"/>
  <p:tag name="KSO_WM_TEMPLATE_CATEGORY" val="custom"/>
  <p:tag name="KSO_WM_TEMPLATE_INDEX" val="20206915"/>
  <p:tag name="KSO_WM_UNIT_LAYERLEVEL" val="1"/>
  <p:tag name="KSO_WM_TAG_VERSION" val="1.0"/>
  <p:tag name="KSO_WM_BEAUTIFY_FLAG" val="#wm#"/>
  <p:tag name="KSO_WM_UNIT_PRESET_TEXT" val="01"/>
  <p:tag name="KSO_WM_UNIT_NOCLEAR" val="0"/>
  <p:tag name="KSO_WM_UNIT_VALUE" val="2"/>
  <p:tag name="KSO_WM_UNIT_TEXT_LINE_FORE_SCHEMECOLOR_INDEX_BRIGHTNESS" val="0"/>
  <p:tag name="KSO_WM_UNIT_TEXT_LINE_FORE_SCHEMECOLOR_INDEX" val="5"/>
  <p:tag name="KSO_WM_UNIT_TEXT_LINE_FILL_TYPE" val="2"/>
</p:tagLst>
</file>

<file path=ppt/tags/tag825.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6915_7*a*1"/>
  <p:tag name="KSO_WM_TEMPLATE_CATEGORY" val="custom"/>
  <p:tag name="KSO_WM_TEMPLATE_INDEX" val="20206915"/>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826.xml><?xml version="1.0" encoding="utf-8"?>
<p:tagLst xmlns:p="http://schemas.openxmlformats.org/presentationml/2006/main">
  <p:tag name="KSO_WM_BEAUTIFY_FLAG" val="#wm#"/>
  <p:tag name="KSO_WM_TEMPLATE_CATEGORY" val="custom"/>
  <p:tag name="KSO_WM_TEMPLATE_INDEX" val="20206915"/>
  <p:tag name="KSO_WM_SLIDE_ID" val="custom2020691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8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3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3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20},&quot;minSize&quot;:{&quot;size1&quot;:11.2},&quot;normalSize&quot;:{&quot;size1&quot;:11.2},&quot;subLayout&quot;:[{&quot;id&quot;:&quot;2023-07-01T08:57:13&quot;,&quot;margin&quot;:{&quot;bottom&quot;:0.025999998673796654,&quot;left&quot;:1.2699999809265137,&quot;right&quot;:1.2699999809265137,&quot;top&quot;:0.4230000376701355},&quot;type&quot;:0},{&quot;id&quot;:&quot;2023-07-01T08:57:1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3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3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83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83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4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84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8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84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20},&quot;minSize&quot;:{&quot;size1&quot;:11.2},&quot;normalSize&quot;:{&quot;size1&quot;:11.2},&quot;subLayout&quot;:[{&quot;id&quot;:&quot;2023-07-01T08:57:13&quot;,&quot;margin&quot;:{&quot;bottom&quot;:0.025999998673796654,&quot;left&quot;:1.2699999809265137,&quot;right&quot;:1.2699999809265137,&quot;top&quot;:0.4230000376701355},&quot;type&quot;:0},{&quot;id&quot;:&quot;2023-07-01T08:57:1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4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4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84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85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5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85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8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85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20},&quot;minSize&quot;:{&quot;size1&quot;:11.2},&quot;normalSize&quot;:{&quot;size1&quot;:11.2},&quot;subLayout&quot;:[{&quot;id&quot;:&quot;2023-07-01T08:57:13&quot;,&quot;margin&quot;:{&quot;bottom&quot;:0.025999998673796654,&quot;left&quot;:1.2699999809265137,&quot;right&quot;:1.2699999809265137,&quot;top&quot;:0.4230000376701355},&quot;type&quot;:0},{&quot;id&quot;:&quot;2023-07-01T08:57:1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86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8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8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8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8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8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20},&quot;minSize&quot;:{&quot;size1&quot;:11.2},&quot;normalSize&quot;:{&quot;size1&quot;:11.2},&quot;subLayout&quot;:[{&quot;id&quot;:&quot;2023-07-01T08:57:13&quot;,&quot;margin&quot;:{&quot;bottom&quot;:0.025999998673796654,&quot;left&quot;:1.2699999809265137,&quot;right&quot;:1.2699999809265137,&quot;top&quot;:0.4230000376701355},&quot;type&quot;:0},{&quot;id&quot;:&quot;2023-07-01T08:57:1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8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89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8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9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3&quot;,&quot;maxSize&quot;:{&quot;size1&quot;:31.1},&quot;minSize&quot;:{&quot;size1&quot;:17.8},&quot;normalSize&quot;:{&quot;size1&quot;:17.8},&quot;subLayout&quot;:[{&quot;id&quot;:&quot;2023-07-01T08:57:13&quot;,&quot;maxSize&quot;:{&quot;size1&quot;:100},&quot;minSize&quot;:{&quot;size1&quot;:61.7},&quot;normalSize&quot;:{&quot;size1&quot;:61.7},&quot;subLayout&quot;:[{&quot;id&quot;:&quot;2023-07-01T08:57:13&quot;,&quot;margin&quot;:{&quot;bottom&quot;:0,&quot;left&quot;:1.2699999809265137,&quot;right&quot;:1.2699999809265137,&quot;top&quot;:0.4230000376701355},&quot;type&quot;:0},{&quot;id&quot;:&quot;2023-07-01T08:57:13&quot;,&quot;margin&quot;:{&quot;bottom&quot;:0.025999998673796654,&quot;left&quot;:1.2699999809265137,&quot;right&quot;:1.2699999809265137,&quot;top&quot;:0.025999998673796654},&quot;type&quot;:0}],&quot;type&quot;:0},{&quot;id&quot;:&quot;2023-07-01T08:57:13&quot;,&quot;margin&quot;:{&quot;bottom&quot;:0.847000002861023,&quot;left&quot;:1.2699999809265137,&quot;right&quot;:1.2699999809265137,&quot;top&quot;:1.2699999809265137},&quot;type&quot;:0}],&quot;type&quot;:0}"/>
  <p:tag name="KSO_WM_SLIDE_BACKGROUND_TYPE" val="general"/>
</p:tagLst>
</file>

<file path=ppt/tags/tag9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0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90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1T08:57:14&quot;,&quot;maxSize&quot;:{&quot;size1&quot;:20},&quot;minSize&quot;:{&quot;size1&quot;:11.2},&quot;normalSize&quot;:{&quot;size1&quot;:11.2},&quot;subLayout&quot;:[{&quot;id&quot;:&quot;2023-07-01T08:57:14&quot;,&quot;margin&quot;:{&quot;bottom&quot;:0.025999998673796654,&quot;left&quot;:1.2699999809265137,&quot;right&quot;:1.2699999809265137,&quot;top&quot;:0.4230000376701355},&quot;type&quot;:0},{&quot;id&quot;:&quot;2023-07-01T08:57:1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1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91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1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1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1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9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92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4&quot;,&quot;maxSize&quot;:{&quot;size1&quot;:31.1},&quot;minSize&quot;:{&quot;size1&quot;:17.8},&quot;normalSize&quot;:{&quot;size1&quot;:17.8},&quot;subLayout&quot;:[{&quot;id&quot;:&quot;2023-07-01T08:57:14&quot;,&quot;maxSize&quot;:{&quot;size1&quot;:100},&quot;minSize&quot;:{&quot;size1&quot;:61.7},&quot;normalSize&quot;:{&quot;size1&quot;:61.7},&quot;subLayout&quot;:[{&quot;id&quot;:&quot;2023-07-01T08:57:14&quot;,&quot;margin&quot;:{&quot;bottom&quot;:0,&quot;left&quot;:1.2699999809265137,&quot;right&quot;:1.2699999809265137,&quot;top&quot;:0.4230000376701355},&quot;type&quot;:0},{&quot;id&quot;:&quot;2023-07-01T08:57:14&quot;,&quot;margin&quot;:{&quot;bottom&quot;:0.025999998673796654,&quot;left&quot;:1.2699999809265137,&quot;right&quot;:1.2699999809265137,&quot;top&quot;:0.025999998673796654},&quot;type&quot;:0}],&quot;type&quot;:0},{&quot;id&quot;:&quot;2023-07-01T08:57:14&quot;,&quot;margin&quot;:{&quot;bottom&quot;:0.847000002861023,&quot;left&quot;:1.2699999809265137,&quot;right&quot;:1.2699999809265137,&quot;top&quot;:1.2699999809265137},&quot;type&quot;:0}],&quot;type&quot;:0}"/>
  <p:tag name="KSO_WM_SLIDE_BACKGROUND_TYPE" val="general"/>
</p:tagLst>
</file>

<file path=ppt/tags/tag9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9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4&quot;,&quot;maxSize&quot;:{&quot;size1&quot;:31.1},&quot;minSize&quot;:{&quot;size1&quot;:17.8},&quot;normalSize&quot;:{&quot;size1&quot;:17.8},&quot;subLayout&quot;:[{&quot;id&quot;:&quot;2023-07-01T08:57:14&quot;,&quot;maxSize&quot;:{&quot;size1&quot;:100},&quot;minSize&quot;:{&quot;size1&quot;:61.7},&quot;normalSize&quot;:{&quot;size1&quot;:61.7},&quot;subLayout&quot;:[{&quot;id&quot;:&quot;2023-07-01T08:57:14&quot;,&quot;margin&quot;:{&quot;bottom&quot;:0,&quot;left&quot;:1.2699999809265137,&quot;right&quot;:1.2699999809265137,&quot;top&quot;:0.4230000376701355},&quot;type&quot;:0},{&quot;id&quot;:&quot;2023-07-01T08:57:14&quot;,&quot;margin&quot;:{&quot;bottom&quot;:0.025999998673796654,&quot;left&quot;:1.2699999809265137,&quot;right&quot;:1.2699999809265137,&quot;top&quot;:0.025999998673796654},&quot;type&quot;:0}],&quot;type&quot;:0},{&quot;id&quot;:&quot;2023-07-01T08:57:14&quot;,&quot;margin&quot;:{&quot;bottom&quot;:0.847000002861023,&quot;left&quot;:1.2699999809265137,&quot;right&quot;:1.2699999809265137,&quot;top&quot;:1.2699999809265137},&quot;type&quot;:0}],&quot;type&quot;:0}"/>
  <p:tag name="KSO_WM_SLIDE_BACKGROUND_TYPE" val="general"/>
</p:tagLst>
</file>

<file path=ppt/tags/tag9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93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4&quot;,&quot;maxSize&quot;:{&quot;size1&quot;:31.1},&quot;minSize&quot;:{&quot;size1&quot;:17.8},&quot;normalSize&quot;:{&quot;size1&quot;:17.8},&quot;subLayout&quot;:[{&quot;id&quot;:&quot;2023-07-01T08:57:14&quot;,&quot;maxSize&quot;:{&quot;size1&quot;:100},&quot;minSize&quot;:{&quot;size1&quot;:61.7},&quot;normalSize&quot;:{&quot;size1&quot;:61.7},&quot;subLayout&quot;:[{&quot;id&quot;:&quot;2023-07-01T08:57:14&quot;,&quot;margin&quot;:{&quot;bottom&quot;:0,&quot;left&quot;:1.2699999809265137,&quot;right&quot;:1.2699999809265137,&quot;top&quot;:0.4230000376701355},&quot;type&quot;:0},{&quot;id&quot;:&quot;2023-07-01T08:57:14&quot;,&quot;margin&quot;:{&quot;bottom&quot;:0.025999998673796654,&quot;left&quot;:1.2699999809265137,&quot;right&quot;:1.2699999809265137,&quot;top&quot;:0.025999998673796654},&quot;type&quot;:0}],&quot;type&quot;:0},{&quot;id&quot;:&quot;2023-07-01T08:57:14&quot;,&quot;margin&quot;:{&quot;bottom&quot;:0.847000002861023,&quot;left&quot;:1.2699999809265137,&quot;right&quot;:1.2699999809265137,&quot;top&quot;:1.2699999809265137},&quot;type&quot;:0}],&quot;type&quot;:0}"/>
  <p:tag name="KSO_WM_SLIDE_BACKGROUND_TYPE" val="general"/>
</p:tagLst>
</file>

<file path=ppt/tags/tag9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9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94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1T08:57:14&quot;,&quot;maxSize&quot;:{&quot;size1&quot;:31.1},&quot;minSize&quot;:{&quot;size1&quot;:17.8},&quot;normalSize&quot;:{&quot;size1&quot;:17.8},&quot;subLayout&quot;:[{&quot;id&quot;:&quot;2023-07-01T08:57:14&quot;,&quot;maxSize&quot;:{&quot;size1&quot;:100},&quot;minSize&quot;:{&quot;size1&quot;:61.7},&quot;normalSize&quot;:{&quot;size1&quot;:61.7},&quot;subLayout&quot;:[{&quot;id&quot;:&quot;2023-07-01T08:57:14&quot;,&quot;margin&quot;:{&quot;bottom&quot;:0,&quot;left&quot;:1.2699999809265137,&quot;right&quot;:1.2699999809265137,&quot;top&quot;:0.4230000376701355},&quot;type&quot;:0},{&quot;id&quot;:&quot;2023-07-01T08:57:14&quot;,&quot;margin&quot;:{&quot;bottom&quot;:0.025999998673796654,&quot;left&quot;:1.2699999809265137,&quot;right&quot;:1.2699999809265137,&quot;top&quot;:0.025999998673796654},&quot;type&quot;:0}],&quot;type&quot;:0},{&quot;id&quot;:&quot;2023-07-01T08:57:14&quot;,&quot;margin&quot;:{&quot;bottom&quot;:0.847000002861023,&quot;left&quot;:1.2699999809265137,&quot;right&quot;:1.2699999809265137,&quot;top&quot;:1.2699999809265137},&quot;type&quot;:0}],&quot;type&quot;:0}"/>
  <p:tag name="KSO_WM_SLIDE_BACKGROUND_TYPE" val="general"/>
</p:tagLst>
</file>

<file path=ppt/tags/tag9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943.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944.xml><?xml version="1.0" encoding="utf-8"?>
<p:tagLst xmlns:p="http://schemas.openxmlformats.org/presentationml/2006/main">
  <p:tag name="KSO_WPP_MARK_KEY" val="6f468885-8673-4c5e-8100-2c6154e32db9"/>
  <p:tag name="COMMONDATA" val="eyJoZGlkIjoiMjJiNWQxMzM1MWNmYTdjOGE5NWNkODk4YzI2ZTYwN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32416</Words>
  <Application>WPS 演示</Application>
  <PresentationFormat>宽屏</PresentationFormat>
  <Paragraphs>1185</Paragraphs>
  <Slides>100</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100</vt:i4>
      </vt:variant>
    </vt:vector>
  </HeadingPairs>
  <TitlesOfParts>
    <vt:vector size="119" baseType="lpstr">
      <vt:lpstr>Arial</vt:lpstr>
      <vt:lpstr>宋体</vt:lpstr>
      <vt:lpstr>Wingdings</vt:lpstr>
      <vt:lpstr>微软雅黑</vt:lpstr>
      <vt:lpstr>Segoe UI</vt:lpstr>
      <vt:lpstr>Arial Unicode MS</vt:lpstr>
      <vt:lpstr>Open Sans</vt:lpstr>
      <vt:lpstr>Montserrat Black</vt:lpstr>
      <vt:lpstr>Segoe Print</vt:lpstr>
      <vt:lpstr>Calibri Light</vt:lpstr>
      <vt:lpstr>Calibri</vt:lpstr>
      <vt:lpstr>黑体</vt:lpstr>
      <vt:lpstr>Arial Black</vt:lpstr>
      <vt:lpstr>Times New Roman</vt:lpstr>
      <vt:lpstr>汉仪青云简</vt:lpstr>
      <vt:lpstr>华文行楷</vt:lpstr>
      <vt:lpstr>Wingdings</vt:lpstr>
      <vt:lpstr>Office 主题​​</vt:lpstr>
      <vt:lpstr>1_Office 主题​​</vt:lpstr>
      <vt:lpstr>7.1 数据类型</vt:lpstr>
      <vt:lpstr>PowerPoint 演示文稿</vt:lpstr>
      <vt:lpstr>1 数据类型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表的概念</vt:lpstr>
      <vt:lpstr>PowerPoint 演示文稿</vt:lpstr>
      <vt:lpstr>3 创建表</vt:lpstr>
      <vt:lpstr>PowerPoint 演示文稿</vt:lpstr>
      <vt:lpstr>PowerPoint 演示文稿</vt:lpstr>
      <vt:lpstr>PowerPoint 演示文稿</vt:lpstr>
      <vt:lpstr>PowerPoint 演示文稿</vt:lpstr>
      <vt:lpstr>4 操作表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表约束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 关系图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 视图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 索引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128</cp:revision>
  <dcterms:created xsi:type="dcterms:W3CDTF">2023-07-01T00:57:00Z</dcterms:created>
  <dcterms:modified xsi:type="dcterms:W3CDTF">2023-07-01T09:16:25Z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2052-11.1.0.12155</vt:lpwstr>
  </property>
  <property fmtid="{D5CDD505-2E9C-101B-9397-08002B2CF9AE}" pid="3" name="ICV">
    <vt:lpwstr/>
  </property>
</Properties>
</file>